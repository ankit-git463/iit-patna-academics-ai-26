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6076950" cy="34194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90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224155" y="172942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lang="en-US" sz="1800" i="1">
                <a:solidFill>
                  <a:schemeClr val="dk2"/>
                </a:solidFill>
              </a:rPr>
              <a:t>DR SRIPARNA SAHA,</a:t>
            </a:r>
            <a:br>
              <a:rPr lang="en-US" sz="1800" i="1">
                <a:solidFill>
                  <a:schemeClr val="dk2"/>
                </a:solidFill>
              </a:rPr>
            </a:br>
            <a:r>
              <a:rPr lang="en-US" sz="1800" i="1">
                <a:solidFill>
                  <a:schemeClr val="dk2"/>
                </a:solidFill>
              </a:rPr>
              <a:t>CSE DEPT, IIT PATNA</a:t>
            </a:r>
            <a:endParaRPr sz="1800" i="1">
              <a:solidFill>
                <a:schemeClr val="dk2"/>
              </a:solidFill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0075" y="42195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 Concepts and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ACTOR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CRITIC ALGORITHM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92" name="Google Shape;92;p14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99" name="Google Shape;99;p15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06" name="Google Shape;106;p16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13" name="Google Shape;113;p17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20" name="Google Shape;120;p18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27" name="Google Shape;127;p19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34" name="Google Shape;134;p20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41" name="Google Shape;141;p21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48" name="Google Shape;148;p22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55" name="Google Shape;155;p23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62" name="Google Shape;162;p24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69" name="Google Shape;169;p25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76" name="Google Shape;176;p26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83" name="Google Shape;183;p27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90" name="Google Shape;190;p28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197" name="Google Shape;197;p29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04" name="Google Shape;204;p30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11" name="Google Shape;211;p31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18" name="Google Shape;218;p32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25" name="Google Shape;225;p33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32" name="Google Shape;232;p34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39" name="Google Shape;239;p35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46" name="Google Shape;246;p36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53" name="Google Shape;253;p37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60" name="Google Shape;260;p38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67" name="Google Shape;267;p39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74" name="Google Shape;274;p40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81" name="Google Shape;281;p41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88" name="Google Shape;288;p42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295" name="Google Shape;295;p43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302" name="Google Shape;302;p44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309" name="Google Shape;309;p45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316" name="Google Shape;316;p46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323" name="Google Shape;323;p47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330" name="Google Shape;330;p48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337" name="Google Shape;337;p49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344" name="Google Shape;344;p50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351" name="Google Shape;351;p51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pic>
        <p:nvPicPr>
          <p:cNvPr id="358" name="Google Shape;358;p52" descr="imag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1315</TotalTime>
  <Words>10</Words>
  <Application>Microsoft Office PowerPoint</Application>
  <PresentationFormat>Custom</PresentationFormat>
  <Paragraphs>3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DR SRIPARNA SAHA, CSE DEPT, IIT PATNA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 SRIPARNA SAHA, CSE DEPT, IIT PATNA</dc:title>
  <cp:lastModifiedBy>Sriparna Saha</cp:lastModifiedBy>
  <cp:revision>10</cp:revision>
  <dcterms:modified xsi:type="dcterms:W3CDTF">2025-02-14T06:44:25Z</dcterms:modified>
</cp:coreProperties>
</file>