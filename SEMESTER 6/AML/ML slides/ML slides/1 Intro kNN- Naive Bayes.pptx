
<file path=[Content_Types].xml><?xml version="1.0" encoding="utf-8"?>
<Types xmlns="http://schemas.openxmlformats.org/package/2006/content-types">
  <Default Extension="png" ContentType="image/png"/>
  <Default Extension="jpeg" ContentType="image/jpeg"/>
  <Default Extension="emf" ContentType="image/x-emf"/>
  <Default Extension="rels" ContentType="application/vnd.openxmlformats-package.relationships+xml"/>
  <Default Extension="xml" ContentType="application/xml"/>
  <Default Extension="fntdata" ContentType="application/x-fontdata"/>
  <Default Extension="xlsx" ContentType="application/vnd.openxmlformats-officedocument.spreadsheetml.sheet"/>
  <Default Extension="jpg" ContentType="image/jpeg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slides/slide19.xml" ContentType="application/vnd.openxmlformats-officedocument.presentationml.slide+xml"/>
  <Override PartName="/ppt/slides/slide20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ink/ink1.xml" ContentType="application/inkml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charts/chart1.xml" ContentType="application/vnd.openxmlformats-officedocument.drawingml.chart+xml"/>
  <Override PartName="/ppt/charts/style1.xml" ContentType="application/vnd.ms-office.chartstyle+xml"/>
  <Override PartName="/ppt/charts/colors1.xml" ContentType="application/vnd.ms-office.chartcolorstyle+xml"/>
  <Override PartName="/ppt/ink/ink2.xml" ContentType="application/inkml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notesSlides/notesSlide17.xml" ContentType="application/vnd.openxmlformats-officedocument.presentationml.notesSlide+xml"/>
  <Override PartName="/ppt/notesSlides/notesSlide18.xml" ContentType="application/vnd.openxmlformats-officedocument.presentationml.notesSlide+xml"/>
  <Override PartName="/ppt/notesSlides/notesSlide19.xml" ContentType="application/vnd.openxmlformats-officedocument.presentationml.notesSlide+xml"/>
  <Override PartName="/docProps/core.xml" ContentType="application/vnd.openxmlformats-package.core-properties+xml"/>
  <Override PartName="/docProps/app.xml" ContentType="application/vnd.openxmlformats-officedocument.extended-properties+xml"/>
  <Override PartName="/docProps/custom.xml" ContentType="application/vnd.openxmlformats-officedocument.custom-properties+xml"/>
  <Override PartName="/ppt/metadata" ContentType="application/binary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Relationship Id="rId4" Type="http://schemas.openxmlformats.org/officeDocument/2006/relationships/custom-properties" Target="docProps/custom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trictFirstAndLastChars="0" embedTrueTypeFonts="1" saveSubsetFonts="1" autoCompressPictures="0">
  <p:sldMasterIdLst>
    <p:sldMasterId id="2147483648" r:id="rId1"/>
  </p:sldMasterIdLst>
  <p:notesMasterIdLst>
    <p:notesMasterId r:id="rId22"/>
  </p:notesMasterIdLst>
  <p:sldIdLst>
    <p:sldId id="256" r:id="rId2"/>
    <p:sldId id="257" r:id="rId3"/>
    <p:sldId id="291" r:id="rId4"/>
    <p:sldId id="292" r:id="rId5"/>
    <p:sldId id="293" r:id="rId6"/>
    <p:sldId id="275" r:id="rId7"/>
    <p:sldId id="276" r:id="rId8"/>
    <p:sldId id="277" r:id="rId9"/>
    <p:sldId id="278" r:id="rId10"/>
    <p:sldId id="279" r:id="rId11"/>
    <p:sldId id="280" r:id="rId12"/>
    <p:sldId id="294" r:id="rId13"/>
    <p:sldId id="295" r:id="rId14"/>
    <p:sldId id="282" r:id="rId15"/>
    <p:sldId id="283" r:id="rId16"/>
    <p:sldId id="284" r:id="rId17"/>
    <p:sldId id="289" r:id="rId18"/>
    <p:sldId id="287" r:id="rId19"/>
    <p:sldId id="288" r:id="rId20"/>
    <p:sldId id="290" r:id="rId21"/>
  </p:sldIdLst>
  <p:sldSz cx="12192000" cy="6858000"/>
  <p:notesSz cx="12192000" cy="6858000"/>
  <p:embeddedFontLst>
    <p:embeddedFont>
      <p:font typeface="Times" panose="02020603050405020304" pitchFamily="18" charset="0"/>
      <p:regular r:id="rId23"/>
      <p:bold r:id="rId24"/>
      <p:italic r:id="rId25"/>
      <p:boldItalic r:id="rId26"/>
    </p:embeddedFont>
    <p:embeddedFont>
      <p:font typeface="Cambria Math" panose="02040503050406030204" pitchFamily="18" charset="0"/>
      <p:regular r:id="rId27"/>
    </p:embeddedFont>
    <p:embeddedFont>
      <p:font typeface="Calibri" panose="020F0502020204030204" pitchFamily="34" charset="0"/>
      <p:regular r:id="rId28"/>
      <p:bold r:id="rId29"/>
      <p:italic r:id="rId30"/>
      <p:boldItalic r:id="rId31"/>
    </p:embeddedFont>
  </p:embeddedFontLst>
  <p:defaultText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defaultTextStyle>
  <p:extLst>
    <p:ext uri="{EFAFB233-063F-42B5-8137-9DF3F51BA10A}">
      <p15:sldGuideLst xmlns:p15="http://schemas.microsoft.com/office/powerpoint/2012/main">
        <p15:guide id="1" orient="horz" pos="2920">
          <p15:clr>
            <a:srgbClr val="000000"/>
          </p15:clr>
        </p15:guide>
        <p15:guide id="2" pos="2150">
          <p15:clr>
            <a:srgbClr val="000000"/>
          </p15:clr>
        </p15:guide>
      </p15:sldGuideLst>
    </p:ext>
    <p:ext uri="GoogleSlidesCustomDataVersion2">
      <go:slidesCustomData xmlns="" xmlns:mc="http://schemas.openxmlformats.org/markup-compatibility/2006" xmlns:mv="urn:schemas-microsoft-com:mac:vml" xmlns:c="http://schemas.openxmlformats.org/drawingml/2006/chart" xmlns:dgm="http://schemas.openxmlformats.org/drawingml/2006/diagram" xmlns:o="urn:schemas-microsoft-com:office:office" xmlns:v="urn:schemas-microsoft-com:vml" xmlns:pvml="urn:schemas-microsoft-com:office:powerpoint" xmlns:com="http://schemas.openxmlformats.org/drawingml/2006/compatibility" xmlns:p14="http://schemas.microsoft.com/office/powerpoint/2010/main" xmlns:p15="http://schemas.microsoft.com/office/powerpoint/2012/main" xmlns:ahyp="http://schemas.microsoft.com/office/drawing/2018/hyperlinkcolor" xmlns:go="http://customooxmlschemas.google.com/" r:id="rId79" roundtripDataSignature="AMtx7mg0rb7K25jzeb82yl9W760+b1lCcA==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tableStyles.xml><?xml version="1.0" encoding="utf-8"?>
<a:tblStyleLst xmlns:a="http://schemas.openxmlformats.org/drawingml/2006/main" def="{AE0CDCE9-8EFF-456A-BFA7-76C2DBC4E188}">
  <a:tblStyle styleId="{AE0CDCE9-8EFF-456A-BFA7-76C2DBC4E188}" styleName="Table_0">
    <a:wholeTbl>
      <a:tcTxStyle b="off" i="off">
        <a:font>
          <a:latin typeface="Calibri"/>
          <a:ea typeface="Calibri"/>
          <a:cs typeface="Calibri"/>
        </a:font>
        <a:schemeClr val="dk1"/>
      </a:tcTxStyle>
      <a:tcStyle>
        <a:tcBdr>
          <a:lef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left>
          <a:right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right>
          <a:top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  <a:bottom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  <a:insideH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H>
          <a:insideV>
            <a:ln w="127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insideV>
        </a:tcBdr>
        <a:fill>
          <a:solidFill>
            <a:srgbClr val="E8ECF4"/>
          </a:solidFill>
        </a:fill>
      </a:tcStyle>
    </a:wholeTbl>
    <a:band1H>
      <a:tcTxStyle/>
      <a:tcStyle>
        <a:tcBdr/>
        <a:fill>
          <a:solidFill>
            <a:srgbClr val="CFD7E7"/>
          </a:solidFill>
        </a:fill>
      </a:tcStyle>
    </a:band1H>
    <a:band2H>
      <a:tcTxStyle/>
      <a:tcStyle>
        <a:tcBdr/>
      </a:tcStyle>
    </a:band2H>
    <a:band1V>
      <a:tcTxStyle/>
      <a:tcStyle>
        <a:tcBdr/>
        <a:fill>
          <a:solidFill>
            <a:srgbClr val="CFD7E7"/>
          </a:solidFill>
        </a:fill>
      </a:tcStyle>
    </a:band1V>
    <a:band2V>
      <a:tcTxStyle/>
      <a:tcStyle>
        <a:tcBdr/>
      </a:tcStyle>
    </a:band2V>
    <a:la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lastCol>
    <a:firstCol>
      <a:tcTxStyle b="on" i="off">
        <a:font>
          <a:latin typeface="Calibri"/>
          <a:ea typeface="Calibri"/>
          <a:cs typeface="Calibri"/>
        </a:font>
        <a:schemeClr val="lt1"/>
      </a:tcTxStyle>
      <a:tcStyle>
        <a:tcBdr/>
        <a:fill>
          <a:solidFill>
            <a:schemeClr val="accent1"/>
          </a:solidFill>
        </a:fill>
      </a:tcStyle>
    </a:firstCol>
    <a:la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top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top>
        </a:tcBdr>
        <a:fill>
          <a:solidFill>
            <a:schemeClr val="accent1"/>
          </a:solidFill>
        </a:fill>
      </a:tcStyle>
    </a:lastRow>
    <a:seCell>
      <a:tcTxStyle/>
      <a:tcStyle>
        <a:tcBdr/>
      </a:tcStyle>
    </a:seCell>
    <a:swCell>
      <a:tcTxStyle/>
      <a:tcStyle>
        <a:tcBdr/>
      </a:tcStyle>
    </a:swCell>
    <a:firstRow>
      <a:tcTxStyle b="on" i="off">
        <a:font>
          <a:latin typeface="Calibri"/>
          <a:ea typeface="Calibri"/>
          <a:cs typeface="Calibri"/>
        </a:font>
        <a:schemeClr val="lt1"/>
      </a:tcTxStyle>
      <a:tcStyle>
        <a:tcBdr>
          <a:bottom>
            <a:ln w="38100" cap="flat" cmpd="sng">
              <a:solidFill>
                <a:schemeClr val="lt1"/>
              </a:solidFill>
              <a:prstDash val="solid"/>
              <a:round/>
              <a:headEnd type="none" w="sm" len="sm"/>
              <a:tailEnd type="none" w="sm" len="sm"/>
            </a:ln>
          </a:bottom>
        </a:tcBdr>
        <a:fill>
          <a:solidFill>
            <a:schemeClr val="accent1"/>
          </a:solidFill>
        </a:fill>
      </a:tcStyle>
    </a:firstRow>
    <a:neCell>
      <a:tcTxStyle/>
      <a:tcStyle>
        <a:tcBdr/>
      </a:tcStyle>
    </a:neCell>
    <a:nwCell>
      <a:tcTxStyle/>
      <a:tcStyle>
        <a:tcBdr/>
      </a:tcStyle>
    </a:nwCell>
  </a:tblStyle>
</a:tblStyleLst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0504" autoAdjust="0"/>
    <p:restoredTop sz="94660"/>
  </p:normalViewPr>
  <p:slideViewPr>
    <p:cSldViewPr snapToGrid="0">
      <p:cViewPr varScale="1">
        <p:scale>
          <a:sx n="104" d="100"/>
          <a:sy n="104" d="100"/>
        </p:scale>
        <p:origin x="1050" y="114"/>
      </p:cViewPr>
      <p:guideLst>
        <p:guide orient="horz" pos="2920"/>
        <p:guide pos="2150"/>
      </p:guideLst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openxmlformats.org/officeDocument/2006/relationships/font" Target="fonts/font4.fntdata"/><Relationship Id="rId3" Type="http://schemas.openxmlformats.org/officeDocument/2006/relationships/slide" Target="slides/slide2.xml"/><Relationship Id="rId21" Type="http://schemas.openxmlformats.org/officeDocument/2006/relationships/slide" Target="slides/slide20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openxmlformats.org/officeDocument/2006/relationships/font" Target="fonts/font3.fntdata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slide" Target="slides/slide19.xml"/><Relationship Id="rId29" Type="http://schemas.openxmlformats.org/officeDocument/2006/relationships/font" Target="fonts/font7.fntdata"/><Relationship Id="rId83" Type="http://schemas.openxmlformats.org/officeDocument/2006/relationships/tableStyles" Target="tableStyles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font" Target="fonts/font2.fntdata"/><Relationship Id="rId79" Type="http://customschemas.google.com/relationships/presentationmetadata" Target="metadata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font" Target="fonts/font1.fntdata"/><Relationship Id="rId28" Type="http://schemas.openxmlformats.org/officeDocument/2006/relationships/font" Target="fonts/font6.fntdata"/><Relationship Id="rId82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31" Type="http://schemas.openxmlformats.org/officeDocument/2006/relationships/font" Target="fonts/font9.fntdata"/><Relationship Id="rId81" Type="http://schemas.openxmlformats.org/officeDocument/2006/relationships/viewProps" Target="viewProps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notesMaster" Target="notesMasters/notesMaster1.xml"/><Relationship Id="rId27" Type="http://schemas.openxmlformats.org/officeDocument/2006/relationships/font" Target="fonts/font5.fntdata"/><Relationship Id="rId30" Type="http://schemas.openxmlformats.org/officeDocument/2006/relationships/font" Target="fonts/font8.fntdata"/><Relationship Id="rId8" Type="http://schemas.openxmlformats.org/officeDocument/2006/relationships/slide" Target="slides/slide7.xml"/><Relationship Id="rId80" Type="http://schemas.openxmlformats.org/officeDocument/2006/relationships/presProps" Target="presProps.xml"/></Relationships>
</file>

<file path=ppt/charts/_rels/chart1.xml.rels><?xml version="1.0" encoding="UTF-8" standalone="yes"?>
<Relationships xmlns="http://schemas.openxmlformats.org/package/2006/relationships"><Relationship Id="rId3" Type="http://schemas.openxmlformats.org/officeDocument/2006/relationships/package" Target="../embeddings/Microsoft_Excel_Worksheet.xlsx"/><Relationship Id="rId2" Type="http://schemas.microsoft.com/office/2011/relationships/chartColorStyle" Target="colors1.xml"/><Relationship Id="rId1" Type="http://schemas.microsoft.com/office/2011/relationships/chartStyle" Target="style1.xml"/></Relationships>
</file>

<file path=ppt/charts/chart1.xml><?xml version="1.0" encoding="utf-8"?>
<c:chartSpace xmlns:c="http://schemas.openxmlformats.org/drawingml/2006/chart" xmlns:a="http://schemas.openxmlformats.org/drawingml/2006/main" xmlns:r="http://schemas.openxmlformats.org/officeDocument/2006/relationships" xmlns:c16r2="http://schemas.microsoft.com/office/drawing/2015/06/chart">
  <c:date1904 val="0"/>
  <c:lang val="en-US"/>
  <c:roundedCorners val="0"/>
  <mc:AlternateContent xmlns:mc="http://schemas.openxmlformats.org/markup-compatibility/2006">
    <mc:Choice xmlns:c14="http://schemas.microsoft.com/office/drawing/2007/8/2/chart" Requires="c14">
      <c14:style val="102"/>
    </mc:Choice>
    <mc:Fallback>
      <c:style val="2"/>
    </mc:Fallback>
  </mc:AlternateContent>
  <c:chart>
    <c:autoTitleDeleted val="1"/>
    <c:plotArea>
      <c:layout/>
      <c:scatterChart>
        <c:scatterStyle val="lineMarker"/>
        <c:varyColors val="0"/>
        <c:ser>
          <c:idx val="0"/>
          <c:order val="0"/>
          <c:tx>
            <c:strRef>
              <c:f>Sheet1!$B$1</c:f>
              <c:strCache>
                <c:ptCount val="1"/>
                <c:pt idx="0">
                  <c:v>Comedy</c:v>
                </c:pt>
              </c:strCache>
            </c:strRef>
          </c:tx>
          <c:spPr>
            <a:ln w="19050" cap="rnd">
              <a:noFill/>
              <a:round/>
            </a:ln>
            <a:effectLst/>
          </c:spPr>
          <c:marker>
            <c:symbol val="circle"/>
            <c:size val="5"/>
            <c:spPr>
              <a:solidFill>
                <a:schemeClr val="accent1"/>
              </a:solidFill>
              <a:ln w="9525">
                <a:solidFill>
                  <a:schemeClr val="accent1"/>
                </a:solidFill>
              </a:ln>
              <a:effectLst/>
            </c:spPr>
          </c:marker>
          <c:dLbls>
            <c:dLbl>
              <c:idx val="0"/>
              <c:layout/>
              <c:tx>
                <c:rich>
                  <a:bodyPr/>
                  <a:lstStyle/>
                  <a:p>
                    <a:r>
                      <a:rPr lang="en-US"/>
                      <a:t>(100,</a:t>
                    </a:r>
                    <a:fld id="{76315DF3-E04A-4E58-95A5-BF7820D49F74}" type="YVALUE">
                      <a:rPr lang="en-US" smtClean="0"/>
                      <a:pPr/>
                      <a:t>[Y VALUE]</a:t>
                    </a:fld>
                    <a:r>
                      <a:rPr lang="en-US"/>
                      <a:t>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0-9F3E-4F06-9CE6-5915C423B954}"/>
                </c:ext>
              </c:extLst>
            </c:dLbl>
            <c:dLbl>
              <c:idx val="1"/>
              <c:layout/>
              <c:tx>
                <c:rich>
                  <a:bodyPr/>
                  <a:lstStyle/>
                  <a:p>
                    <a:r>
                      <a:rPr lang="en-US"/>
                      <a:t>(20,</a:t>
                    </a:r>
                    <a:fld id="{04DB743E-10B9-4017-A176-E78ADCA9D0E4}" type="YVALUE">
                      <a:rPr lang="en-US" smtClean="0"/>
                      <a:pPr/>
                      <a:t>[Y VALUE]</a:t>
                    </a:fld>
                    <a:r>
                      <a:rPr lang="en-US"/>
                      <a:t>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E5D6-47AC-A84D-0B085E0FB92B}"/>
                </c:ext>
              </c:extLst>
            </c:dLbl>
            <c:dLbl>
              <c:idx val="2"/>
              <c:layout/>
              <c:tx>
                <c:rich>
                  <a:bodyPr/>
                  <a:lstStyle/>
                  <a:p>
                    <a:r>
                      <a:rPr lang="en-US" dirty="0"/>
                      <a:t>(90,</a:t>
                    </a:r>
                    <a:fld id="{0C8B0455-4904-4327-B176-1DAFF86EA136}" type="YVALUE">
                      <a:rPr lang="en-US" smtClean="0"/>
                      <a:pPr/>
                      <a:t>[Y VALUE]</a:t>
                    </a:fld>
                    <a:r>
                      <a:rPr lang="en-US" dirty="0"/>
                      <a:t>)</a:t>
                    </a:r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  <c15:dlblFieldTable/>
                  <c15:showDataLabelsRange val="0"/>
                </c:ext>
                <c:ext xmlns:c16="http://schemas.microsoft.com/office/drawing/2014/chart" uri="{C3380CC4-5D6E-409C-BE32-E72D297353CC}">
                  <c16:uniqueId val="{00000001-9F3E-4F06-9CE6-5915C423B954}"/>
                </c:ext>
              </c:extLst>
            </c:dLbl>
            <c:dLbl>
              <c:idx val="3"/>
              <c:layout/>
              <c:tx>
                <c:rich>
                  <a:bodyPr/>
                  <a:lstStyle/>
                  <a:p>
                    <a:r>
                      <a:rPr lang="en-US"/>
                      <a:t>(10,85)</a:t>
                    </a:r>
                    <a:endParaRPr lang="en-US" dirty="0"/>
                  </a:p>
                </c:rich>
              </c:tx>
              <c:dLblPos val="t"/>
              <c:showLegendKey val="0"/>
              <c:showVal val="1"/>
              <c:showCatName val="0"/>
              <c:showSerName val="0"/>
              <c:showPercent val="0"/>
              <c:showBubbleSize val="0"/>
              <c:extLst>
                <c:ext xmlns:c15="http://schemas.microsoft.com/office/drawing/2012/chart" uri="{CE6537A1-D6FC-4f65-9D91-7224C49458BB}">
                  <c15:layout/>
                </c:ext>
                <c:ext xmlns:c16="http://schemas.microsoft.com/office/drawing/2014/chart" uri="{C3380CC4-5D6E-409C-BE32-E72D297353CC}">
                  <c16:uniqueId val="{00000000-E5D6-47AC-A84D-0B085E0FB92B}"/>
                </c:ext>
              </c:extLst>
            </c:dLbl>
            <c:spPr>
              <a:noFill/>
              <a:ln>
                <a:noFill/>
              </a:ln>
              <a:effectLst/>
            </c:spPr>
            <c:txPr>
              <a:bodyPr rot="0" spcFirstLastPara="0" vertOverflow="ellipsis" vert="horz" wrap="square" lIns="38100" tIns="19050" rIns="38100" bIns="19050" anchor="ctr" anchorCtr="1"/>
              <a:lstStyle/>
              <a:p>
                <a:pPr>
                  <a:defRPr lang="en-US" sz="1800" b="0" i="0" u="none" strike="noStrike" kern="1200" baseline="0">
                    <a:solidFill>
                      <a:schemeClr val="tx1">
                        <a:lumMod val="75000"/>
                        <a:lumOff val="2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endParaRPr lang="en-US"/>
              </a:p>
            </c:txPr>
            <c:dLblPos val="t"/>
            <c:showLegendKey val="0"/>
            <c:showVal val="1"/>
            <c:showCatName val="0"/>
            <c:showSerName val="0"/>
            <c:showPercent val="0"/>
            <c:showBubbleSize val="0"/>
            <c:showLeaderLines val="0"/>
            <c:extLst>
              <c:ext xmlns:c15="http://schemas.microsoft.com/office/drawing/2012/chart" uri="{CE6537A1-D6FC-4f65-9D91-7224C49458BB}">
                <c15:showLeaderLines val="1"/>
                <c15:leaderLines>
                  <c:spPr>
                    <a:ln w="9525" cap="flat" cmpd="sng" algn="ctr">
                      <a:solidFill>
                        <a:schemeClr val="tx1">
                          <a:lumMod val="35000"/>
                          <a:lumOff val="65000"/>
                        </a:schemeClr>
                      </a:solidFill>
                      <a:round/>
                    </a:ln>
                    <a:effectLst/>
                  </c:spPr>
                </c15:leaderLines>
              </c:ext>
            </c:extLst>
          </c:dLbls>
          <c:xVal>
            <c:numRef>
              <c:f>Sheet1!$A$2:$A$5</c:f>
              <c:numCache>
                <c:formatCode>General</c:formatCode>
                <c:ptCount val="4"/>
                <c:pt idx="0">
                  <c:v>100</c:v>
                </c:pt>
                <c:pt idx="1">
                  <c:v>20</c:v>
                </c:pt>
                <c:pt idx="2">
                  <c:v>90</c:v>
                </c:pt>
                <c:pt idx="3">
                  <c:v>10</c:v>
                </c:pt>
              </c:numCache>
            </c:numRef>
          </c:xVal>
          <c:yVal>
            <c:numRef>
              <c:f>Sheet1!$B$2:$B$5</c:f>
              <c:numCache>
                <c:formatCode>General</c:formatCode>
                <c:ptCount val="4"/>
                <c:pt idx="0">
                  <c:v>15</c:v>
                </c:pt>
                <c:pt idx="1">
                  <c:v>95</c:v>
                </c:pt>
                <c:pt idx="2">
                  <c:v>5</c:v>
                </c:pt>
                <c:pt idx="3">
                  <c:v>85</c:v>
                </c:pt>
              </c:numCache>
            </c:numRef>
          </c:yVal>
          <c:smooth val="0"/>
          <c:extLst>
            <c:ext xmlns:c16="http://schemas.microsoft.com/office/drawing/2014/chart" uri="{C3380CC4-5D6E-409C-BE32-E72D297353CC}">
              <c16:uniqueId val="{00000000-F97E-4439-AB6C-86B23B20E164}"/>
            </c:ext>
          </c:extLst>
        </c:ser>
        <c:dLbls>
          <c:showLegendKey val="0"/>
          <c:showVal val="1"/>
          <c:showCatName val="0"/>
          <c:showSerName val="0"/>
          <c:showPercent val="0"/>
          <c:showBubbleSize val="0"/>
        </c:dLbls>
        <c:axId val="288078482"/>
        <c:axId val="498262608"/>
      </c:scatterChart>
      <c:valAx>
        <c:axId val="288078482"/>
        <c:scaling>
          <c:orientation val="minMax"/>
        </c:scaling>
        <c:delete val="0"/>
        <c:axPos val="b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0" spcFirstLastPara="0" vertOverflow="ellipsis" vert="horz" wrap="square" anchor="ctr" anchorCtr="1"/>
              <a:lstStyle/>
              <a:p>
                <a:pPr defTabSz="914400">
                  <a:defRPr lang="en-US" sz="1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2000" dirty="0"/>
                  <a:t>Action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0" spcFirstLastPara="0" vertOverflow="ellipsis" vert="horz" wrap="square" anchor="ctr" anchorCtr="1"/>
            <a:lstStyle/>
            <a:p>
              <a:pPr defTabSz="914400">
                <a:defRPr lang="en-US" sz="1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498262608"/>
        <c:crosses val="autoZero"/>
        <c:crossBetween val="midCat"/>
      </c:valAx>
      <c:valAx>
        <c:axId val="498262608"/>
        <c:scaling>
          <c:orientation val="minMax"/>
        </c:scaling>
        <c:delete val="0"/>
        <c:axPos val="l"/>
        <c:majorGridlines>
          <c:spPr>
            <a:ln w="9525" cap="flat" cmpd="sng" algn="ctr">
              <a:solidFill>
                <a:schemeClr val="tx1">
                  <a:lumMod val="15000"/>
                  <a:lumOff val="85000"/>
                </a:schemeClr>
              </a:solidFill>
              <a:round/>
            </a:ln>
            <a:effectLst/>
          </c:spPr>
        </c:majorGridlines>
        <c:title>
          <c:tx>
            <c:rich>
              <a:bodyPr rot="-5400000" spcFirstLastPara="0" vertOverflow="ellipsis" vert="horz" wrap="square" anchor="ctr" anchorCtr="1"/>
              <a:lstStyle/>
              <a:p>
                <a:pPr defTabSz="914400">
                  <a:defRPr lang="en-US" sz="2000" b="0" i="0" u="none" strike="noStrike" kern="1200" baseline="0">
                    <a:solidFill>
                      <a:schemeClr val="tx1">
                        <a:lumMod val="65000"/>
                        <a:lumOff val="35000"/>
                      </a:schemeClr>
                    </a:solidFill>
                    <a:latin typeface="+mn-lt"/>
                    <a:ea typeface="+mn-ea"/>
                    <a:cs typeface="+mn-cs"/>
                  </a:defRPr>
                </a:pPr>
                <a:r>
                  <a:rPr lang="en-IN" sz="2000"/>
                  <a:t>Comedy</a:t>
                </a:r>
              </a:p>
            </c:rich>
          </c:tx>
          <c:layout/>
          <c:overlay val="0"/>
          <c:spPr>
            <a:noFill/>
            <a:ln>
              <a:noFill/>
            </a:ln>
            <a:effectLst/>
          </c:spPr>
          <c:txPr>
            <a:bodyPr rot="-5400000" spcFirstLastPara="0" vertOverflow="ellipsis" vert="horz" wrap="square" anchor="ctr" anchorCtr="1"/>
            <a:lstStyle/>
            <a:p>
              <a:pPr defTabSz="914400">
                <a:defRPr lang="en-US" sz="2000" b="0" i="0" u="none" strike="noStrike" kern="1200" baseline="0">
                  <a:solidFill>
                    <a:schemeClr val="tx1">
                      <a:lumMod val="65000"/>
                      <a:lumOff val="35000"/>
                    </a:schemeClr>
                  </a:solidFill>
                  <a:latin typeface="+mn-lt"/>
                  <a:ea typeface="+mn-ea"/>
                  <a:cs typeface="+mn-cs"/>
                </a:defRPr>
              </a:pPr>
              <a:endParaRPr lang="en-US"/>
            </a:p>
          </c:txPr>
        </c:title>
        <c:numFmt formatCode="General" sourceLinked="1"/>
        <c:majorTickMark val="none"/>
        <c:minorTickMark val="none"/>
        <c:tickLblPos val="nextTo"/>
        <c:spPr>
          <a:noFill/>
          <a:ln w="9525" cap="flat" cmpd="sng" algn="ctr">
            <a:solidFill>
              <a:schemeClr val="tx1">
                <a:lumMod val="25000"/>
                <a:lumOff val="75000"/>
              </a:schemeClr>
            </a:solidFill>
            <a:round/>
          </a:ln>
          <a:effectLst/>
        </c:spPr>
        <c:txPr>
          <a:bodyPr rot="-60000000" spcFirstLastPara="0" vertOverflow="ellipsis" vert="horz" wrap="square" anchor="ctr" anchorCtr="1"/>
          <a:lstStyle/>
          <a:p>
            <a:pPr>
              <a:defRPr lang="en-US" sz="2000" b="0" i="0" u="none" strike="noStrike" kern="1200" baseline="0">
                <a:solidFill>
                  <a:schemeClr val="tx1">
                    <a:lumMod val="65000"/>
                    <a:lumOff val="35000"/>
                  </a:schemeClr>
                </a:solidFill>
                <a:latin typeface="+mn-lt"/>
                <a:ea typeface="+mn-ea"/>
                <a:cs typeface="+mn-cs"/>
              </a:defRPr>
            </a:pPr>
            <a:endParaRPr lang="en-US"/>
          </a:p>
        </c:txPr>
        <c:crossAx val="288078482"/>
        <c:crosses val="autoZero"/>
        <c:crossBetween val="midCat"/>
      </c:valAx>
      <c:spPr>
        <a:noFill/>
        <a:ln>
          <a:noFill/>
        </a:ln>
        <a:effectLst/>
      </c:spPr>
    </c:plotArea>
    <c:plotVisOnly val="1"/>
    <c:dispBlanksAs val="gap"/>
    <c:showDLblsOverMax val="0"/>
  </c:chart>
  <c:spPr>
    <a:noFill/>
    <a:ln>
      <a:noFill/>
    </a:ln>
    <a:effectLst/>
  </c:spPr>
  <c:txPr>
    <a:bodyPr/>
    <a:lstStyle/>
    <a:p>
      <a:pPr>
        <a:defRPr lang="en-US"/>
      </a:pPr>
      <a:endParaRPr lang="en-US"/>
    </a:p>
  </c:txPr>
  <c:externalData r:id="rId3">
    <c:autoUpdate val="0"/>
  </c:externalData>
</c:chartSpace>
</file>

<file path=ppt/charts/colors1.xml><?xml version="1.0" encoding="utf-8"?>
<cs:colorStyle xmlns:cs="http://schemas.microsoft.com/office/drawing/2012/chartStyle" xmlns:a="http://schemas.openxmlformats.org/drawingml/2006/main" meth="cycle" id="10">
  <a:schemeClr val="accent1"/>
  <a:schemeClr val="accent2"/>
  <a:schemeClr val="accent3"/>
  <a:schemeClr val="accent4"/>
  <a:schemeClr val="accent5"/>
  <a:schemeClr val="accent6"/>
  <cs:variation/>
  <cs:variation>
    <a:lumMod val="60000"/>
  </cs:variation>
  <cs:variation>
    <a:lumMod val="80000"/>
    <a:lumOff val="20000"/>
  </cs:variation>
  <cs:variation>
    <a:lumMod val="80000"/>
  </cs:variation>
  <cs:variation>
    <a:lumMod val="60000"/>
    <a:lumOff val="40000"/>
  </cs:variation>
  <cs:variation>
    <a:lumMod val="50000"/>
  </cs:variation>
  <cs:variation>
    <a:lumMod val="70000"/>
    <a:lumOff val="30000"/>
  </cs:variation>
  <cs:variation>
    <a:lumMod val="70000"/>
  </cs:variation>
  <cs:variation>
    <a:lumMod val="50000"/>
    <a:lumOff val="50000"/>
  </cs:variation>
</cs:colorStyle>
</file>

<file path=ppt/charts/style1.xml><?xml version="1.0" encoding="utf-8"?>
<cs:chartStyle xmlns:cs="http://schemas.microsoft.com/office/drawing/2012/chartStyle" xmlns:a="http://schemas.openxmlformats.org/drawingml/2006/main" id="240">
  <cs:axisTitle>
    <cs:lnRef idx="0"/>
    <cs:fillRef idx="0"/>
    <cs:effectRef idx="0"/>
    <cs:fontRef idx="minor">
      <a:schemeClr val="tx1">
        <a:lumMod val="65000"/>
        <a:lumOff val="35000"/>
      </a:schemeClr>
    </cs:fontRef>
    <cs:defRPr sz="1000" kern="1200"/>
  </cs:axisTitle>
  <cs:category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categoryAxis>
  <cs:chartArea mods="allowNoFillOverride allowNoLineOverride">
    <cs:lnRef idx="0"/>
    <cs:fillRef idx="0"/>
    <cs:effectRef idx="0"/>
    <cs:fontRef idx="minor">
      <a:schemeClr val="tx1"/>
    </cs:fontRef>
    <cs:spPr>
      <a:solidFill>
        <a:schemeClr val="bg1"/>
      </a:solidFill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1000" kern="1200"/>
  </cs:chartArea>
  <cs:dataLabel>
    <cs:lnRef idx="0"/>
    <cs:fillRef idx="0"/>
    <cs:effectRef idx="0"/>
    <cs:fontRef idx="minor">
      <a:schemeClr val="tx1">
        <a:lumMod val="75000"/>
        <a:lumOff val="25000"/>
      </a:schemeClr>
    </cs:fontRef>
    <cs:defRPr sz="900" kern="1200"/>
  </cs:dataLabel>
  <cs:dataLabelCallout>
    <cs:lnRef idx="0"/>
    <cs:fillRef idx="0"/>
    <cs:effectRef idx="0"/>
    <cs:fontRef idx="minor">
      <a:schemeClr val="dk1">
        <a:lumMod val="65000"/>
        <a:lumOff val="35000"/>
      </a:schemeClr>
    </cs:fontRef>
    <cs:spPr>
      <a:solidFill>
        <a:schemeClr val="lt1"/>
      </a:solidFill>
      <a:ln>
        <a:solidFill>
          <a:schemeClr val="dk1">
            <a:lumMod val="25000"/>
            <a:lumOff val="75000"/>
          </a:schemeClr>
        </a:solidFill>
      </a:ln>
    </cs:spPr>
    <cs:defRPr sz="900" kern="1200"/>
    <cs:bodyPr rot="0" spcFirstLastPara="1" vertOverflow="clip" horzOverflow="clip" vert="horz" wrap="square" lIns="36576" tIns="18288" rIns="36576" bIns="18288" anchor="ctr" anchorCtr="1">
      <a:spAutoFit/>
    </cs:bodyPr>
  </cs:dataLabelCallout>
  <cs:dataPoint>
    <cs:lnRef idx="0"/>
    <cs:fillRef idx="1">
      <cs:styleClr val="auto"/>
    </cs:fillRef>
    <cs:effectRef idx="0"/>
    <cs:fontRef idx="minor">
      <a:schemeClr val="tx1"/>
    </cs:fontRef>
  </cs:dataPoint>
  <cs:dataPoint3D>
    <cs:lnRef idx="0"/>
    <cs:fillRef idx="1">
      <cs:styleClr val="auto"/>
    </cs:fillRef>
    <cs:effectRef idx="0"/>
    <cs:fontRef idx="minor">
      <a:schemeClr val="tx1"/>
    </cs:fontRef>
  </cs:dataPoint3D>
  <cs:dataPointLine>
    <cs:lnRef idx="0">
      <cs:styleClr val="auto"/>
    </cs:lnRef>
    <cs:fillRef idx="1"/>
    <cs:effectRef idx="0"/>
    <cs:fontRef idx="minor">
      <a:schemeClr val="tx1"/>
    </cs:fontRef>
    <cs:spPr>
      <a:ln w="19050" cap="rnd">
        <a:solidFill>
          <a:schemeClr val="phClr"/>
        </a:solidFill>
        <a:round/>
      </a:ln>
    </cs:spPr>
  </cs:dataPointLine>
  <cs:dataPointMarker>
    <cs:lnRef idx="0">
      <cs:styleClr val="auto"/>
    </cs:lnRef>
    <cs:fillRef idx="1">
      <cs:styleClr val="auto"/>
    </cs:fillRef>
    <cs:effectRef idx="0"/>
    <cs:fontRef idx="minor">
      <a:schemeClr val="tx1"/>
    </cs:fontRef>
    <cs:spPr>
      <a:ln w="9525">
        <a:solidFill>
          <a:schemeClr val="phClr"/>
        </a:solidFill>
      </a:ln>
    </cs:spPr>
  </cs:dataPointMarker>
  <cs:dataPointMarkerLayout symbol="circle" size="5"/>
  <cs:dataPointWireframe>
    <cs:lnRef idx="0">
      <cs:styleClr val="auto"/>
    </cs:lnRef>
    <cs:fillRef idx="0"/>
    <cs:effectRef idx="0"/>
    <cs:fontRef idx="minor">
      <a:schemeClr val="dk1"/>
    </cs:fontRef>
    <cs:spPr>
      <a:ln w="9525" cap="rnd">
        <a:solidFill>
          <a:schemeClr val="phClr"/>
        </a:solidFill>
        <a:round/>
      </a:ln>
    </cs:spPr>
  </cs:dataPointWireframe>
  <cs:dataTable>
    <cs:lnRef idx="0"/>
    <cs:fillRef idx="0"/>
    <cs:effectRef idx="0"/>
    <cs:fontRef idx="minor">
      <a:schemeClr val="tx1">
        <a:lumMod val="65000"/>
        <a:lumOff val="35000"/>
      </a:schemeClr>
    </cs:fontRef>
    <cs:spPr>
      <a:noFill/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  <cs:defRPr sz="900" kern="1200"/>
  </cs:dataTable>
  <cs:downBar>
    <cs:lnRef idx="0"/>
    <cs:fillRef idx="0"/>
    <cs:effectRef idx="0"/>
    <cs:fontRef idx="minor">
      <a:schemeClr val="tx1"/>
    </cs:fontRef>
    <cs:spPr>
      <a:solidFill>
        <a:schemeClr val="dk1">
          <a:lumMod val="75000"/>
          <a:lumOff val="25000"/>
        </a:schemeClr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downBar>
  <cs:drop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dropLine>
  <cs:errorBa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errorBar>
  <cs:floor>
    <cs:lnRef idx="0"/>
    <cs:fillRef idx="0"/>
    <cs:effectRef idx="0"/>
    <cs:fontRef idx="minor">
      <a:schemeClr val="tx1"/>
    </cs:fontRef>
    <cs:spPr>
      <a:noFill/>
      <a:ln>
        <a:noFill/>
      </a:ln>
    </cs:spPr>
  </cs:floor>
  <cs:gridlineMaj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15000"/>
            <a:lumOff val="85000"/>
          </a:schemeClr>
        </a:solidFill>
        <a:round/>
      </a:ln>
    </cs:spPr>
  </cs:gridlineMajor>
  <cs:gridlineMinor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"/>
            <a:lumOff val="95000"/>
          </a:schemeClr>
        </a:solidFill>
        <a:round/>
      </a:ln>
    </cs:spPr>
  </cs:gridlineMinor>
  <cs:hiLo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50000"/>
            <a:lumOff val="50000"/>
          </a:schemeClr>
        </a:solidFill>
        <a:round/>
      </a:ln>
    </cs:spPr>
  </cs:hiLoLine>
  <cs:leader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leaderLine>
  <cs:legend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legend>
  <cs:plotArea mods="allowNoFillOverride allowNoLineOverride">
    <cs:lnRef idx="0"/>
    <cs:fillRef idx="0"/>
    <cs:effectRef idx="0"/>
    <cs:fontRef idx="minor">
      <a:schemeClr val="tx1"/>
    </cs:fontRef>
  </cs:plotArea>
  <cs:plotArea3D mods="allowNoFillOverride allowNoLineOverride">
    <cs:lnRef idx="0"/>
    <cs:fillRef idx="0"/>
    <cs:effectRef idx="0"/>
    <cs:fontRef idx="minor">
      <a:schemeClr val="tx1"/>
    </cs:fontRef>
  </cs:plotArea3D>
  <cs:seriesAxis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seriesAxis>
  <cs:seriesLine>
    <cs:lnRef idx="0"/>
    <cs:fillRef idx="0"/>
    <cs:effectRef idx="0"/>
    <cs:fontRef idx="minor">
      <a:schemeClr val="tx1"/>
    </cs:fontRef>
    <cs:spPr>
      <a:ln w="9525" cap="flat" cmpd="sng" algn="ctr">
        <a:solidFill>
          <a:schemeClr val="tx1">
            <a:lumMod val="35000"/>
            <a:lumOff val="65000"/>
          </a:schemeClr>
        </a:solidFill>
        <a:round/>
      </a:ln>
    </cs:spPr>
  </cs:seriesLine>
  <cs:title>
    <cs:lnRef idx="0"/>
    <cs:fillRef idx="0"/>
    <cs:effectRef idx="0"/>
    <cs:fontRef idx="minor">
      <a:schemeClr val="tx1">
        <a:lumMod val="65000"/>
        <a:lumOff val="35000"/>
      </a:schemeClr>
    </cs:fontRef>
    <cs:defRPr sz="1400" b="0" kern="1200" spc="0" baseline="0"/>
  </cs:title>
  <cs:trendline>
    <cs:lnRef idx="0">
      <cs:styleClr val="auto"/>
    </cs:lnRef>
    <cs:fillRef idx="0"/>
    <cs:effectRef idx="0"/>
    <cs:fontRef idx="minor">
      <a:schemeClr val="tx1"/>
    </cs:fontRef>
    <cs:spPr>
      <a:ln w="19050" cap="rnd">
        <a:solidFill>
          <a:schemeClr val="phClr"/>
        </a:solidFill>
        <a:prstDash val="sysDot"/>
      </a:ln>
    </cs:spPr>
  </cs:trendline>
  <cs:trendlineLabel>
    <cs:lnRef idx="0"/>
    <cs:fillRef idx="0"/>
    <cs:effectRef idx="0"/>
    <cs:fontRef idx="minor">
      <a:schemeClr val="tx1">
        <a:lumMod val="65000"/>
        <a:lumOff val="35000"/>
      </a:schemeClr>
    </cs:fontRef>
    <cs:defRPr sz="900" kern="1200"/>
  </cs:trendlineLabel>
  <cs:upBar>
    <cs:lnRef idx="0"/>
    <cs:fillRef idx="0"/>
    <cs:effectRef idx="0"/>
    <cs:fontRef idx="minor">
      <a:schemeClr val="tx1"/>
    </cs:fontRef>
    <cs:spPr>
      <a:solidFill>
        <a:schemeClr val="lt1"/>
      </a:solidFill>
      <a:ln w="9525" cap="flat" cmpd="sng" algn="ctr">
        <a:solidFill>
          <a:schemeClr val="tx1">
            <a:lumMod val="65000"/>
            <a:lumOff val="35000"/>
          </a:schemeClr>
        </a:solidFill>
        <a:round/>
      </a:ln>
    </cs:spPr>
  </cs:upBar>
  <cs:valueAxis>
    <cs:lnRef idx="0"/>
    <cs:fillRef idx="0"/>
    <cs:effectRef idx="0"/>
    <cs:fontRef idx="minor">
      <a:schemeClr val="tx1">
        <a:lumMod val="65000"/>
        <a:lumOff val="35000"/>
      </a:schemeClr>
    </cs:fontRef>
    <cs:spPr>
      <a:ln w="9525" cap="flat" cmpd="sng" algn="ctr">
        <a:solidFill>
          <a:schemeClr val="tx1">
            <a:lumMod val="25000"/>
            <a:lumOff val="75000"/>
          </a:schemeClr>
        </a:solidFill>
        <a:round/>
      </a:ln>
    </cs:spPr>
    <cs:defRPr sz="900" kern="1200"/>
  </cs:valueAxis>
  <cs:wall>
    <cs:lnRef idx="0"/>
    <cs:fillRef idx="0"/>
    <cs:effectRef idx="0"/>
    <cs:fontRef idx="minor">
      <a:schemeClr val="tx1"/>
    </cs:fontRef>
    <cs:spPr>
      <a:noFill/>
      <a:ln>
        <a:noFill/>
      </a:ln>
    </cs:spPr>
  </cs:wall>
</cs:chartStyle>
</file>

<file path=ppt/ink/ink1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31T15:23:06.894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7291 7177 143 0,'0'-1'373'0,"0"-1"-53"0,-1-1-56 15,-1 3-49-15,2-1-27 0,-3 1-11 0,0-2 8 0,0 1 21 16,2-2 26-16,-1 3 27 0,0-2 23 0,-1-1 10 0,1 2 2 16,1-3 5-16,-1 3 8 0,1 0 7 0,-1 1 5 15,-1-1-10-15,-2 1-16 0,1 0-17 0,-1 0-20 0,2 0-27 16,-1-2-34-16,1 2-40 0,0 0-40 0,1 0-24 0,2 0-15 15,-1 0-6-15,1 0-2 0,0 0-3 0,0 0-1 16,1 0-2-16,-1 0-1 0,2 0-3 0,1 0-2 0,0 0 0 16,1 0-1-16,-3 0 1 0,2 0 1 0,2 0 0 0,1-2-2 15,2 1 0-15,2-1-1 0,2 1-1 0,-2-1-2 16,1 2-6-16,3-1-8 0,-1-1-5 0,2-1-3 0,0 2-5 16,4-2-6-16,-3-2-6 0,4 3-3 0,-1-4-4 15,0 2-1-15,2-2 1 0,-4 0-4 0,4 1-1 0,-4 1 2 16,-1 0 1-16,-1-1-1 0,-2 0-2 0,0 3-9 15,-2-3-16-15,-3 1-16 0,0 4-26 0,-2-3-32 0,-1 1-36 16,-2 1-42-16,-3-1-61 0,0 2-78 0,-2 0-79 0,-1 0-119 16,0-1-88-16,-3-1-59 0,1 1-58 0,-3-1-66 15,0 1-95-15,-3-2-12 0,0-2 47 0</inkml:trace>
  <inkml:trace contextRef="#ctx0" brushRef="#br0" timeOffset="234.0071">7424 6991 209 0,'-1'0'605'15,"-1"0"-76"-15,1 0-91 0,-1-1-63 0,0 1-32 16,2 0-16-16,0 0-11 0,0 0-7 0,2 0-3 16,0 0-14-16,-1 0-21 0,-1 0-21 0,3 0-20 0,-1 0-1 0,3 1 4 15,-2 1-7-15,5-1-16 0,-2 2-18 0,0 1-19 16,4-2-23-16,-1 1-27 0,1 2-36 0,1-2-33 0,0 0-20 16,0 1-12-16,-3-1-5 0,1 3-5 0,-1-1-3 15,-3-1-3-15,2 2-1 0,-3 2-2 0,-2-2-1 0,1 0-1 16,-3 1 0-16,-3 2 0 0,-2 0 0 0,-3 2 0 15,0-1-21-15,-3 1-44 0,-3 1-77 0,-2-2-83 0,2 2-140 16,-2-1-128-16,3-4-125 0,2 2-163 0,-1-2-143 16,2 1-52-16,-1 0 25 0,0-4 53 0</inkml:trace>
  <inkml:trace contextRef="#ctx0" brushRef="#br0" timeOffset="1255.4674">12206 3911 513 0,'1'-4'642'0,"1"3"-80"16,2-2-97-16,-4 0-71 0,2-1-41 0,-1 0-28 15,1 1-16-15,1-1-4 0,-1 1 3 0,1 1 5 16,0 1-4-16,-1-1-12 0,0-1-16 0,-2 2-15 0,1-1-22 0,-1 0-31 16,2 1-36-16,-1-3-39 0,-1 4-34 0,2-2-25 15,-2 1-15-15,2-1-12 0,0 2-9 0,0-2-6 0,0 2-7 16,-2 0-8-16,1 0-5 0,-1 2-5 0,3-2-3 15,-1 2-3-15,0 1 2 0,-1 0-1 0,1 1 3 0,-1 2 0 16,1 1 3-16,-2 1 1 0,0 1 3 0,0 2 3 0,0-1-1 16,0 2 2-16,0 0-2 0,-2 2 1 0,2-2 2 15,0-2 1-15,0 1-2 0,2-1-1 0,-2 1-1 0,2-1-2 16,-1-2 0-16,2-1-1 0,-1-1-3 0,1-1-3 16,3-1 1-16,-1-1 0 0,1-1 1 0,1-2 1 0,4-2 0 15,1-2-2-15,4-1 0 0,0-2-1 0,4-2-2 0,-2-2-3 16,4 1-3-16,0-2-7 0,-1-2-8 0,-1 1-8 15,-1 1-12-15,-1 0-13 0,-3 0-13 0,0 3-16 16,0-2-18-16,-5 2-27 0,0 0-55 0,-3 2-73 0,-2 1-72 16,-3-2-110-16,-1 0-95 0,1 3-72 0,0-4-80 15,-2 0-110-15,0 1-93 0,-2 1-5 0,0 1 36 0</inkml:trace>
  <inkml:trace contextRef="#ctx0" brushRef="#br0" timeOffset="1587.0441">12436 3779 563 0,'-1'1'726'0,"-1"0"-58"16,1-1-140-16,-3 1-110 0,2 1-84 0,0-2-66 0,2 2-41 15,0-1-34-15,-2 2-26 0,2 2-17 0,-1-1-3 0,-1 4 7 16,1 1 13-16,-3 0 25 0,0 1 20 0,-3 1 8 0,2 2 2 15,-2-1-9-15,2 2-17 0,0-3-27 0,0 4-29 16,0-2-37-16,-2-1-33 0,2 1-21 0,2-1-15 16,1-1-7-16,-1-1-4 0,3-2-1 0,0-2 5 15,0 1 3-15,3-1 5 0,2-1 8 0,4-2 11 0,1-2 1 0,1-2 1 16,6-2-2-16,1-2-5 0,2-2-7 0,4-2-8 0,1 0-8 16,2-3-9-16,0 0-7 0,0 0-3 0,2 0-5 15,-1 0-12-15,-3 0-17 0,2 0-18 0,-5 1-26 16,-1 2-47-16,-4 2-97 0,-1-2-102 0,-2 1-161 0,-1-2-142 15,-1 1-209-15,-2 0-150 0,-2-2-71 0,-2 5-4 0,-2-1 74 16</inkml:trace>
  <inkml:trace contextRef="#ctx0" brushRef="#br0" timeOffset="2431.5911">18389 4074 651 0,'0'-3'786'0,"0"0"-11"0,0-2-152 0,0 3-119 0,0-3-67 16,0 2-30-16,0 0-18 0,0 1-21 0,0-1-23 15,0 1-21-15,2 0-26 0,0 0-38 0,-2 1-61 0,1-1-68 16,-1 1-55-16,2 1-33 0,-1-1-21 0,-1-1-12 0,2 2-7 16,-2 2-2-16,3-1 1 0,-2 3 0 0,-1 0 2 15,2 1 3-15,-2 3 4 0,0-1 3 0,0 2 5 0,0 1 1 16,0 1 4-16,1-2 4 0,-1 2 2 0,2-2 3 0,1 1-1 15,1-1 0-15,-3-4 2 0,2 4-2 0,1-2-1 0,0-2-3 16,2-1-1-16,-1 0-2 0,2 0 0 0,-1-1 0 16,4-1 0-16,-1-1 0 0,0-1-3 0,1 0-2 0,6-1-4 15,-3-1-3-15,0-1-7 0,4-2-10 0,-4 0-15 16,2 0-17-16,0-2-22 0,-3 0-28 0,-3 0-45 0,2-1-76 16,-3 1-79-16,-1-1-89 0,-3 1-109 0,1-4-85 0,1 2-62 15,-3 0-64-15,-1-3-59 0,-2 1-75 0,-2 0-16 16,-2 2 45-16</inkml:trace>
  <inkml:trace contextRef="#ctx0" brushRef="#br0" timeOffset="2626.9387">18509 3963 526 0,'-1'-2'693'0,"-1"2"-87"16,2-1-108-16,0 1-83 0,0-2-50 0,2 1-32 0,-1 1-9 16,-1 0 13-16,2 0 21 0,-2 0 3 0,3 3-17 0,-1 0-19 15,0 0-21-15,-1 1-24 0,1 1-38 0,-1 1-45 0,1 0-54 16,1 1-35-16,-3 2-21 0,1 0-15 0,-1 0-8 15,2 2-11-15,-1 0-9 0,1 2-10 0,0-1-10 16,1 0-7-16,0-2-17 0,4 2-25 0,-1-1-34 0,0 1-66 16,-1-2-105-16,0 1-150 0,3-2-165 0,-2-5-179 0,6-1-224 15,-4-1-104-15,0-2-35 0,-2 5 27 0</inkml:trace>
  <inkml:trace contextRef="#ctx0" brushRef="#br0" timeOffset="8210.4331">21163 1395 378 0,'-4'-3'802'0,"1"3"50"15,2-3-86-15,-1 1-92 0,0 0-78 0,-1 2-76 0,2-1-59 16,-3 0-38-16,2-1-39 0,2-1-39 0,-2 2-53 15,0-2-74-15,2 3-64 0,0-2-43 0,0 1-29 0,0 1-18 16,0 0-16-16,0 0-9 0,0 1-12 0,0 1-9 16,0-2-6-16,-1 4-3 0,-1 2-3 0,-1 2-6 0,0 3 1 0,0 1 4 15,-4 4 5-15,2 0 4 0,-1 2 4 0,0 0 1 16,0 2 0-16,-1-1 1 0,1 1-1 0,-2 2 1 16,3-2-2-16,1-1 0 0,-3-1-1 0,2-1 0 0,1-1-1 15,-1-1 2-15,2-1 0 0,-2-5 1 0,3 2-2 0,-1-4 1 16,2 2 8-16,1-5 7 0,-2 1 11 0,0-2 14 0,2-2 15 15,0-1 15-15,0 0 13 0,0-2 7 0,0-3-51 16,0-3-57-16,0-1 0 0,0-1 0 0,0-4 0 0,0-1 0 16,2-1 0-16,0-4 0 0,1 1 0 0,0-4 0 15,0-1 0-15,2-3 0 0,0 0 0 0,1-1 0 0,-1-2 0 16,1 0 0-16,2-3 0 0,0 4 0 0,0 1 0 16,0 0 0-16,1 2 0 0,0 0 0 0,0 4 0 0,-1 1 0 15,0 1 0-15,-1 4 0 0,1 0 0 0,-1 5 0 0,-3 1 0 16,1 1 0-16,1 0 0 0,-3 5 0 0,2 0 0 0,-2 1 0 15,1 1 0-15,1 2 0 0,-1 2 0 0,5 2 0 0,-1 1 0 16,1 2 0-16,3 2 0 0,-2 3 0 0,-1 1 0 16,3 3 0-16,-2 0 0 0,1 2 0 0,0 0 0 0,-3 1 0 15,2 1 0-15,1 1 0 0,-3-2 0 0,0 1 0 0,-2 1 0 16,3-1 0-16,-1 1 0 0,-1-2 0 0,-2 1 0 0,-1-2 0 16,2-2 0-16,-3-1 0 0,2-3 0 0,-2-1 0 0,2-1 0 15,-1-1-191-15,-4 2-70 0,0-1-65 0,-4-1-76 16,1 0-106-16,0-3-122 0,0-1-91 0,-2-4-108 15,-3-1-159-15,0-1-56 0,-1-1 31 0,-4-1 68 0</inkml:trace>
  <inkml:trace contextRef="#ctx0" brushRef="#br0" timeOffset="8383.027">21065 1537 151 0,'-5'0'769'16,"1"0"39"-16,1-1-75 0,3 1-79 0,0-2-38 15,0-1-45-15,2 2-53 0,1-2-63 0,4 0-61 0,-1-2-53 16,5-1-60-16,-2 0-76 0,6 0-79 0,0 0-50 0,1-3-33 15,3 1-19-15,0 3-9 0,-1-3-9 0,4 1-16 16,-5-1-18-16,4 2-32 0,-3 0-59 0,-1 2-79 0,-2 0-81 16,0-1-126-16,0 0-107 0,0-1-79 0,0 0-76 15,0 0-83-15,-1 0-114 0,-2 0-18 0,1 0 35 0</inkml:trace>
  <inkml:trace contextRef="#ctx0" brushRef="#br0" timeOffset="8732.1869">21823 1141 185 0,'-1'-6'816'15,"-4"-1"58"-15,4 2 9 0,-1-1-95 0,2 2-105 0,-1-1-95 16,-1 0-73-16,2 1-52 0,0 0-36 0,2 1-42 0,-1-2-68 15,-1 2-76-15,0 0-54 0,0 2-39 0,0-1-28 0,0 1-22 16,0 1-19-16,0 0-18 0,0 0-16 0,0 0-13 0,0 1-11 16,0 2-8-16,-1 1-9 0,-1 3-4 0,0 0-3 0,2 4 1 15,-3 2 1-15,1 3 2 0,-1 3-1 0,0 0 2 16,-2 2 2-16,-1 3 2 0,2 0-1 0,-1 0 0 0,-2 3 0 16,-1 0-3-16,2 0 1 0,0 0-2 0,-1 2 0 15,3-5 2-15,-1 2-3 0,2-5-9 0,-1 4-14 16,2-6-18-16,-3 1-29 0,3-2-35 0,1-2-39 0,-3-1-58 15,1-1-92-15,2-2-84 0,-3-3-125 0,3-2-113 0,4-2-100 16,0-4-131-16,4-2-134 0,3-4-41 0,-2 0 40 16,2 0 66-16</inkml:trace>
  <inkml:trace contextRef="#ctx0" brushRef="#br0" timeOffset="9010.0914">22168 1328 460 0,'3'-5'916'0,"-1"-1"104"0,-1-1-34 16,-1 4-131-16,0-4-131 0,0 1-125 0,0 1-81 0,-1 0-61 16,-1 1-73-16,2-2-89 0,-1 2-65 0,-3 1-44 15,1 1-37-15,2 1-31 0,1 1-26 0,-2 0-25 0,-1 0-21 16,3 1-14-16,-3 3-12 0,-2 0-10 0,-1 4-5 16,-4 2-3-16,-1 2 0 0,-1 2 3 0,-2 2 6 0,2 2-10 15,-1 0-1-15,1 2 0 0,3-1 0 0,0 1 0 0,2 1 0 16,1-2 0-16,2-1 0 0,4 0 0 0,2 0 0 15,1-1 0-15,6-3 0 0,1 3 0 0,1-3 0 0,6-2 0 0,3 0 0 16,0 0 0-16,5-4 0 0,4 0 0 0,-1-2 0 16,4-2-92-16,-2 1-167 0,-3 0-156 0,3-5-228 15,0 0-302-15,-5-5-186 0,2-1-85 0,-6 2-12 0,-3-1 31 16</inkml:trace>
  <inkml:trace contextRef="#ctx0" brushRef="#br0" timeOffset="11809.7069">11753 6918 291 0,'-1'-5'635'0,"-1"-1"-14"0,2 2-105 0,0-1-101 0,0 2-61 16,0 0-41-16,2 0-21 0,-1 0 5 0,-1 0 18 0,2 2 4 16,-1-1-8-16,-1-1-13 0,2 2-19 0,1-3-18 15,-1 2-18-15,-1 0-31 0,1 1-35 0,1-2-28 16,-1 1-26-16,1 1-20 0,-1-1-17 0,-1 2-10 0,1-1-7 15,-2-1-5-15,3 2-3 0,-2 0-6 0,-1 0-4 0,2 0-12 16,-1 0-4-16,-1 2-5 0,0-1-6 0,0-1-6 0,0 2-1 16,0 1 6-16,0 0 9 0,2 2 12 0,0 3 2 15,-1 0 2-15,-1-2-1 0,2 3 3 0,0 0-4 16,-2 0-6-16,1 1-12 0,-1-1-4 0,2 0-4 0,-1-1 0 16,1 0 0-16,0 1 1 0,-1 0 0 0,2-2-1 0,-1 0-2 15,2 0-1-15,1 0-1 0,-2-1 3 0,2-2-2 0,0-1 0 16,1 2-2-16,0-2 1 0,-1-2 0 0,0 1-2 15,0-1-1-15,0-1-1 0,1 0-4 0,0-1 1 0,2-1-1 16,-2 1-1-16,1-2-1 0,-1 0 0 0,3-1-1 16,-2 2-3-16,1-3-2 0,-2 1-7 0,3-3-9 0,-2 2-17 15,-1-3-17-15,-1 2-21 0,3-1-20 0,-4-3-27 0,1 2-20 16,0-3-35-16,0 1-57 0,-2-1-66 0,-1 1-78 16,-1 1-103-16,1-2-84 0,-2 1-55 0,-2 1-41 0,1 0-16 15,-2 0 0-15,-2 1 3 0,0 1-9 0,-2-1 27 16,-2 3 51-16</inkml:trace>
  <inkml:trace contextRef="#ctx0" brushRef="#br0" timeOffset="12158.1876">11831 6790 453 0,'-2'0'457'16,"-1"0"-72"-16,0 0-76 0,1 0-53 0,2 0-23 0,-1 0 0 16,-1 1 13-16,2-1 10 0,0 0 7 0,0 0 1 0,2 0-2 15,-1 0-1-15,-1 0 10 0,0 0 27 0,0 4 13 16,0-3 3-16,-1 4-4 0,-1 0-7 0,2-1-8 0,-2 0-18 15,2 2-36-15,-1 2-59 0,-1-1-46 0,2 1-25 16,-1 1-12-16,-2 0-8 0,3 1-8 0,-2 1-8 0,2-1-7 0,-1 1-4 16,1-1-4-16,0-1-9 0,0 0-10 0,0 0-6 15,1 0-6-15,-1-1-3 0,2-1-5 0,-2-1-4 16,3 0-3-16,-2 1-1 0,2-4-3 0,-1 2 0 0,1-2-1 16,-1 0 4-16,3-1 1 0,1 0 5 0,-1-1 2 0,4-1 5 15,-1-1 3-15,0-1 1 0,1-1-2 16,3 0-2-16,-1-2-2 0,1 1-4 0,1-1-5 0,1 0-4 15,-3-2-5-15,2 3-2 0,1-3-7 0,-3 0-8 0,2 3-9 16,-2-2-11-16,0 0-13 0,-2 0-15 0,-1 1-18 0,0 1-22 16,0-1-20-16,0 2-20 0,-3-1-21 0,0 1-38 15,-1 0-59-15,-2 0-61 0,1 1-79 0,0 1-108 0,-3-1-88 16,2-1-83-16,-2-1-110 0,0 2-106 0,0 2-23 0,-2-1 27 16,1 1 69-16</inkml:trace>
  <inkml:trace contextRef="#ctx0" brushRef="#br0" timeOffset="13477.3649">17869 6877 258 0,'2'-3'595'0,"-1"-1"-62"0,-1 1-85 0,2 0-71 15,-2 1-41-15,2 1-24 0,-2-2-16 0,1-1-3 0,-1 2 5 16,3 1 9-16,-1-1 7 0,-1 0-4 0,-1 1-3 15,2-1-9-15,-1 2-8 0,-1-1-16 0,2-1-21 0,-2 2-30 16,0-1-31-16,2 1-30 0,-2 0-26 0,0 0-13 0,0-2-11 16,0 2-9-16,0-2-4 0,0 2-5 0,0 0-10 15,0 0-7-15,0 0-13 0,-2 2-9 0,0 0-12 0,2-2-9 16,-1 1-9-16,1 1-8 0,-2-1-5 0,2 2-3 16,-1-1 3-16,-4 2 0 0,4 2 1 0,-1 0 4 0,-1 1 3 15,1 1 3-15,-1 0 1 0,1 1 2 0,1-2-3 16,-1 2 1-16,2-1-2 0,0-1-3 0,0 1-2 0,2-3-3 15,-1 3-2-15,1-1-2 0,0-2-3 0,1 1-1 0,0 1-1 16,3-3 0-16,-1-1 0 0,0 1 2 0,-1-1 2 16,1-1 2-16,0-1 6 0,3 1 3 0,-4-2 4 15,4 0-1-15,2 0-23 0,2-2 0 0,-2-1 0 0,0 1 0 16,0 1 0-16,0-1 0 0,-2-3 0 0,1 2 0 0,-1 0 0 16,0-2 0-16,0 3 0 0,0 0 0 0,-2-1 0 0,-1 0 0 15,-2 0-5-15,2 1-58 0,0 1-20 0,-2-1-22 16,0-1-26-16,-1 2-28 0,-1-3-43 0,-1 2-74 0,-1-1-79 15,-4 0-99-15,2-2-110 0,0 2-77 0,0-1-58 16,-1-1-57-16,0-1-57 0,-3 2-53 0,-2-1 7 0,-1 1 69 16</inkml:trace>
  <inkml:trace contextRef="#ctx0" brushRef="#br0" timeOffset="13774.7188">17860 6813 749 0,'-4'-6'793'15,"1"-2"-17"-15,2 4-106 0,-1-2-86 0,0 1-55 0,-2 0-52 0,2 3-42 16,2-2-26-16,0 2-21 0,0-3-20 0,2 2-36 15,2 0-59-15,-2 2-69 0,0-1-45 0,-2 1-32 0,1 1-23 16,-1 0-17-16,2 0-10 0,-2 0-7 0,1 0-3 16,-1 3 0-16,0 1 4 0,0 1 2 0,2 2 3 15,0 1 5-15,-2-1 7 0,1 2-32 0,-1 2-56 0,2 1 0 16,-1 0 0-16,-1 1 0 0,2 1 0 0,-2-1 0 0,2 1 0 16,-1-1 0-16,2-1 0 0,-1-2 0 0,4 1 0 0,-1-2 0 15,0-1 0-15,1-2 0 0,1 0 0 0,0-4 0 0,3 1 0 16,-1-1 0-16,5-2 0 0,-3-2 0 0,4-1 0 15,1 1 0-15,-2-3 0 0,3-1 0 0,-2 0 0 16,0 0 0-16,1-1 0 0,-2-1 0 0,-1 1 0 0,-1-1-214 16,-2 2-29-16,-3 0-48 0,-4 2-73 0,1-2-70 0,-2 1-120 15,-2 1-92-15,0-1-86 0,-5 1-112 0,1 1-118 0,-3 3-22 16,-3 1 43-16,-2 2 68 0</inkml:trace>
  <inkml:trace contextRef="#ctx0" brushRef="#br0" timeOffset="30096.6717">22948 6795 131 0,'0'0'663'0,"-4"0"12"0,3 0-114 16,-1 0-134-16,1 0-84 0,-3 1-55 0,1 2-44 15,2 0-29-15,-1 1-14 0,-1-2-3 0,0 4-3 0,0 3 15 16,0 1 15-16,-4 1 21 0,2 4 10 0,1 2 5 16,-2 1-3-16,2 0-10 0,0 1-19 0,-1 1-32 0,2-1-36 0,-2 2-44 15,0-1-31-15,1-1-14 0,-1 1-6 0,2-2-7 16,-1 0-5-16,1-3-5 0,0-2-3 0,1-2 0 15,1-2 2-15,-3 0 0 0,4-3 5 0,-1-2 9 0,1-1 10 16,0 0 13-16,1-3 5 0,1-3 1 0,1-1-4 16,1-5-8-16,-1-3-12 0,2-2-13 0,1-1-16 0,2-3-15 15,0-1-10-15,-2-1-5 0,0-1-3 0,4 0 0 0,-2-1-1 16,0-1-2-16,-2 1 0 0,2 2 1 0,-4 1-2 16,1 1-1-16,2 0 0 0,-4 3 0 0,0 0 0 0,0 1 2 15,3 4 3-15,-3 0 2 0,-1 3 4 0,0 3-1 0,-1-3 1 16,1 6-3-16,-1-2-3 0,-1 3-2 0,0-2-3 0,0 4-5 15,0 0-2-15,0 0-2 0,0 5 2 0,0 0 0 16,0 2 2-16,0 2 4 0,0 1 0 0,0-1 1 16,0 5 2-16,0-3 1 0,0 2-1 0,0 0 0 0,-1 0 2 15,-1 0-2-15,1 0 2 0,1-1-2 0,-2-1-1 16,2 1 1-16,0-2-2 0,0-2 0 0,0 1-2 0,2-3-9 0,-2 2-14 16,1-3-18-16,-1 2-25 0,-1-3-29 0,1 0-28 15,0-1-33-15,-2-2-51 0,0 1-67 0,2-2-66 16,-1 1-71-16,-1-2-99 0,1-1-72 0,-5 0-53 0,1 0-38 15,-2-1-29-15,1-2-7 0,-5 1-19 0,3-2-3 0,-5 2 70 16</inkml:trace>
  <inkml:trace contextRef="#ctx0" brushRef="#br0" timeOffset="30241.1837">22777 7095 108 0,'-8'1'551'0,"5"0"-26"0,0 1-55 16,1 0-60-16,4-2-31 0,1-2-13 0,3 2 20 16,3-3 45-16,4 2 36 0,1-4 2 0,2 1-24 0,3-3-41 15,0 0-47-15,3 0-44 0,0-2-64 0,4 0-76 0,-2-2-61 16,3 1-41-16,-2-1-22 0,0 2-16 0,0-1-13 15,-4 2-18-15,1-1-27 0,-5 2-42 0,-1 0-77 16,-2 3-78-16,-4 1-105 0,-4 2-132 0,1 0-107 0,-1-1-97 16,-5 0-117-16,-1 2-118 0,-4 2-18 0,-4 2 28 0,-3 3 79 15</inkml:trace>
  <inkml:trace contextRef="#ctx0" brushRef="#br0" timeOffset="32328.5934">22862 6826 275 0,'6'-4'505'0,"2"-1"-74"16,-3 1-90-16,2-2-60 0,-1 3-25 0,0-2 1 15,-3 2 12-15,2 0 9 0,-2 0 10 0,0 1 2 0,2 0-2 16,-3-1-1-16,0 1 0 0,-1 0-5 0,-1 1-2 16,0 1-6-16,0-1-11 0,0 1-15 0,0 0-22 0,0 0-35 15,0 0-40-15,0 1-41 0,-1 0-35 0,1 3-16 0,-2 1-11 16,0 0-5-16,1 3 1 0,-3 1 5 0,3 3 4 0,-1 1 6 15,-1 1 1-15,0 1-3 0,0 3-3 0,-2 0 3 16,0 3 1-16,1 1-5 0,-1 0-1 0,0 4 1 16,0-2-5-16,0 3-2 0,3-1-4 0,-2-1-6 0,3 0-8 15,-1-2-3-15,2 0-4 0,0-5-8 0,2-2 0 16,-1-1-5-16,-1-4-1 0,0-1 1 0,2-4 5 0,0 0 13 16,-2-1 12-16,2-2 16 0,2-1 16 0,-3-2 7 15,4-5 4-15,0-1 2 0,1-3-2 0,1-3-9 0,2-3-10 16,-1-2-56-16,2 1-6 0,0-4 0 0,0-2 0 0,0-1 0 15,2-2 0-15,-3 1 0 0,1-3 0 0,-1 0 0 0,3 0 0 16,-3 0 0-16,0-2 0 0,1 2 0 0,-2 0 0 0,2 2 0 16,-3 1 0-16,1 1 0 0,-1 2 0 0,-3 3 0 15,4 3 0-15,-3 0 0 0,0 3 0 0,-1 3 0 0,0 2 0 16,-3 1 0-16,2 1 0 0,-1 2 0 0,1 1 0 16,2 1 0-16,-4 4 0 0,4 0 0 0,0 2 0 0,1 2 0 15,2 4 0-15,1 1 0 0,-2 1 0 0,-1 4 0 0,2 0 0 16,-2 1 0-16,2 2 0 0,-3 2 0 0,2-2 0 15,-3 3 0-15,2-1 0 0,1 2 0 0,-2 0 0 0,3 0 0 16,-4 0 0-16,4-1 0 0,-3-1 0 0,1 2 0 0,-1-3 0 16,1 1 0-16,0-3 0 0,-1-1 0 0,-2-2 0 15,1-1 0-15,-3-1 0 0,1-2 0 0,-1-2 0 0,-1 1 0 16,0-4 0-16,0 1 0 0,-1-1 0 0,-1-3 0 0,1 1-119 16,-3 0-77-16,1-3-21 0,-4 2-48 0,0-3-84 15,-1-1-104-15,0 0-125 0,-1-5-91 0,-1 2-80 0,1-6-89 16,-4 2-122-16,1-2-24 0,-7 0 55 0,3-1 101 15</inkml:trace>
  <inkml:trace contextRef="#ctx0" brushRef="#br0" timeOffset="32513.9727">22897 7074 385 0,'-1'-3'776'0,"-1"0"43"16,0 0-64-16,2 1-64 0,0 2-50 0,2 0-52 16,0 0-58-16,4 0-51 0,-2-1-39 0,4-1-36 15,2 1-60-15,4-2-83 0,-1-2-63 0,4 2-47 0,-1-3-30 16,1 2-22-16,5-2-17 0,-1 1-16 0,4-2-13 15,1 2-12-15,-1-2-11 0,2 1-11 0,-3 0-7 0,3 0-12 0,-2 0-16 16,0 0-19-16,-1 0-25 0,-4-1-39 0,-1 3-35 16,-3 0-54-16,0 1-93 0,-5 0-91 0,1 1-137 15,-3 0-123-15,-3 1-114 0,-3 1-134 0,0 1-119 0,-4 3-31 16,-4 1 49-16,-3 2 75 0</inkml:trace>
  <inkml:trace contextRef="#ctx0" brushRef="#br0" timeOffset="34277.823">22832 8077 129 0,'2'-6'659'16,"1"2"22"-16,-2-2-74 0,1-1-100 0,1 2-68 15,0 0-15-15,1 1 21 0,-3-1 7 0,-1 1-3 0,2 0-19 16,-1 1-30-16,-1-1-28 0,2 1-32 0,0 1-56 0,-2 0-67 15,0-2-45-15,0 2-26 0,0-1-11 0,0 3-7 16,0-2-10-16,-2 2-9 0,0 0-12 0,2 0-17 0,-1 0-16 16,-1 0-12-16,-1 2-12 0,0 1-4 0,-5 3 0 0,-3 0 4 15,0 2 6-15,-3 1 5 0,-1 4-46 0,-2 2-5 16,3 0 0-16,-3 1 0 0,0 2 0 0,-1 3 0 0,0-1 0 16,1 3 0-16,2 1 0 0,-2-3 0 0,6 2 0 0,-1-2 0 15,2 0 0-15,3-1 0 0,3-2 0 0,-1-1 0 16,5-3 0-16,2 1 0 0,2-1 0 0,3-2 0 0,2-1 0 15,1 0 0-15,2-4 0 0,4 1 0 0,3-2 0 16,2-3 0-16,3-1 0 0,-1-2 0 0,6-2 0 16,-3-2 0-16,3-2 0 0,-1-2 0 0,2-1 0 0,0 0 0 0,-1 0 0 15,-2 3-147-15,-5 2-310 0,2-1-135 0,-4 2-138 0,-2-1-159 16,1-1-158-16,-7 1-68 0,1 2-9 16,-4 2 39-16,-4 2 105 0</inkml:trace>
  <inkml:trace contextRef="#ctx0" brushRef="#br0" timeOffset="35076.4382">22981 9261 512 0,'-3'-8'1070'15,"-1"4"47"-15,0-2 32 0,0 0-56 0,1 1-222 0,2 0-222 16,-4 0-213-16,5 3-132 0,0-1-71 0,0 2-42 0,5-2-32 16,-5 3-33-16,1 0-32 0,-1 0-32 0,3 3-23 15,-1 1-19-15,0 3-11 0,-1 4-8 0,-1 2 0 0,0 5 3 16,0 2 4-16,0 4 6 0,0 2 5 0,-1 1-10 16,-3 2-9-16,1 4 0 0,-3-3 0 0,3 2 0 0,0 0 0 15,0-3 0-15,-4-1 0 0,2-1 0 0,1-3 0 16,-1-3 0-16,2-2 0 0,0-4 0 0,1 0 0 0,1-4 0 15,-3-3 0-15,4 1 0 0,0-5 0 0,0 0 0 0,0-3 0 16,4-1 0-16,-3-1 0 0,3-3 0 0,0-4 0 0,2-3 0 16,2-2 0-16,0-2 0 0,0-3 0 0,3-1 0 0,-1-4 0 15,-2-1 0-15,2-3 0 0,2-2 0 0,-3 0 0 16,4-3 0-16,-4 1 0 0,5-1 0 0,-4 1 0 0,0 4 0 16,0 1 0-16,-2 2 0 0,2 3 0 0,-4 1 0 0,4 1 0 15,-6 6 0-15,1 0 0 0,0 3 0 0,-2 3 0 16,1 1 0-16,-1 1 0 0,-2 2 0 0,4 1 0 0,-4 2 0 15,2 2 0-15,2 3 0 0,0 2 0 0,0 4 0 0,1 2 0 16,2 2 0-16,0 2 0 0,-2 4 0 0,1-1 0 16,-1 1 0-16,-2 2 0 0,1 0 0 0,0 0 0 0,2 1 0 15,-3 2 0-15,2-2 0 0,1-1 0 0,-4-2 0 16,0-1 0-16,2-2 0 0,-2 0 0 0,-1 0 0 0,-1-5 0 16,1-1 0-16,-2-2-42 0,-2-1-382 0,-1-1-62 15,0-3-109-15,-2 0-112 0,-1-2-101 0,-1-3-118 0,-3-3-103 16,-3 2-22-16,-1-1 51 0,-1-1 84 0</inkml:trace>
  <inkml:trace contextRef="#ctx0" brushRef="#br0" timeOffset="35220.0699">23013 9574 264 0,'-4'-5'860'0,"1"1"88"15,2 1 57-15,-1 1-114 0,2-2-123 0,2 1-131 0,-1-1-100 16,4 0-67-16,0-1-69 0,2 2-77 0,3-3-72 16,1 0-51-16,3-2-48 0,1 2-42 0,0-1-36 0,4 1-25 15,0 0-17-15,3 0-16 0,-1 1-16 0,3 0-20 16,-1 1-22-16,-1 1-28 0,-1 0-36 0,1 0-50 0,-3 2-90 15,-3-1-112-15,-5 2-162 0,2 3-141 0,-4-3-144 0,1 3-174 16,-3 3-79-16,-2 2-21 0,-3 2 56 0</inkml:trace>
  <inkml:trace contextRef="#ctx0" brushRef="#br0" timeOffset="35716.9939">23341 10504 747 0,'-5'-4'842'15,"1"1"73"-15,-4-2-66 0,3 3-100 0,0-2-104 0,1-1-104 16,-3 2-75-16,4-2-47 0,-1-1-50 0,0 1-65 16,3-1-76-16,-1 0-57 0,1 0-40 0,1 2-24 0,-2-1-19 15,0 0-9-15,2 1-6 0,0 1-2 0,0 0-4 0,0 0 1 16,-1 2 0-16,1 1-1 0,-2-2 0 0,2 2-8 0,-1 0-59 16,1 0 0-16,-2 2 0 0,0-2 0 0,-2 1 0 15,-4 2 0-15,0 3 0 0,-2 0 0 0,-2 2 0 16,-2 2 0-16,1 2 0 0,-4 4 0 0,-1 2 0 0,1-1 0 15,0 4 0-15,-3 2 0 0,5 0 0 0,-3 3 0 16,2-1 0-16,2 2 0 0,0-1 0 0,4 0 0 0,5-2 0 16,2-2 0-16,3 1 0 0,3-4 0 0,2-1 0 0,5-3 0 0,4-2 0 15,0 1 0-15,5-5 0 0,2-1 0 0,1-4 0 16,2-1 0-16,-1-3 0 0,6-2 0 0,-4-2 0 0,2 0 0 16,3-2 0-16,-1-2 0 0,-4-1 0 0,2 1 0 0,-5-3 0 15,-1 0 0-15,-1 0 0 0,-2 0 0 0,-3 1 0 16,-2 3 0-16,-4 3-326 0,-1 1-328 0,-1-1-128 15,-2-2-151-15,-2 4-152 0,-2-3-61 0,-1 4 1 0,-3 2 49 0,-2-1 110 16</inkml:trace>
  <inkml:trace contextRef="#ctx0" brushRef="#br0" timeOffset="48119.1255">26274 6836 496 0,'0'-2'750'0,"2"-1"33"0,0-2-125 0,-2 2-113 16,1 0-68-16,1 0-50 0,-1 1-37 0,-1 1-26 0,0 1-29 16,2 1-23-16,1 1-21 0,-2 1-34 0,2 2-47 15,1 3-47-15,1-1-40 0,-2 2-27 0,2 3-16 0,-1 1-8 16,4 1-8-16,-3 2-6 0,0 1-6 0,-1 3-6 0,0 0-6 15,-3 3-2-15,-1-1-3 0,2 2 2 0,-2-1-1 16,0 1 0-16,-2-2 1 0,2-1 1 0,-1 0 1 0,-3-1 2 16,3-4 2-16,-1-1-3 0,-1-3 0 0,1 0 0 15,1-3 3-15,-3-1 5 0,3-2 7 0,-1-4 5 0,2 0 6 0,-1-2 3 16,1-3 0-16,0-1-4 0,1-5-6 0,-1-2-9 16,2-2-33-16,-1-2-17 0,3-3 0 0,-3-1 0 0,1-4 0 15,0 1 0-15,1-5 0 0,0 4 0 0,0-4 0 16,0 0 0-16,1 0 0 0,-2-1 0 0,2 2 0 15,-1 2 0-15,2-2 0 0,-1 4 0 0,0 2 0 0,0 1 0 16,4 0 0-16,-3 3 0 0,0 4 0 0,-1 0 0 0,1 1 0 16,-1 4 0-16,0 0 0 0,1 2 0 0,-4 1 0 0,2 1 0 15,1 1 0-15,0 2 0 0,1 2 0 0,2 1 0 0,3 1 0 16,2 2 0-16,-3 2 0 0,4 2 0 0,-2 4 0 16,1-2 0-16,0 3 0 0,-3 1 0 0,4 4 0 15,-4-1 0-15,-1 1 0 0,0 1 0 0,1 1 0 0,-2 1 0 0,1-1 0 16,-2-1 0-16,2 2 0 0,-3-1 0 0,-1-2 0 15,3 1 0-15,-2-3 0 0,2-1 0 0,-4-1-93 0,-1-3-184 16,0-2-96-16,-4-2-105 0,0-3-149 0,4-3-127 16,-2-3-137-16,0-2-135 0,-2-1-50 0,-1 0 14 0,-4 0 85 15</inkml:trace>
  <inkml:trace contextRef="#ctx0" brushRef="#br0" timeOffset="48318.9474">26353 7015 518 0,'2'-3'815'0,"-1"3"85"0,3 0-37 0,0 0-87 16,1 3-84-16,2-1-90 0,2-2-78 0,-3 0-63 0,6 0-53 15,1-2-80-15,0 1-100 0,3-2-74 0,2 0-49 0,-1 1-37 16,0-2-21-16,1 1-15 0,0-3-15 0,2 1-23 16,-3 1-30-16,0-2-39 0,1-2-50 0,-5 2-95 0,0-1-102 15,-1-1-160-15,2 0-140 0,-1-2-135 0,1 0-182 16,2-1-91-16,-5 2-21 0,1 2 57 0</inkml:trace>
  <inkml:trace contextRef="#ctx0" brushRef="#br0" timeOffset="48676.5824">26764 6603 57 0,'-3'-5'856'15,"0"2"99"-15,0 2 83 0,0-1-92 0,1 2-123 16,0 0-135-16,2-2-114 0,0 1-79 0,2 1-80 0,0 0-90 15,1 0-80-15,2 1-61 0,-1 1-44 0,3 0-32 0,4 1-23 16,1 0-18-16,4 1-11 0,-2 1-8 0,4-1-8 16,-1 1-7-16,4-1-21 0,-2 2-12 0,1 0 0 0,1 0 0 15,-4 1 0-15,2 2 0 0,2-2 0 0,-5-2 0 0,-1 3 0 16,0-1 0-16,-1-2 0 0,-1 3 0 0,-2-2 0 0,-1 1 0 16,-1-1 0-16,-3 1 0 0,0 1 0 0,-2 0 0 15,-2 2 0-15,0 1 0 0,-4-2 0 0,-2 4 0 16,-2-1 0-16,-2 1 0 0,-1-1 0 0,-3 3 0 0,3-1 0 15,-7 0 0-15,1 2 0 0,0-1 0 0,-3 2 0 16,1 1 0-16,-1-2 0 0,0-1 0 0,2 2 0 0,-3-1 0 0,0-1 0 16,1 1 0-16,1 1 0 0,3 0 0 0,-3-5 0 15,4 4 0-15,0-1 0 0,4-1 0 0,-3-2 0 16,3-2 0-16,3 1 0 0,-1-3 0 0,3 2 0 0,-4-3-94 16,2-1-354-16,1 0-129 0,2-3-142 0,1-1-155 0,2-2-175 15,0-2-71-15,0 2-12 0,0 0 46 0,0 0 113 0</inkml:trace>
  <inkml:trace contextRef="#ctx0" brushRef="#br0" timeOffset="49168.7644">27618 6647 284 0,'2'-6'761'0,"-1"1"49"0,1-2-72 15,0 3-83-15,-2 1-56 0,0 2-57 0,-2-2-59 0,0 3-60 16,2-2-48-16,-1 2-44 0,-1 0-51 0,0 0-64 0,-1 0-64 16,-1 2-47-16,1-2-27 0,-2 4-8 0,2 1-3 0,-4-1 6 15,1 1 6-15,-2 2 8 0,0 0 4 0,0 3 4 16,-1-2 6-16,-4 2-1 0,4 2-1 0,-5 1-2 0,1 2-2 16,-2 0-5-16,0 3-5 0,0 2-5 0,0-2-31 0,2 0-49 15,-1 1 0-15,3-1 0 0,3 0 0 0,-1 0 0 16,4-3 0-16,1 0 0 0,3-2 0 0,2 0 0 0,3-3 0 15,4 0 0-15,2-3 0 0,5-2 0 0,5 1 0 16,2-4 0-16,2 0 0 0,3-2 0 0,0-3 0 0,1 2 0 16,1-5 0-16,-1 2 0 0,2 0 0 0,-1-2 0 15,-2 1 0-15,-2-1 0 0,-1-1-22 0,-2 4-169 0,-3-2-29 0,-7 0-48 16,0 3-83-16,-5-1-84 0,-2 1-136 16,-2 1-114-16,-3-1-125 0,-3 1-154 0,-3 1-69 0,-8 3 7 15,-2 3 70-15</inkml:trace>
  <inkml:trace contextRef="#ctx0" brushRef="#br0" timeOffset="50740.9275">26687 8304 257 0,'0'-2'576'0,"0"-1"-59"0,1 0-96 0,-1-1-78 0,3-2-35 16,-1 0-21-16,1 0-10 0,1 1-5 0,0-1-2 0,0 1 10 15,0-2 13-15,2 1 12 0,-2-1 10 0,-1-1-2 16,0 0-4-16,0 3-4 0,0-1-9 0,-1-1-20 0,0 2-28 16,-1 0-38-16,1 3-40 0,-1-2-28 0,-1 1-15 15,0 0-10-15,0 2-9 0,0-3-9 0,0 3-14 0,-1 0-9 16,-1 0-14-16,1 1-11 0,-3 0-11 0,0 0-11 0,-4 1-5 15,-5 3-4-15,4 2 1 0,-4 2 3 0,-3 2 6 16,-1 2 4-16,1 2 7 0,-3 2 9 0,1 2 3 0,1 0 2 16,0 3-1-16,1 2-54 0,3-2 0 0,-1 3 0 15,5-2 0-15,0 1 0 0,2-1 0 0,2-1 0 0,4-2 0 0,1 1 0 16,1-3 0-16,2-1 0 0,3-1 0 0,1-3 0 16,2 0 0-16,5-3 0 0,1-1 0 0,-1-2 0 0,3-3 0 15,2 0 0-15,-3-2 0 0,3-1 0 0,-1-3 0 16,-1 2 0-16,2-4 0 0,-3 1 0 0,3-1 0 0,-3-2 0 15,-1 1 0-15,0-2 0 0,-1 1 0 0,-5 1-92 16,-1-1-278-16,0 4-103 0,-2-2-153 0,2-3-133 0,0-1-155 16,0 0-144-16,1 0-51 0,-2 4 7 0,-1-2 79 0</inkml:trace>
  <inkml:trace contextRef="#ctx0" brushRef="#br0" timeOffset="51217.8054">26953 8088 292 0,'-4'-3'747'0,"3"0"48"16,-1 0-60-16,2 0-70 0,-1-1-42 0,1 3-44 0,0 0-45 15,0-2-41-15,0 3-40 0,0-2-33 0,0 1-46 16,0 1-69-16,0-2-64 0,0 2-44 0,0 0-29 0,0 0-15 15,0 2-11-15,0-2-9 0,0 1-9 0,0 1-107 16,0-2-17-16,0 2 0 0,0-1 0 0,0 0 0 0,1 2 0 16,1 0 0-16,1 2 0 0,0 1 0 0,4 1 0 0,-1 1 0 15,2-1 0-15,0 4 0 0,1-2 0 0,4 1 0 0,-2 1 0 16,4-1 0-16,0-1 0 0,2 2 0 0,1 0 0 16,1-2 0-16,3 2 0 0,-3 1 0 0,1-1 0 0,1-1 0 15,-2 1 0-15,0-1 0 0,-2 0 0 0,1 0 0 0,-6-1 0 16,2-2 0-16,-2 0 0 0,-4 1 0 0,-1-1 0 15,-2-2 0-15,-2-1 0 0,-1 3 0 0,-2-1 0 0,-2 1 0 16,-3 2 0-16,1-1 0 0,-6 1 0 0,-1 1 0 0,0 1 0 16,-3 2 0-16,-1-1 0 0,-2 2 0 0,1-2 0 15,-3 2 0-15,2 0 0 0,0 1 0 0,-4 1 0 0,4-2 0 16,-2 1 0-16,3 0 0 0,-1 2 0 0,-2-1 0 16,3-1 0-16,-1-2 0 0,2 3 0 0,0-2 0 0,2 2 0 15,0-1 0-15,4-3 0 0,1-2 0 0,1 0 0 16,0-2 0-16,3-2 0 0,0 0 0 0,-1-1-454 0,0-1-81 15,2-2-124-15,3-2-101 0,1-5-109 0,4-1-152 0,2-1-56 16,1-2 8-16,1 1 78 0</inkml:trace>
  <inkml:trace contextRef="#ctx0" brushRef="#br0" timeOffset="51949.9662">27573 8199 184 0,'1'-3'763'0,"1"1"72"0,-2 1-11 0,1 0-59 15,-1-1-57-15,0 0-66 0,3 2-75 0,-1-2-72 16,-2 1-55-16,1 1-53 0,1 0-74 0,-2 1-76 0,1 1-55 15,-1 2-38-15,4 0-23 0,-4 1-14 0,1 3-7 0,-1 3-10 16,0 1-11-16,-1 4-13 0,1 1-8 0,-4-1-5 16,3 5-23-16,-2-1-30 0,-2 2 0 0,2 1 0 0,-2-2 0 15,0-1 0-15,1 3 0 0,-1-3 0 0,-3-1 0 16,5-2 0-16,-2-3 0 0,2-1 0 0,0-1 0 0,0-1 0 16,1-3 0-16,0-2 0 0,2-1 0 0,-1-3 0 0,1 2 0 15,0-3 0-15,0 1 0 0,0-4 0 0,1 1 0 16,-1-4 0-16,2 1 0 0,0-4 0 0,-1 2 0 0,2-1 0 15,1-3 0-15,-1 0 0 0,0-2 0 0,0-3 0 16,5 0 0-16,-5-3 0 0,0 0 0 0,4-1 0 0,-2-4 0 16,-1 2 0-16,5-3 0 0,-2 2 0 0,3-4 0 0,-1 3 0 15,-1 1 0-15,0 0 0 0,-2 2 0 0,3 4 0 0,-2-1 0 16,-2 2 0-16,-1 2 0 0,1 2 0 0,3 1 0 16,-4 2 0-16,0 2 0 0,-1 0 0 0,2 2 0 0,-4 2 0 15,1-1 0-15,0 2 0 0,-1 1 0 0,2 0 0 16,-1 0 0-16,2 0 0 0,0 1 0 0,0 2 0 0,1 1 0 15,0 1 0-15,0 3 0 0,1-1 0 0,0 4 0 0,-1 1 0 16,0 0 0-16,0 2 0 0,-4 2 0 0,3-1 0 0,-3 1 0 16,1 2 0-16,-2 0 0 0,0-2 0 0,0 3 0 0,1-3 0 15,-1-1 0-15,3 1 0 0,-1-2 0 0,-2 0 0 16,1-1 0-16,1-1 0 0,-2-1 0 0,0-1 0 16,1-1 0-16,-1-3 0 0,4-1 0 0,-4-2 0 0,1-2 0 15,-1 2-35-15,-1 0-364 0,-4 0-77 0,2 0-128 16,-2-1-109-16,4-4-98 0,-4-1-106 0,0-1-107 0,-1-1-29 15,-4 1 44-15,-2-1 88 0</inkml:trace>
  <inkml:trace contextRef="#ctx0" brushRef="#br0" timeOffset="52126.4595">27555 8424 49 0,'-3'2'641'0,"1"0"55"0,2 0-59 0,3-1-73 0,0 1-14 16,1-1 2-16,0 1-6 0,1 1-26 0,3-2-42 0,1-1-57 15,-1 2-57-15,4-1-62 0,-2-1-87 0,0 0-76 16,0 0-50-16,0 0-29 0,0-1-20 0,-2-1-9 15,1 2-11-15,-1-1-11 0,0 1-13 0,-1 0-15 0,0 0-23 16,-2 1-40-16,-2-1-72 0,-1 3-83 0,-2-1-98 0,0-2-133 16,0 0-109-16,2-2-116 0,-2-1-158 0,-4 2-88 15,0-2 3-15,-4 3 43 0</inkml:trace>
  <inkml:trace contextRef="#ctx0" brushRef="#br0" timeOffset="82813.7034">10191 5590 380 0,'-9'-8'852'0,"0"1"56"16,2 2 70-16,1-2-145 0,-1 3-171 0,4 0-143 0,-3-1-89 16,4 3-56-16,1-1-42 0,-1 0-48 0,2 2-67 15,0-1-69-15,2 2-46 0,-1 2-38 0,1-1-26 0,1 4-14 16,3 1-4-16,-1 1 4 0,1 7 10 0,1 1 6 15,-1 4 9-15,0 5 10 0,-1 3 11 0,-2 3 8 0,0 4 3 16,-1 3-7-16,0 5-5 0,-2 1-6 0,-2 4-7 0,0-1-8 16,1 2-8-16,-2-1-10 0,-1 1-9 0,1-3-5 15,0-3-5-15,0 0-3 0,2-3-2 0,-1-5-3 16,1-2-2-16,1-5-7 0,1-4-15 0,-1-4-24 0,3-4-29 16,0-3-36-16,-1-3-40 0,-1-5-59 0,2-4-109 0,2-4-115 15,0-8-141-15,5-8-108 0,-1-3-115 0,-1-6-163 0,-2-4-79 16,-1-2 0-16,-3-2 73 0</inkml:trace>
  <inkml:trace contextRef="#ctx0" brushRef="#br0" timeOffset="83763.1022">10112 5604 636 0,'-6'-4'862'16,"4"3"78"-16,-1-1-68 0,0 2-118 0,1-2-114 0,2 2-108 15,0-2-79-15,0 1-54 0,2-1-51 0,3 0-64 0,1-2-70 16,3 1-49-16,1-1-30 0,4-1-18 0,2-1-11 0,2 0-6 15,2 1-4-15,2 0 0 0,-1-2 0 0,4 2-3 16,2-1-1-16,1 3-1 0,1-3-22 0,2 0-69 0,-1 0 0 16,4 1 0-16,-1 1 0 0,3-2 0 0,2 1 0 15,2 0 0-15,-1 1 0 0,4 1 0 0,-2 0 0 16,2-1 0-16,2 0 0 0,0 1 0 0,2-1 0 0,2 0 0 16,3 1 0-16,2-2 0 0,3 3 0 0,0-3 0 0,3 2 0 15,-1-2 0-15,1 2 0 0,2 0 0 0,-1 2 0 0,-1-2 0 16,0 1 0-16,-1 1 0 0,-1 0 0 0,-1 1 0 0,0-2 0 15,-3 0 0-15,1 2 0 0,1-1 0 0,-3 1 0 16,-2-4 0-16,3 3 0 0,1-4 0 0,-1 0 0 16,-2 2 0-16,3-3 0 0,2 0 0 0,0 0 0 0,0 0 0 15,1 0 0-15,2-2 0 0,-2-1 0 0,2 2 0 0,0-1 0 0,0 1 0 16,0-1 0-16,0 1 0 0,0-1 0 0,0 1 0 16,0-1 0-16,0 0 0 0,2 1 0 0,0-2 0 0,-2 2 0 15,0 0 0-15,0 0 0 0,0 1 0 0,-2-1 0 16,1 0 0-16,-2 2 0 0,3-1 0 0,-1 1 0 15,2-1 0-15,-1 0 0 0,0 0 0 0,2 1 0 0,-4 0 0 0,2-1 0 16,-1 1 0-16,-2-1 0 0,0 0 0 16,-2 0 0-16,-1 1 0 0,3 0 0 0,-2-1 0 0,3 1 0 15,-1 1 0-15,-1-1 0 0,3 1 0 0,-1-1 0 0,0 2 0 16,1-2 0-16,-1 3 0 0,1-1 0 0,1-2 0 0,-2 1 0 16,2-1 0-16,2 1 0 0,-3-1 0 0,1 2 0 15,0-1 0-15,0 1 0 0,-1 0 0 0,1-2 0 0,-2-1 0 16,1 2 0-16,-1-2 0 0,-1-1 0 0,0 3 0 0,0 0 0 15,0-1 0-15,0 0 0 0,0 3 0 0,1-3 0 0,0 2 0 16,2 2 0-16,1-2 0 0,-3 1 0 0,-1 2 0 0,3-2 0 16,1 1 0-16,-5 1 0 0,3-1 0 0,-2 0 0 15,-4 1 0-15,1 0 0 0,0 0 0 0,-2 0 0 0,-3 0 0 16,0 0 0-16,-3-2 0 0,1 2 0 0,-4-2 0 16,1 1 0-16,-4 1 0 0,1 0 0 0,-2 0 0 0,0 0 0 15,-1 0 0-15,-4 1 0 0,1 1 0 0,0-2 0 0,-2 2 0 16,-3-2 0-16,0 1 0 0,-2 0 0 0,-2-1 0 0,-1 0 0 15,0 0 0-15,-3 0 0 0,-1 0 0 16,0-1 0-16,-3 0 0 0,2 1 0 0,-1-2 0 0,-3-1 0 16,-1 1 0-16,-4 1 0 0,2-2 0 0,-2 1 0 0,-3 2 0 15,3 0 0-15,-3-2 0 0,0 1 0 0,3-1 0 16,-5 2 0-16,1-2 0 0,-1 2 0 0,-1-2 0 0,1 2 0 16,-3 0 0-16,0 0 0 0,0 0 0 0,-1 0 0 0,0 2 0 15,-1-2 0-15,2 2 0 0,-1 1 0 0,0 2 0 0,1 1 0 16,0 0 0-16,1 2 0 0,0-2 0 0,0 4 0 0,1-1 0 15,2 3 0-15,-3 2 0 0,4 1 0 0,-2 1 0 0,-1 4 0 16,0 0 0-16,0 3 0 0,-2 1 0 0,0 3 0 0,2 2 0 16,-2-1 0-16,-2 5 0 0,3-1 0 0,-3 2 0 0,-1 2 0 15,2 0 0-15,-1 1 0 0,-1-2 0 0,2 1 0 0,0 0 0 16,-1-1 0-16,3-1 0 0,-4-1 0 0,1 0 0 0,-1 2 0 16,0-2 0-16,0-2 0 0,0-1 0 0,0 1 0 15,0-4 0-15,2 1 0 0,-1-3 0 0,-1-1 0 0,3-3 0 16,-1-3 0-16,-2 0 0 0,0-4 0 0,0-1 0 0,0-1 0 15,0-3 0-15,0 0 0 0,-2-3 0 0,-1-1 0 0,3-2 0 16,-1-2 0-16,-1 0 0 0,-1-2 0 0,0-2 0 0,-2-3 0 16,-3 0 0-16,-6-1 0 0,-2-2 0 0,-3-3-1058 15,-5-5-224-15,-4-1-56 0,-2-3 9 0,-10 0 57 16,-3 2 86-16</inkml:trace>
  <inkml:trace contextRef="#ctx0" brushRef="#br0" timeOffset="84346.657">14294 4414 784 0,'2'-18'863'0,"0"3"76"16,-1 2-88-16,-1 1-109 0,0-1-91 0,0 4-83 0,0-2-58 15,0 2-41-15,0 0-42 0,0 0-76 0,0 4-75 16,0-1-49-16,0 2-38 0,0 1-27 0,0 1-23 0,0 1-97 15,0-1-42-15,0 2 0 0,0 3 0 0,0 0 0 0,2 2 0 16,-2 4 0-16,1 3 0 0,-1 2 0 0,0 6 0 16,2 1 0-16,1 3 0 0,-3 5 0 0,1-1 0 0,-1 4 0 15,0 1 0-15,2 4 0 0,-2 1 0 0,1 2 0 16,-1 2 0-16,2-1 0 0,0-1 0 0,-1 1 0 0,3-2 0 16,-3-3 0-16,2-2 0 0,1-3 0 0,0-1 0 0,-2-1 0 15,2-5 0-15,-1-1 0 0,-1-2 0 0,1-5 0 16,-3-2 0-16,2-4 0 0,-2 1 0 0,-2-4-226 0,-1-1-178 15,-2-4-85-15,-4-2-133 0,1-4-99 0,0-5-92 0,-3-1-112 16,0-3-112-16,-2-2-29 0,-6-2 63 0</inkml:trace>
  <inkml:trace contextRef="#ctx0" brushRef="#br0" timeOffset="84526.3067">14013 4734 231 0,'0'-11'808'0,"1"1"78"0,4-1-15 15,0 2-81-15,4 0-76 0,1 2-74 0,1-2-79 0,1 0-64 16,3 0-50-16,2-4-60 0,2 3-90 0,3-3-80 15,-1 2-59-15,2-1-39 0,-2-1-29 0,4-1-21 0,-3 0-17 16,2 3-15-16,-3-3-13 0,1 2-14 0,-2 1-23 16,-2 0-23-16,-1 0-29 0,-2 2-34 0,-1 0-46 0,-5 3-64 15,-2 0-95-15,-2 5-95 0,-4-2-134 0,2 3-105 16,-3 1-83-16,0 2-85 0,-3 2-122 0,-2 2-51 0,-3 4 34 16,0 2 67-16</inkml:trace>
  <inkml:trace contextRef="#ctx0" brushRef="#br0" timeOffset="85378.4258">14359 4770 473 0,'2'4'761'16,"1"-3"-13"-16,5 3-94 0,-4-3-50 0,4 1-21 15,-1-2-28-15,2 0-33 0,-1 0-46 0,0-2-53 16,3-3-43-16,2 1-57 0,0-3-79 0,0-1-72 0,0-2-42 16,1-1-28-16,-1-1-18 0,0-1-13 0,1 0-12 0,-3-3-9 15,0 1-9-15,-1-1-9 0,-4 1-6 0,0-1-1 0,0 2-1 16,-2-1 2-16,-3 0 1 0,-1 1 1 0,-1 2 3 15,1-1 1-15,-4 2-1 0,2 2-1 0,-2 0-4 16,1 4-2-16,-3 0-4 0,-1 1-3 0,3 3-4 0,-6 1-6 16,4 1-3-16,0 4-2 0,-3 0-3 0,2 1-1 0,4 3 0 15,-2 2 1-15,3-1-1 0,-1 1 2 0,2 2 0 16,-1 0-2-16,4 1 2 0,-1-1-1 0,4 1 0 16,1-1 0-16,5 0 1 0,0 0 0 0,3-1-2 0,2-3 1 15,3 0-2-15,-1-3-4 0,4-1-3 0,0-3-5 0,0-1-5 16,0-2-6-16,0-1 1 0,0-2-6 0,-1-2-3 0,0-1-1 15,-1-2 4-15,-4-2 1 0,1-1 5 0,-4-4 6 0,0 3-1 16,-2-1 7-16,-3-3 5 0,-2 2 4 0,-1-1 6 16,-2 1 5-16,-3-2 6 0,-3 2 7 0,0 2 6 0,0 1 7 15,-4 0 12-15,2 3 2 0,0 0 1 0,-2 3 2 16,2 0-2-16,-1 3-4 0,-1-1-7 0,1 3-6 0,-2 1-10 16,4 1-5-16,-3 3-4 0,2-1-5 0,0 1-5 0,1 2-2 15,-1 2 2-15,2 2-4 0,1 1 0 0,-1-1 1 16,3 2 0-16,3 0-1 0,-1 2 2 0,1-1 0 15,2-1-1-15,-1 0 2 0,1 0 0 0,2-1 0 0,-1-2 1 16,3 0 0-16,-1-3 5 0,0-1-1 0,0-1 1 0,1-2-1 16,0 0 0-16,0-2 0 0,0-3 0 0,-1-2 0 0,2-2-6 15,-2-2 3-15,1-3-2 0,-1-1 1 0,0-2 2 16,1-1-3-16,-2-1 2 0,-1-3 0 0,-1 2-2 16,1-1 1-16,-2-1 2 0,0 2 1 0,-2 0 2 0,-1 0 5 15,-1 1 10-15,2 4 10 0,-1 1-11 0,-1 1-21 0,0 2 0 16,0 4 0-16,0 0 0 0,0 1 0 0,0 2 0 0,0 2 0 15,0 2 0-15,0 0 0 0,2 5 0 0,-2 0 0 16,3 2 0-16,0 3 0 0,1 0 0 0,1 0 0 0,4 3 0 16,-3-1 0-16,2 1 0 0,0-3 0 0,1 0 0 0,4 0 0 15,-2-2 0-15,3 0 0 0,-1-3 0 0,1-1 0 16,-1-1 0-16,-1-4 0 0,1-1 0 0,0-3 0 0,-1-2 0 16,-2-1 0-16,1-4 0 0,0-1 0 0,-3-4 0 0,0 0 0 15,1-1 0-15,-4-4 0 0,0-1 0 0,-4-3 0 16,-1-1 0-16,0-4 0 0,-3-2 0 0,-2-2 0 0,-1-2 0 15,-1 0 0-15,-2 1 0 0,3-1 0 0,0 3 0 16,-2 3 0-16,0 1 0 0,3 4 0 0,2 3 0 0,-2 3 0 16,2 6 0-16,-1 3 0 0,2 1 0 0,0 2 0 0,1 2 0 15,1 2 0-15,0 4 0 0,1 3 0 0,1 3 0 0,1 4 0 16,3 3 0-16,1 3 0 0,-1 3 0 0,2 5 0 16,1-1 0-16,1 4 0 0,0 1 0 0,2 0 0 0,-3 1 0 15,3 2 0-15,0 0 0 0,-1 2 0 0,2-2 0 16,-2-1 0-16,-1 2 0 0,2-3 0 0,-2 1 0 0,-2-5 0 15,2-1 0-15,-2-3 0 0,0-2 0 0,-3-4-10 0,0-3-377 16,-5-3-72-16,0-2-78 0,0-4-113 0,-2-2-79 0,-1-6-59 16,0-2-44-16,-2-1-27 0,-3-3-3 0,-1 1 38 15,1-5 81-15</inkml:trace>
  <inkml:trace contextRef="#ctx0" brushRef="#br0" timeOffset="85929.1101">15281 4444 239 0,'-6'-13'572'16,"2"-1"57"-16,1-1 10 0,1 0-3 0,2 2 3 0,-1-1-8 15,1 2-21-15,1-1-42 0,1 1-57 0,3-2-53 0,1 1-50 16,2-2-72-16,3 1-82 0,-1 1-56 0,1 1-39 15,5-1-23-15,-4 0-22 0,4 1-17 0,0 0-15 0,0 2-17 16,0 1-10-16,-1 0-13 0,0 2-7 0,0 2-8 16,-2 2-5-16,-1 0-3 0,-2 3-10 0,1 6-9 0,0-1 0 15,-3 2 0-15,-1 3 0 0,-1 2 0 0,0 2 0 16,-1 2 0-16,0 2 0 0,-2 2 0 0,0-1 0 0,0 4 0 16,0-1 0-16,1 1 0 0,2-1 0 0,0-1 0 0,0 0 0 15,4-1 0-15,1-4 0 0,0 0 0 0,0-2 0 0,2 0 0 16,-2-6 0-16,1 1 0 0,0-4 0 0,-1-2 0 15,1-3 0-15,-2 0 0 0,1-4 0 0,-2-2 0 0,1-3 0 16,-2-3 0-16,1 0 0 0,-3-5 0 0,2 2 0 0,-3-4 0 16,-1-2 0-16,-3-2 0 0,1-1 0 0,-4-3 0 0,1 2 0 15,-3-3 0-15,1 5 0 0,-2-3 0 0,-3 5 0 16,2 2 0-16,1 2 0 0,1 1 0 0,-1 7 0 0,0 0 0 16,0 1 0-16,2 2 0 0,-1 5 0 0,0 1 0 15,1 1 0-15,0 5 0 0,0 3 0 0,1 3 0 0,1 2 0 16,-1 2 0-16,2 2 0 0,2 2 0 0,-1 1 0 0,2 1 0 15,1-2 0-15,2 1 0 0,0-2 0 0,0-1 0 16,1-2 0-16,1-1 0 0,3-1 0 0,-2-2 0 0,-1-3 0 16,5-1 0-16,-4-2 0 0,3-3 0 0,1-3 0 15,-1-3 0-15,2-3 0 0,0-2 0 0,-3-1 0 0,3-1 0 16,-4-3 0-16,2 1 0 0,-4-3 0 0,0 3 0 0,0-1 0 16,2 0 0-16,-4 0 0 0,-1 3 0 0,-2 0 0 15,0 1 0-15,0 2 0 0,-1 3 0 0,1 3 0 0,0-2 0 16,-1 3 0-16,-2 0 0 0,1 3 0 0,2 0 0 0,-1 3 0 15,1 1 0-15,2 2 0 0,2 2 0 0,-3 2 0 0,2 2 0 16,-1-1 0-16,1 0 0 0,1 3 0 0,1 0 0 16,-1-1 0-16,2 1 0 0,-3-1 0 0,0 0 0 0,2 1 0 15,-2-3 0-15,1-1 0 0,-1-1 0 0,-1-1 0 16,1-3 0-16,-1 0 0 0,0-2 0 0,-4 0 0 0,-2-1-217 16,-3-2-321-16,1-2-138 0,-2-1-125 0,1-1-174 0,-1-4-133 15,0 2-43-15,-3 1 16 0,0-3 71 0</inkml:trace>
  <inkml:trace contextRef="#ctx0" brushRef="#br0" timeOffset="86708.346">12711 4716 17 0,'-10'1'878'0,"2"-1"101"0,1 1 85 15,1 3-123-15,1-1-130 0,-1-2-138 0,4-1-115 0,1 0-81 16,-1 0-77-16,4-1-88 0,-1-2-78 0,1-1-54 16,4 0-39-16,0-2-34 0,2-2-24 0,5-2-19 15,3-1-15-15,0-4-11 0,4 1-8 0,4-1-7 0,-1-3-9 0,4 0-2 16,-1-2-4-16,-1 1-2 0,2 1-5 0,-2 0-11 16,0 0-16-16,-2-1-21 0,-1 3-26 0,-5 1-34 0,-1 0-38 15,-2 5-52-15,-6-1-82 0,0 1-81 0,-5 2-84 16,1 2-112-16,-4 2-78 0,-4 1-52 0,0 3-40 0,-1 0-23 15,-2 3 8-15,-3 1 4 0,-2 2 18 0,0 0 70 16</inkml:trace>
  <inkml:trace contextRef="#ctx0" brushRef="#br0" timeOffset="86896.1122">12923 4487 113 0,'-3'5'699'0,"3"-4"10"0,-3 1-29 0,3 0-41 16,0-2-7-16,0 0-9 0,0 1-22 0,0 3-42 16,0-3-48-16,0-1-43 0,3 1-50 0,-3 1-64 0,2-1-80 15,-1 1-61-15,2 0-41 0,1 3-30 0,0 0-18 0,1 3-10 16,0 2-8-16,3 0-67 0,-2 4-39 0,1 1 0 0,-1 3 0 15,0-2 0-15,3 2 0 0,0 2 0 0,-1-1 0 16,2 2 0-16,-2 2 0 0,4-2 0 0,0 0 0 0,-1-1 0 16,0 0 0-16,3 1-165 0,-6 0-98 0,1 2-107 0,-5-2-110 15,-1 0-139-15,0 0-109 0,-3-2-98 0,0 2-134 16,-3-2-90-16,-3 3-7 0,0-3 77 0</inkml:trace>
  <inkml:trace contextRef="#ctx0" brushRef="#br0" timeOffset="87811.4223">12928 5206 418 0,'3'-3'984'0,"0"0"101"0,2-1-16 0,0-2-119 16,3 0-127-16,-2-3-141 0,2 0-113 0,0-2-106 15,3 1-119-15,-1-3-95 0,-1 2-73 0,4-1-54 16,-2-2-41-16,0 1-29 0,1-1-20 0,1-1-16 0,3 0-16 16,-3-1-16-16,1-1-19 0,-2 1-21 0,1-2-26 15,-2 0-26-15,0 0-27 0,-3 0-24 0,1 1-22 0,-4 1-31 16,-1-2-42-16,-3 0-45 0,-1 1-30 0,0-3-17 15,0 1-10-15,0 2-1 0,-1 1 18 0,-3-2 35 0,3 3 61 16,-1 2 68-16,-1-1 60 0,1 4 51 0,-2-2 49 0,4 3 45 16,0-2 35-16,0 2 40 0,0 2 46 0,0 1 54 15,0 0 51-15,3 1 33 0,-2 0 19 0,2 0 4 0,2 3 0 0,0-2-17 16,0 1-33-16,3-2-39 0,1 2-41 0,-1 0-32 16,0 0-20-16,3 2-16 0,-3-1-9 0,3 2-9 15,0 3-5-15,-1-1-7 0,3 4-6 0,-1 0-2 0,-1 1-6 16,0 2-4-16,0 2-6 0,-1-1-8 0,-2 1-6 0,-1 0-5 15,0 2-40-15,-1-1-1 0,-3-1 0 0,1 0 0 0,-3 0 0 16,1-2 0-16,-1-2 0 0,-1 1 0 0,0-2 0 16,0-2 0-16,-1-1 0 0,-1-1 0 0,2-2 0 0,-3-2 0 15,0-1 0-15,0-1 0 0,-4-2 0 0,2-4 0 16,-2 2 0-16,0-3 0 0,3-2 0 0,-3 1 0 16,2-3 0-16,1 1 0 0,-1-1 0 0,4-1 0 0,-3 1 0 15,4 1 0-15,0 1 0 0,2 1 0 0,0 0 0 0,1 3 0 16,0 1 0-16,1 2 0 0,-1 2 0 0,2-1 0 0,0 2 0 15,0 3 0-15,1 0 0 0,2 0 0 0,0 3 0 0,0-1 0 16,4 2 0-16,-2 1 0 0,1-1 0 0,2 1 0 16,-2-1 0-16,0 1 0 0,1-1 0 0,0-3 0 0,0 1 0 15,-1-2 0-15,2-2 0 0,-2 1 0 0,0-3 0 0,-3-1 0 16,0-1 0-16,-2-1 0 0,1-4 0 0,-3-1 0 16,1 0 0-16,-3-1 0 0,-1-2 0 0,1-3 0 0,-2 3 0 15,0 0 0-15,0-2 0 0,-2 2 0 0,1 2 0 0,-1-1 0 16,-1 3 0-16,0 3 0 0,1 0 0 0,1 2 0 15,1 1 0-15,0 2 0 0,0-1 0 0,0 4 0 0,0 0 0 16,0 5 0-16,1-1 0 0,4 5 0 0,0 0 0 16,2 5 0-16,0-1 0 0,1 2 0 0,1 3 0 15,2 1 0-15,0 4 0 0,-1 0 0 0,2 1 0 0,1 1 0 0,-2 1 0 16,0-2 0-16,1 0 0 0,0-2 0 0,-3-1 0 16,-2-3 0-16,1-2 0 0,-1-1 0 0,-3-2 0 0,1-5 0 15,-2-1 0-15,-2-3 0 0,1-2 0 16,-4-2 0-16,1-3 0 0,-2-2 0 0,-2-2 0 0,0-2 0 0,-3-3 0 15,2-3 0-15,-4-1 0 0,1-1 0 0,-4-5 0 16,0 0 0-16,0-2 0 0,-2-1 0 0,-1-4 0 0,0 2 0 0,-1-2 0 16,4 0 0-16,-1-1 0 0,2 1 0 0,0 1 0 0,2 0 0 15,1 2 0-15,3 0 0 0,1 3 0 0,1 2 0 16,4-1 0-16,0 4 0 0,4 0 0 0,-1 3 0 0,2 2 0 16,3-1 0-16,0 2 0 0,3 0 0 0,0 3 0 15,2 2 0-15,-2 2 0 0,0 1 0 0,3 3 0 0,-3 1 0 16,-1 1 0-16,2 3 0 0,0 4 0 0,-3 0 0 0,2 5 0 15,-3-1 0-15,-1 4 0 0,0 0 0 0,-1 4 0 0,-4-1 0 16,1 1 0-16,-3 3 0 0,-3-2 0 0,1 0 0 16,-2 0 0-16,-4-2 0 0,3-1 0 0,0 0 0 0,1 0 0 15,-1-4 0-15,0 1 0 0,-1-5 0 0,5 1 0 16,-3-4 0-16,1-3 0 0,-3 0-263 0,-1-3-156 0,-2-2-111 16,3-3-130-16,2-1-99 0,4-6-94 0,2-2-122 15,1-1-83-15,0 0 5 0,2-2 79 0</inkml:trace>
  <inkml:trace contextRef="#ctx0" brushRef="#br0" timeOffset="88359.9766">13791 4039 910 0,'-1'-3'1054'0,"-1"2"76"0,2 0-108 0,-1-1-152 16,1 2-171-16,1-2-147 0,-1 2-117 0,2 2-119 16,-1 1-98-16,1 3-66 0,1-1-40 0,0 5-26 0,1 2-13 15,0 1-7-15,0 1-4 0,2 1-2 0,0 0-3 16,0 1-7-16,2-2-4 0,0 0-7 0,0 1-5 0,0-4-7 15,0 1-4-15,3-3-3 0,-2-1-5 0,0-3-2 0,1-2-3 16,0-1 1-16,0-4-2 0,0-1 1 0,0-4-1 16,0-1-9-16,0-2 0 0,-2-3 0 0,0-3 0 0,0 0 0 15,0 0 0-15,-3-2 0 0,-2-2 0 0,0-1 0 16,-1 0 0-16,-2-1 0 0,0 0 0 0,-2 2 0 0,1 0 0 16,-3 1 0-16,1 2 0 0,2 3 0 0,-3 1 0 15,0 1 0-15,2 3 0 0,1 2 0 0,-1 1 0 0,-1 1 0 16,3 2 0-16,-2 3 0 0,2 0 0 0,0 3 0 0,0 4 0 15,2 0 0-15,0 2 0 0,-1 4 0 0,2-1 0 16,3 3 0-16,-1 2 0 0,2-1 0 0,-1 1 0 0,4-1 0 16,0 1 0-16,3-2 0 0,0-3 0 0,-1 0 0 0,6-3 0 15,-2-1 0-15,1-3 0 0,-1-3 0 0,1-4 0 16,2-1 0-16,-3-4 0 0,0-4 0 0,3-2 0 0,-5-2 0 16,2-3 0-16,-3-3 0 0,-1-2 0 0,-2-1 0 0,-2-3 0 15,-1 0 0-15,-4-1 0 0,-1-4 0 0,-4 1 0 0,-5-5 0 16,1 2 0-16,-3-4 0 0,0 5 0 0,-2 1 0 15,1 1 0-15,2 4 0 0,-4 3 0 0,2 3 0 0,1 4 0 16,-2 2 0-16,3 5 0 0,0 1 0 0,3 3 0 0,0 3 0 16,-1 3 0-16,3 3 0 0,-2 4 0 0,2 4 0 15,2 4 0-15,-1 1 0 0,4 3 0 0,-2 4 0 0,1 1 0 16,2 1 0-16,2 0 0 0,-2 0 0 0,3 2 0 16,2-1 0-16,0 2 0 0,0-2 0 0,6 1 0 15,-4-4 0-15,4 2 0 0,-3-4 0 0,1-3 0 0,-2-2 0 0,1-2 0 16,-1-4 0-16,1-2 0 0,-1-4 0 0,-2-2 0 15,2-4 0-15,-3 0 0 0,-1 0-296 0,-1-3-361 0,-2-1-118 16,0-4-113-16,-1-3-136 0,-2 2-102 0,-2-1-23 0,-2 3 40 16,0-2 108-16</inkml:trace>
  <inkml:trace contextRef="#ctx0" brushRef="#br0" timeOffset="88493.3441">14299 3840 435 0,'-1'1'933'0,"-3"1"97"0,1 1-26 0,1-3-99 16,2 0-88-16,2 0-104 0,3 0-88 0,1-2-65 15,7-1-93-15,1-1-91 0,3-2-66 0,1 0-295 0,4-3-15 16,3 0 0-16,2-3 0 0,1-2 0 0,4-1 0 0,0 0 0 15,-1-1 0-15,1-2 0 0,1 0 0 0,-3 0 0 16,0 1 0-16,-3 2 0 0,-2 5-272 0,-1 2-352 0,0-1-188 16,-2 3-248-16,-3 1-125 0,2 3-42 0,-6 5 16 15,-2 3 53-15</inkml:trace>
  <inkml:trace contextRef="#ctx0" brushRef="#br0" timeOffset="89625.9905">19981 5905 224 0,'-3'0'871'16,"0"0"78"-16,-1 0 42 0,0 0-136 0,0 0-126 0,0 0-127 0,3-1-102 15,-1 1-67-15,2-2-63 0,2 2-73 0,-1 0-73 16,3 0-52-16,-3 0-34 0,4 0-16 0,4 3-6 0,-1-1-2 16,5 2 4-16,3 0 6 0,1-1 6 0,5 2-19 15,2 0-111-15,4-2 0 0,4 1 0 0,1-1 0 0,7-1 0 16,2-1 0-16,4-2 0 0,2-1 0 0,1-1 0 16,3-1 0-16,0 1 0 0,-3-2 0 0,3 0 0 15,-3 2 0-15,-3-2 0 0,1 0 0 0,-4 2 0 0,-3-2 0 0,-4 3 0 16,0-1 0-16,-8 0 0 0,0 0 0 0,-4 1 0 15,-4-1 0-15,-5 0 0 0,-2 0 0 0,-3 0 0 0,-3 1 0 16,-6-2 0-16,-1 1 0 0,-1-1-67 0,-8 0-234 16,-2 2-49-16,-4-1-62 0,-6 0-63 0,0-2-80 0,-4 1-53 0,0-4-22 15,-2 2 0-15,-3-1 24 0,0-1 61 0,0 1 81 16,0-1 83-16,-2 0 114 0,2 3 99 0,2-3 75 0,2 2 57 16,3 2 43-16,-1-1 37 0,5 1 41 0,2-1 52 15,3 3 58-15,2-2 57 0,4 1 44 0,2 1 40 16,3-2 50-16,-2 1 57 0,4 0 37 0,-1 2 2 0,2-1-27 0,3 0-36 15,2 0-31-15,1 1-29 0,2-1-47 0,2 0-61 16,1-1-51-16,0 3-32 0,2-2-19 0,1 2-17 16,-1 2-12-16,0 0-10 0,2 1-6 0,0 2-1 0,0 3-9 15,-1 1-13-15,-3 0-81 0,2 2 0 0,-2 2 0 0,-3 0 0 16,-2 4 0-16,1 0 0 0,-5 1 0 0,2-1 0 0,-6 5 0 16,-2-2 0-16,-3 3 0 0,-1 0 0 0,-2-1 0 15,-3 1 0-15,-2-1 0 0,1 1 0 0,-2-2 0 16,1 0 0-16,-2 0 0 0,0-2 0 0,1-1 0 0,2-1 0 15,-2-4 0-15,2-1 0 0,3-1 0 0,0-2 0 0,-2 0 0 16,5-2-353-16,0-2-155 0,-1-1-141 0,4-2-121 16,1-6-149-16,2-1-148 0,2-4-59 0,2-2 2 0,1-1 73 15</inkml:trace>
  <inkml:trace contextRef="#ctx0" brushRef="#br0" timeOffset="91431.7904">21477 5488 531 0,'-6'-7'848'0,"0"-1"52"0,-3 2-33 16,0 0-114-16,3 0-128 0,-1 1-102 0,-1 2-69 0,2-2-42 16,-3 0-36-16,2 2-42 0,-1 0-73 0,2 0-76 0,-1 3-54 15,-2 0-37-15,0 1-23 0,-2 2-9 0,3 2-6 16,-2 3 1-16,-4-1 5 0,3 4 5 0,-2 1 3 0,-1 1 2 15,1 2 0-15,0 3-3 0,1 0-1 0,-2 2-6 16,3 0-8-16,1 3-4 0,1 0-46 0,3 1-4 16,-1-2 0-16,4 0 0 0,2 1 0 0,2-1 0 0,2-3 0 15,2-1 0-15,3 0 0 0,3-2 0 0,2-1 0 0,2-1 0 16,2-4 0-16,0-1 0 0,-1-3 0 0,3-1 0 0,-1-3 0 16,-2-4 0-16,2-1 0 0,-1-2 0 0,-1-1 0 0,-2-3 0 15,0-1 0-15,-3-1 0 0,-2-2 0 0,0-2 0 16,-3 0 0-16,1-3 0 0,-6 2 0 0,2-3 0 0,-3 0 0 15,2-1 0-15,0 1 0 0,-2-1 0 0,0 1 0 16,0-1 0-16,0 1 0 0,-2 1 0 0,2-1 0 0,0 2 0 0,2 0 0 16,-2 0 0-16,3 4 0 0,3 0 0 0,-2 1 0 15,1 1 0-15,3 3 0 0,0-3 0 0,2 3 0 0,-2 1 0 16,1 2 0-16,2 2 0 0,0 1 0 0,0 2 0 16,2 0 0-16,0 4 0 0,-4 1 0 0,4-1 0 15,-4 1 0-15,-1 3 0 0,3 2 0 0,-4 1 0 0,-1 1 0 16,-1 2 0-16,1 1 0 0,-5 3 0 0,-1-3 0 15,0 3 0-15,0 0 0 0,-1 2 0 0,-4-3 0 0,2 1 0 16,2 0 0-16,-1-1 0 0,0-2 0 0,2 0 0 0,-1-5 0 16,1 1 0-16,1-2 0 0,1-2 0 0,0-1 0 0,1-3 0 15,3-1 0-15,-2 0 0 0,6-4 0 0,-2-3 0 16,5 1 0-16,-4-5 0 0,6 1 0 0,-1-2 0 0,-2-1 0 16,2-2 0-16,-1-2 0 0,0 1 0 0,-2-1 0 0,0 0 0 15,1 0 0-15,-3 2 0 0,-1-1 0 0,1 2 0 0,-3-1 0 16,-3 5 0-16,1-2 0 0,-3 5 0 0,1 1 0 0,-1-1 0 15,-1 4 0-15,0-2 0 0,-1 3 0 0,-1 1 0 16,2 2 0-16,-1 2 0 0,1 1 0 0,1 3 0 0,-1 3 0 16,3-1 0-16,-1 3 0 0,1 1 0 0,2 2 0 15,2-1 0-15,2 1 0 0,0-1 0 0,5 2 0 0,1-3 0 16,0 0 0-16,3-1 0 0,1-3 0 0,3 0 0 16,-3-2 0-16,5-3 0 0,-3-1 0 0,0-2 0 0,1-3 0 15,0-3 0-15,-2-2 0 0,2-3 0 0,-4 0 0 0,0-4 0 16,1-2 0-16,-5-2 0 0,4-1 0 0,-6-4 0 0,-1 2 0 15,0-4 0-15,-3-2 0 0,0-1 0 0,-5-1 0 16,0-3 0-16,-3-1 0 0,-1-2 0 0,-2-3 0 16,-2 0 0-16,-1 1 0 0,-1 2 0 0,-1 5 0 0,0-1 0 15,-1 5 0-15,3 2 0 0,-1 4 0 0,1 4 0 0,-2 2 0 16,5 3 0-16,-2 2 0 0,2 2 0 0,2 4 0 0,-3 1 0 16,3 3 0-16,-3 3 0 0,1 1 0 0,2 5 0 0,-2 2 0 15,1 1 0-15,2 4 0 0,2 4 0 0,1-1 0 16,0 2 0-16,2 2 0 0,1-1 0 0,1 2 0 0,2 0 0 15,0 0 0-15,-1 0 0 0,0-1 0 0,2-1 0 16,-2 1 0-16,0-5 0 0,0 0 0 0,-1-2 0 0,0-4 0 0,-1-1 0 16,-1-4 0-16,-2-1 0 0,0-1-136 0,2-2-117 15,-5-3 17-15,0 0 16 0,0-3 16 0,0-2 26 0,0-1 25 16,0-2 27-16,0 1 23 0,1-2 32 0,-1 0 33 16,2-1 34-16,-1 1 28 0,1-2 28 0,0 1 22 15,-1-3 26-15,2 3 21 0,1-2 14 0,1 0 5 0,-1 2 2 16,2-2 2-16,1 0-1 0,1 3-6 0,0-2-8 15,2 2-11-15,-1 0-9 0,2-1-8 0,1 1-48 0,-1-2-53 0,1 1 0 16,3 1 0-16,0-1 0 0,-1-1 0 0,0 0 0 16,0 1 0-16,-1-1 0 0,1 2 0 0,-3-1 0 0,-1 1 0 15,0 1 0-15,-3-1 0 0,-1 2 0 0,-1 1 0 16,-2-1 0-16,2 3 0 0,-4 0 0 0,-1 1 0 0,0 1 0 16,0 0 0-16,0 3 0 0,-1-1 0 0,1 2 0 0,-5 5 0 15,4 0 0-15,-1 4 0 0,1 2 0 0,-1 2 0 0,0 3 0 16,2 2 0-16,0 1 0 0,0 3 0 0,0 0 0 15,2 3 0-15,0-2 0 0,-2 4 0 0,0-2 0 0,0 2 0 16,0-4 0-16,0 0 0 0,0-1 0 0,0-4 0 16,0-3 0-16,0-1 0 0,0-4 0 0,1-4 0 0,-1-1 0 15,2-4 0-15,-2-2 0 0,0-1 0 0,0-3 0 0,0-5 0 16,0 0 0-16,0-3 0 0,0-2 0 0,-2-4 0 0,2-3 0 16,-1 0 0-16,-1-3 0 0,0-3 0 0,-2 0 0 15,0-4 0-15,3 0 0 0,-3-3 0 0,3 0 0 0,-1-2 0 16,2 2 0-16,2-1 0 0,-1 0 0 0,3 2 0 15,1 1 0-15,-1 2 0 0,3 2 0 0,0 1 0 16,0 3 0-16,-1 1 0 0,2 4 0 0,1 0 0 0,-2 3 0 16,1 3 0-16,-2 2 0 0,1 1 0 0,2 3 0 0,0 0 0 15,1 1 0-15,2 4 0 0,0 1 0 0,-3 1 0 0,4 2 0 16,-5 2 0-16,0 2 0 0,-1 1 0 0,1 1 0 0,-3 1 0 16,-2 2 0-16,-1 1 0 0,-2 0 0 0,-2 0 0 15,-1-1 0-15,-2 0 0 0,-1 2 0 0,-2-2 0 0,0 0 0 16,0-5 0-16,0 1 0 0,-1 0 0 0,1-1 0 15,2-2 0-15,-1-1 0 0,1-1 0 0,1-1 0 16,2-3 0-16,0 1 0 0,1 0 0 0,1-3 0 0,-1 2 0 0,2-2 0 16,2 0 0-16,-1 0 0 0,-1 0 0 0,2 0 0 0,0 0 0 15,-1 1 0-15,1 1 0 0,1-2 0 0,0 3 0 16,2-1 0-16,-1-1 0 0,3 1 0 0,-1 2 0 0,5-1 0 16,-1 0 0-16,-1-2 0 0,1 1 0 0,2-2 0 15,1 0 0-15,3 0 0 0,-5-2 0 0,3 1 0 0,-4-2 0 0,1-2 0 16,1 0 0-16,-1-3 0 0,1 0 0 15,0-1 0-15,-1-2 0 0,0 2 0 0,-1-4 0 0,-2 1 0 16,0-3 0-16,1 2 0 0,-3-2 0 0,1-2 0 0,-1 4 0 16,-1-2 0-16,-1 3 0 0,1-1 0 0,-2 3 0 0,-1 3 0 0,-2-1 0 15,0 1 0-15,-2 4 0 0,2-1 0 0,0 3 0 16,0 0 0-16,0 1 0 0,0 1 0 0,-1 4 0 0,-1 1 0 16,0 1 0-16,-1 3 0 0,2 1 0 0,-2 3 0 0,1-1 0 15,2 1 0-15,0 0 0 0,0 2 0 0,5-4 0 0,-4 1 0 16,4-1 0-16,0-1 0 0,1-1 0 0,2-2 0 15,1-1 0-15,1-1 0 0,3-3 0 0,-1 1 0 0,3-6 0 0,4-2 0 16,-2 0 0-16,4-3 0 0,1-4 0 0,0-1 0 0,-1-1 0 16,1-2 0-16,-1-2 0 0,-3-1 0 0,3-1 0 15,-5 0 0-15,-1-4 0 0,0-1 0 0,-1 0 0 0,-5-5 0 16,1 0 0-16,-1 0 0 0,-2-3 0 0,-1 2 0 0,-1 0 0 16,1 3 0-16,-5 2 0 0,1 1 0 0,-2 5 0 0,-2 2 0 0,2 2 0 15,-1 6 0-15,-4 0 0 0,4 3 0 16,-1 1 0-16,-1 2 0 0,0 3 0 0,0 3 0 0,-2 2 0 0,-2 2 0 15,0 2 0-15,0 3 0 0,1 1 0 0,-1 5 0 16,3 2 0-16,-4 2 0 0,5 1 0 0,0 0 0 0,1 4 0 16,0-2 0-16,2 4 0 0,0-1 0 0,2 2 0 0,1-1 0 15,1 1 0-15,0-1 0 0,1-1 0 0,-1-1 0 0,1 0 0 16,2-3 0-16,-1-2 0 0,3-2 0 0,-1-4 0 0,0-2 0 16,-3-2 0-16,3-4 0 0,0-1-431 0,0-6-757 0,1-4-126 15,2-3-23-15,-3-1 28 0,2-3 62 0,-3 2 106 0</inkml:trace>
  <inkml:trace contextRef="#ctx0" brushRef="#br0" timeOffset="91584.9645">23563 5521 942 0,'5'-1'1176'0,"-1"-1"70"0,5 2 60 0,-4-1-180 0,3-2-202 15,0 1-161-15,1-1-143 0,1 0-533 0,1-1-87 0,3-1 0 16,-1-1 0-16,4-1 0 0,-1-1 0 0,3 0 0 0,0 0 0 16,-1 0 0-16,-1-2 0 0,-3 2 0 0,2-1 0 15,-3 0 0-15,0 0 0 0,-3 2 0 0,-2-1 0 16,-3 2 0-16,-3 2 0 0,-5 2-435 0,-2 2-387 0,-2 0-168 15,-3 0-165-15,-2 2-68 0,-2 1 0 0,-3 1 42 16,1 4 104-16</inkml:trace>
  <inkml:trace contextRef="#ctx0" brushRef="#br0" timeOffset="93274.2718">13064 915 254 0,'-8'6'892'0,"3"-3"89"15,-1 1 25-15,-2-1-131 0,4 1-125 0,0 0-127 0,-2-1-98 16,4-3-59-16,1 0-53 0,-1 3-64 0,2-2-52 16,2-1-32-16,-1 1-16 0,-1-1-9 0,2 0-235 0,-2 0-5 15,0 0 0-15,0 0 0 0,3 0 0 0,-3 0 0 0,2 0 0 16,-1 0 0-16,3 0 0 0,0 0 0 0,6-1 0 0,-2-3 0 0,1 4 0 16,5-3 0-16,1-2 0 0,2 1 0 0,2-2 0 0,3 0 0 15,3-3 0-15,2 0 0 0,2 0 0 0,-1-2 0 0,4 1 0 16,-2-2 0-16,1 1 0 0,-1 1 0 0,0-1 0 0,-1 1 0 15,1 1 0-15,-3-1 0 0,-2 2 0 0,1 2 0 0,-3-3 0 16,-4 3 0-16,2 0 0 0,-2-2 0 0,-3 2 0 0,-1 0 0 16,-2 2 0-16,-6 2 0 0,-3 2-235 0,-4 2-531 0,-3 1-71 15,2 0-81-15,-4-1-133 0,-2 5-77 0,-1-3-9 0,-6 4 62 16,1-2 102-16</inkml:trace>
  <inkml:trace contextRef="#ctx0" brushRef="#br0" timeOffset="93508.0732">13434 862 197 0,'-3'0'936'0,"1"0"110"0,-1 0 15 16,2 0-101-16,-1 0-106 0,0 0-126 0,2 0-108 16,0 0-81-16,-1 0-92 0,-1 0-80 0,2 0-59 0,-1 2-181 0,1-2-127 15,0 1 0-15,0 1 0 0,0-1 0 0,0 2 0 16,0 0 0-16,1 1 0 0,-1 3 0 0,2-1 0 0,-1 3 0 16,-1 0 0-16,2 3 0 0,1 0 0 0,-1 1 0 0,-1 3 0 15,1-2 0-15,1 2 0 0,-1 1 0 0,-1 1 0 0,3 0 0 0,-3 2 0 16,4-1 0-16,-4 2 0 0,1 0 0 0,-1 2 0 0,1-1 0 15,1-1 0-15,0 0 0 0,2-1 0 0,2-4 0 0,-3 2 0 16,-4 0 0-16,-3-1-279 0,2-1-575 0,1-2-118 16,0-4-178-16,0-1-73 0,-3-1 2 0,-2-3 44 15,0 3 108-15</inkml:trace>
  <inkml:trace contextRef="#ctx0" brushRef="#br0" timeOffset="93739.9794">13254 1519 315 0,'-6'8'1078'0,"-2"-2"85"16,1 0 67-16,2-3-115 0,1 0-157 0,1-2-173 0,1 0-137 0,1 1-119 16,-1-2-160-16,2 0-369 0,0 0 0 0,2 0 0 15,-1-2 0-15,2 1 0 0,1 0 0 0,2-2 0 0,0 0 0 16,2-2 0-16,2 1 0 0,0-2 0 0,2 0 0 16,2-2 0-16,-2 2 0 0,3-2 0 0,2 0 0 0,0-2 0 0,-1 2 0 15,3-2 0-15,-1 0 0 0,2 1 0 0,-4 0 0 0,3-2 0 16,0 3 0-16,0-3 0 0,3-1 0 0,0 0 0 0,-1 0 0 15,-1 2 0-15,-1 0-518 0,-3 2-321 0,5-6-114 16,-1-1-179-16,1-2-67 0,1 1 0 0,-3 0 43 0,0 1 108 16</inkml:trace>
  <inkml:trace contextRef="#ctx0" brushRef="#br0" timeOffset="93953.1251">13811 1077 82 0,'-7'3'983'0,"2"0"89"16,2-1 67-16,-2 2-113 0,2-3-148 0,2 1-171 16,1-2-136-16,0 0-113 0,0-2-104 0,1 1-76 0,2 1-56 15,1-2-40-15,2 0-32 0,0 1-62 0,4-2-88 0,-1 0 0 0,2 2 0 16,0-4 0-16,0 2 0 0,-1-1 0 0,2 1 0 16,-2-2 0-16,0 1 0 0,2-1 0 0,-1 1 0 0,2-1 0 15,-2 1-64-15,0-1-166 0,-2 2-75 0,-1 2-92 0,-1-1-109 16,-1 1-132-16,7-4-111 0,-4-1-121 0,2-3-148 0,0 2-48 15,0 0 26-15,1-1 75 0</inkml:trace>
  <inkml:trace contextRef="#ctx0" brushRef="#br0" timeOffset="94374.2457">14326 760 378 0,'-2'-6'876'0,"-1"2"87"0,2-1-18 0,-3-1-109 16,1 3-107-16,0-1-117 0,1 0-86 0,-2 2-56 0,2-1-46 15,2 1-64-15,0-1-73 0,0 3-51 0,0-1-38 16,-1-1-27-16,-1 2-20 0,2 0-123 0,0 0-28 0,0 2 0 16,-1-1 0-16,1 1 0 0,-4 1 0 0,3 0 0 0,-3 3 0 15,-2 1 0-15,1 2 0 0,-4 3 0 0,1 0 0 0,-2 3 0 16,1 0 0-16,1 3 0 0,-1-1 0 0,1 3 0 0,-3-1 0 16,3 1 0-16,1 0 0 0,1 1 0 0,0 0 0 0,4-1 0 15,1 1 0-15,1-2 0 0,1-1 0 0,1-1 0 0,4-2 0 16,0-2 0-16,2-2 0 0,0 2 0 0,6-4 0 0,-2-2 0 15,2 0 0-15,2-3 0 0,1-2 0 0,1-4 0 0,0 0 0 16,3-5 0-16,-2 1 0 0,3-1 0 0,0-4 0 0,-3-3 0 0,2 1 0 16,-4-2 0-16,2 0 0 0,-2-3 0 0,-1 2 0 0,-2-2 0 15,-1-1 0-15,-3 1 0 0,1 0 0 0,-3-1 0 0,-2 1 0 16,-3 0 0-16,0 0 0 0,-3 2 0 0,0-1 0 0,-3 1 0 16,0 0 0-16,-2 3 0 0,0 1 0 0,-3 0 0 0,-1 2 0 15,0-1 0-15,-3 2 0 0,0 2 0 0,-1 1 0 0,-2-1 0 16,-2 5 0-16,2-1 0 0,-3 1 0 0,1 2 0 0,3 4 0 15,-5-3 0-15,2 1 0 0,2 2 0 0,1-3 0 16,1 4 0-16,2-2 0 0,0 1 0 0,0 2 0 0,1 2-486 0,1-1-157 16,1-1-125-16,2 2-152 0,1-2-155 0,3 0-73 15,1 3-1-15,2-2 50 0</inkml:trace>
  <inkml:trace contextRef="#ctx0" brushRef="#br0" timeOffset="94807.0706">15061 814 149 0,'-11'3'809'0,"0"-3"51"0,1 2-27 0,2-1-81 16,-4-1-73-16,4 1-80 0,0 2-70 0,2-3-53 0,0 2-37 15,2 0-33-15,1-2-53 0,0 1-72 0,1-1-58 0,2 2-41 16,0-1-30-16,0 1-14 0,0-2-11 0,2 1-4 0,0 1-43 16,-1-2-80-16,2 0 0 0,-1 0 0 0,1 0 0 0,2 2 0 15,-1-1 0-15,1-1 0 0,0 1 0 0,3-1 0 0,4 1 0 16,-2 1 0-16,4-2 0 0,2 0 0 0,1 0 0 0,1 0 0 15,4-2 0-15,0 1 0 0,0 0 0 0,2 0 0 0,1-3 0 16,0 1 0-16,-2 0 0 0,2 2 0 0,-3-4 0 0,2 2 0 16,-5-1 0-16,3 0 0 0,-2 0 0 0,-3-1 0 15,1 1 0-15,-3 0 0 0,0-1 0 0,-3-1 0 0,-2 1 0 16,0-2 0-16,-2 1 0 0,-2 0-150 0,0 2-283 0,-4-2-62 16,-2 1-115-16,-2-2-98 0,2-1-87 0,-1-1-87 0,-4-2-113 15,2 1-43-15,-5 0 44 0,2 1 77 16</inkml:trace>
  <inkml:trace contextRef="#ctx0" brushRef="#br0" timeOffset="95240.5887">15360 520 460 0,'-2'-4'871'0,"2"1"75"16,-1 0-38-16,-1 1-84 0,0 0-76 0,-2 2-89 0,2-1-78 16,2-1-52-16,-1 1-52 0,1 0-74 0,1-1-66 0,-1 0-41 15,2 2-145-15,-2-1-151 0,2 0 0 0,-2 1 0 0,0 0 0 16,0 0 0-16,0 0 0 0,0 0 0 0,0 0 0 0,0 1 0 15,0 0 0-15,-2-1 0 0,2 2 0 0,-2-2 0 0,2 3 0 16,0-2 0-16,2 2 0 0,-2 1 0 0,4 2 0 0,-2-1 0 16,0 2 0-16,1 0 0 0,0 0 0 0,0 1 0 0,0 1 0 15,2 2 0-15,-2-1 0 0,1 2 0 0,2 0 0 0,-3 0 0 16,0 3 0-16,0 1 0 0,0 1 0 0,2 1 0 0,-1 0 0 16,-1 0 0-16,1 2 0 0,-1 1 0 0,0-1 0 0,-1 0 0 15,0 2 0-15,-1-1 0 0,1 1 0 0,-1 0 0 0,-1-2 0 0,2 1 0 16,-2-2 0-16,2 1 0 0,-1-1 0 0,-1-1 0 15,4-1 0-15,-3-2 0 0,1 0 0 0,-1 0 0 0,4-3 0 16,-2 1 0-16,2-1 0 0,0 0 0 0,-2-2 0 0,2 1 0 0,-2-2 0 16,3 0 0-16,0-2 0 0,1 1 0 0,-3 0 0 15,4-4 0-15,1-1 0 0,1 0 0 0,0-1 0 0,4-2 0 16,-1 0 0-16,2-3 0 0,3 0 0 0,1-3 0 0,0-2 0 0,3 0 0 16,-2-2 0-16,2 1 0 0,-2 0 0 0,0-2 0 0,-2 2 0 15,2-2 0-15,-1-1 0 0,0 0 0 0,0 0 0 0,-3-2 0 16,4 1 0-16,-3-1 0 0,0 0 0 0,-2 1 0 0,0 0-70 15,0-1-196-15,-4 2-17 0,-1 1-45 0,-1-1-57 16,-2 1-70-16,1 0-103 0,-2-2-73 0,3-1-63 0,-2-1-67 0,-3 1-86 16,-2-2-57-16,1 1 10 0,-3 1 60 0</inkml:trace>
  <inkml:trace contextRef="#ctx0" brushRef="#br0" timeOffset="95823.7029">15444 428 823 0,'-6'-1'988'0,"-1"0"76"15,1 1-117-15,1 0-126 0,2 0-132 0,-2 0-124 16,2 1-81-16,2-1-76 0,1 0-88 0,0 0-70 0,1 0-53 16,2 1-34-16,2-1-24 0,-2 2-12 0,3 0-6 0,1-1-37 15,2 1-84-15,2 1 0 0,2 0 0 0,2-2 0 0,3 2 0 16,3 0 0-16,1 0 0 0,2 0 0 0,4-1 0 0,2-2 0 15,3 0 0-15,5 0 0 0,2-2 0 0,1 1 0 0,4-4 0 16,0-1 0-16,2 0 0 0,-1-2 0 0,0 1 0 0,-2 0 0 16,0-1 0-16,-2-1 0 0,-3 2 0 0,-1-1 0 0,-6 0 0 15,2 1 0-15,-6 0 0 0,-2-1 0 0,0 2 0 0,-4 0 0 0,-2 1 0 16,-4 1 0-16,-3 1 0 0,-1-1 0 0,-4 2 0 0,-3-1 0 16,-2 0 0-16,-1 2 0 0,-2-1 0 0,0 1 0 0,0 1 0 15,0 0 0-15,-2 0 0 0,2 0 0 0,-3 1 0 0,2-1 0 16,-1 2 0-16,0-2 0 0,-1 1 0 0,2 0 0 0,-3 3 0 0,1-1 0 15,1 0 0-15,1 1 0 0,-1 0 0 0,-2 3 0 16,2-2 0-16,2 1 0 0,0 1 0 0,0 0 0 0,0-1 0 16,2 2 0-16,1 0 0 0,0 2 0 0,0 0 0 0,4 2 0 15,-3 0 0-15,4 1 0 0,1 1 0 0,0 0 0 0,0 1 0 16,2-2 0-16,-1 2 0 0,2 0 0 0,-1 0 0 0,0 0 0 0,1 1 0 16,0 0 0-16,-1-1 0 0,2-3 0 0,-2 1 0 0,0-1 0 15,1 2 0-15,-2-4 0 0,-2 1 0 0,3-1 0 16,-3-1 0-16,-2 1 0 0,1-2 0 0,-2 1 0 0,-1-1 0 0,-1-1 0 15,-3 1 0-15,0-1 0 0,0 1 0 0,-1-1 0 0,-5 0 0 0,1 3 0 16,-2-3 0-16,-1 4 0 0,-1-2 0 0,-4-1 0 16,0 2 0-16,0 0 0 0,-4-1 0 0,0 0 0 0,0 0 0 0,-1 2 0 15,-2-2 0-15,2-2 0 0,-2 2 0 0,2-1 0 0,0-1 0 16,-3 1 0-16,3-3 0 0,0 2 0 0,0-4 0 0,1-1 0 16,1 2 0-16,0-2 0 0,3 0 0 0,1 1 0 0,-3-1 0 15,-2 2 0-15,4-1-548 0,-4 0-537 0,6-3-151 16,2 0-52-16,-1 0 7 0,2 1 41 0,3 4 87 0</inkml:trace>
  <inkml:trace contextRef="#ctx0" brushRef="#br0" timeOffset="97405.4585">16147 2199 464 0,'-1'3'726'0,"-1"0"-41"0,1-1-105 0,1 1-98 0,0 1-48 16,0-1-6-16,0 0 5 0,0 2 1 0,0-2-8 15,1 4-17-15,-1-4-21 0,2 0-16 0,-1 0-38 16,-1-2-61-16,0 0-54 0,0 3-32 0,0-4-15 0,0 1-5 15,-1-1 3-15,-1 0-2 0,2 0 0 0,-1 0-97 0,-1-1-71 16,2 1 0-16,-2 0 0 0,2 0 0 0,-1 0 0 0,-1-2 0 16,2 2 0-16,0 0 0 0,0 0 0 0,0-2 0 0,0 2 0 15,0-1 0-15,0-1 0 0,0-2 0 16,0 1 0-16,0 0 0 0,0-2 0 0,0 0 0 0,0-1 0 0,-1-2 0 16,1 1 0-16,0-2 0 0,1-1 0 0,-1 2 0 0,2-3 0 15,-1 0 0-15,1 0 0 0,-2-4 0 0,2-2 0 0,-1 1 0 16,-1-1 0-16,2-3 0 0,-1 1 0 0,-1-2 0 0,0 0 0 15,2-1 0-15,-2-2 0 0,0 0 0 0,0-2 0 0,0-1 0 16,0 0 0-16,0 0 0 0,0 0 0 0,-2 0 0 0,2 0 0 16,-1-1 0-16,-1-1 0 0,-1 2 0 0,1 0 0 15,-1 2 0-15,2 1 0 0,-3-1 0 0,1 3 0 0,0 1 0 16,-1 0 0-16,0 3 0 0,1 2 0 0,0 0 0 0,0 5 0 16,1 0 0-16,1 2 0 0,-3 2 0 0,4 1 0 0,-1 1 0 15,-1 0 0-15,2 3 0 0,-1 0 0 0,1 2 0 0,-2 0 0 16,2 0 0-16,0 2 0 0,-2 2 0 0,2 1 0 0,-4 2 0 15,2 1 0-15,-1 2 0 0,0 1 0 0,1 2 0 16,-2 1 0-16,0-1 0 0,-1 1 0 0,2 0 0 0,-3 3 0 16,0-2 0-16,0-1 0 0,-3 4 0 0,2-2 0 0,-1-1 0 15,0 1 0-15,0-2 0 0,0 1 0 0,0-3 0 0,0 0 0 16,3-1 0-16,-1-1 0 0,-2-2 0 0,4-1 0 0,-1-1 0 16,0 0 0-16,0 0 0 0,-2-3 0 0,3 1 0 0,0 0 0 15,0-4 0-15,0 1 0 0,0-1 0 0,1-1 0 0,-2-3 0 16,1 2 0-16,-1-7 0 0,2 2 0 0,-3-4 0 0,1 2 0 15,0-5 0-15,-1-1 0 0,1-1 0 0,0-4 0 0,2 2 0 16,-2-1 0-16,2-2 0 0,0 3 0 0,0 3 0 0,0 1 0 16,1-1 0-16,1 2 0 0,-1 3 0 0,2-3 0 0,0 4 0 15,0 2 0-15,2-1 0 0,-1 2 0 0,1 2 0 0,1 1 0 16,-2-2 0-16,2 2 0 0,-1 1 0 0,1 1 0 0,1 0 0 16,-1 0 0-16,2 1 0 0,1-2 0 0,1 0 0 0,3 2 0 15,1-1 0-15,0 1 0 0,2 0 0 0,3 0 0 16,-2 0 0-16,3 1 0 0,3-1 0 0,-2 2 0 0,4 0 0 15,-2-1 0-15,2 1 0 0,0 2 0 0,-5-2 0 0,4 3 0 16,-4 0 0-16,0-1 0 0,-1 0 0 0,-2 3 0 0,-1-3 0 16,1 1 0-16,-2-2 0 0,0 1 0 0,-1 1 0 15,0-2 0-15,0 2 0 0,-3 0 0 0,-3 3 0 0,0 0-643 0,0 0-383 16,2 0-130-16,1-1-86 0,-1 2-10 0,-3 2 43 16,1 2 93-16</inkml:trace>
  <inkml:trace contextRef="#ctx0" brushRef="#br0" timeOffset="97905.3052">16329 2253 28 0,'-9'-2'453'0,"1"1"-40"0,0 1-36 0,2 0-24 15,-1 0-6-15,4 0 2 0,-2-2 9 0,3 0 36 0,-1 2 62 16,-1 2 48-16,2 0 21 0,2-2-3 0,-1 1-20 16,1-1-24-16,1 0-23 0,-1 0-39 0,2-1-63 0,-2 1-51 15,3-4-33-15,-2 3-22 0,2-3-158 0,1-1-89 0,1 1 0 16,1-2 0-16,2 0 0 0,1-2 0 0,2 1 0 0,5 1 0 16,-2-4 0-16,4 3 0 0,-1-4 0 0,2 3 0 15,5-2 0-15,-2-1 0 0,3 0 0 0,-1 1 0 0,1-4 0 16,-2 3 0-16,2 1 0 0,-2-1 0 0,-1 0 0 15,-1 0 0-15,-2 0 0 0,-2 2 0 0,-1 1 0 16,-4 2 0-16,-2 0 0 0,0 1 0 0,-4 0 0 0,4 1 0 16,-7 1 0-16,0-1 0 0,-3 4 0 0,-2 0-193 0,-2 0-266 15,-6 0-58-15,2 3-94 0,-3 0-79 0,0 0-45 0,0-1-23 16,-2 2-10-16,3-1 20 0,-2 4 54 0,-2-1 59 16,3 1 108-16,1 0 107 0,0-2 102 0</inkml:trace>
  <inkml:trace contextRef="#ctx0" brushRef="#br0" timeOffset="98120.3619">16563 2065 190 0,'-6'2'312'0,"0"-2"91"16,3 1 73-16,-1-1 40 0,1 0 30 0,1 0 50 0,-1 0 37 15,3 2 21-15,-1-1-8 0,1 1-39 0,0 0-54 16,0-2-43-16,0 0-57 0,0 0-84 0,0 0-62 16,0 0-46-16,0 0-103 0,0 0-158 0,0 1 0 0,1 0 0 15,-1 2 0-15,3 2 0 0,-1-1 0 0,1 3 0 0,1 1 0 16,-1 1 0-16,3 3 0 0,-2 0 0 0,0 2 0 0,0 0 0 16,0 3 0-16,-1 0 0 0,-1-1 0 0,-1 1 0 15,2 1 0-15,2-2 0 0,-4 2 0 0,2-1 0 0,-1-1 0 16,-2-2 0-16,0 1 0 0,0-1 0 0,0 2 0 0,0-1 0 15,0 0 0-15,-2 0 0 0,-2-2-4 0,-4 1-541 16,2 1-75-16,-1-3-96 0,2-2-71 0,1-2-64 16,-1-1-66-16,2 0-89 0,-2 2-10 0,-1 0 67 0</inkml:trace>
  <inkml:trace contextRef="#ctx0" brushRef="#br0" timeOffset="98303.2144">16436 2657 468 0,'-3'7'831'15,"-1"-3"33"-15,1 1-25 0,0 0-63 0,3 0-56 16,-2 0-66-16,4-4-65 0,-1 1-48 0,2-4-37 0,3 1-54 15,-1-2-74-15,3-2-57 0,2 0-60 0,4-4-259 0,0-1 0 16,3 0 0-16,4-4 0 0,0 1 0 0,2-2 0 16,2-2 0-16,2-1 0 0,2 0 0 0,-4-1 0 0,4 1 0 15,-4-2 0-15,3 4 0 0,-1-2 0 0,-2 1 0 16,-2 2 0-16,1 0 0 0,-1 2 0 0,-2-1 0 0,-4 3 0 16,-3 0-29-16,-1 0-428 0,-5 1-128 0,4-2-146 0,-4 0-169 15,-1 0-179-15,-1 0-76 0,-1 1-8 16,-2 1 47-16</inkml:trace>
  <inkml:trace contextRef="#ctx0" brushRef="#br0" timeOffset="99136.6976">16551 496 655 0,'-5'3'792'0,"0"0"-63"0,3-2-96 0,-1 2-40 15,3 1-22-15,0-1-34 0,0 1-35 0,2-1-33 0,-1 0-31 16,1-2-21-16,0 3-31 0,1-3-61 0,0 1-57 0,3-1-34 15,-1 2-19-15,0-1 1 0,-1 0-6 0,5-2-210 0,0 1 0 16,2-1 0-16,3 0 0 0,4 0 0 0,0-1 0 0,2-1 0 16,3-1 0-16,2-2 0 0,2 2 0 0,2-2 0 0,2 0 0 15,1 1 0-15,-1-3 0 0,1 1 0 0,0 2 0 0,-1-2 0 16,-1-2 0-16,0 1 0 0,-3 2 0 0,-1-1 0 0,-1-1 0 16,-1 4 0-16,-1-2 0 0,-5 2 0 0,2-1 0 0,-5-1 0 0,1 2 0 15,-4-2 0-15,-1 4 0 0,-3-2 0 0,-1 0 0 16,-3 2 0-16,-2-1 0 0,2 2 0 0,-4-1-17 0,-4 1-405 15,2-2-49-15,-2 1-57 0,-3-3-89 0,2 0-64 0,0 0-33 16,-2-1-18-16,1 0 0 0,-2 0 42 0,-1-1 58 0,-1 1 76 16,0 0 117-16,-1-2 114 0,0 3 111 0,1-3 116 0,2 3 105 15,-1-1 88-15,0-2 86 0,1 1 88 0,0 2 82 16,-2 1 73-16,2 0 43 0,4-1 38 0,-3 3 59 0,2 0 41 16,1-1 24-16,1 2-5 0,1 2-29 0,1-2-49 0,1 0-48 15,0 0-62-15,1-2-85 0,-1 2-65 0,2-1-47 16,-1-1-43-16,3 2-196 0,2-1 0 0,-2 1 0 0,3 0 0 0,1 1 0 15,3 1 0-15,-3 1 0 0,5-1 0 0,-1 3 0 16,1 0 0-16,2-1 0 0,3 2 0 0,-1 1 0 0,2 1 0 16,0 0 0-16,2-1 0 0,-4 0 0 0,4 3 0 0,-4-3 0 15,2 2 0-15,-2 1 0 0,-1 1 0 0,-2 1 0 0,-1-1 0 16,-2 1 0-16,-2-1 0 0,-4 3 0 0,0 0 0 0,-5 1 0 16,0-1 0-16,-1 3 0 0,-6 0 0 0,2-1 0 0,-4 2 0 15,0-1 0-15,-4-2 0 0,-3 5 0 0,3-4 0 0,-4-2 0 16,3 2 0-16,-4-1 0 0,4-2 0 0,0 1 0 0,1-2 0 15,-1-2 0-15,5-1 0 0,0-1 0 0,0-1 0 0,1-2 0 16,4-4 0-16,-1 2 0 0,1-3 0 0,1 2 0 0,-1 1-539 16,2-3-161-16,4-2-109 0,2-3-144 0,1-1-149 15,3-1-54-15,3 0 3 0,2-1 69 0</inkml:trace>
  <inkml:trace contextRef="#ctx0" brushRef="#br0" timeOffset="99573.9004">17886 390 717 0,'10'-14'861'0,"-2"2"25"0,1 0-64 15,-2 2-83-15,-3-1-79 0,1 4-80 0,0-2-57 0,-2 0-40 16,2 3-36-16,-4-2-61 0,-1 2-74 0,2 0-47 0,-1 0-35 16,-1 2-22-16,0 1-137 0,0 0-71 0,0 1 0 0,-3 0 0 15,-3 4 0-15,2 0 0 0,-3 1 0 0,1 3 0 0,-4 1 0 16,-1 2 0-16,2 2 0 0,-7 2 0 0,3 1 0 0,0 3 0 15,-4 1 0-15,4 1 0 0,-2 2 0 0,0 0 0 0,1 0 0 16,1 2 0-16,0 0 0 0,1 1 0 0,4 2 0 16,-1-2 0-16,4 0 0 0,2 0 0 0,1-3 0 0,4 1 0 0,1-3 0 15,2-1 0-15,3-1 0 0,1-3 0 0,3-2 0 16,1-2 0-16,2-1 0 0,2-3 0 0,2-1 0 0,3-2 0 16,0-3 0-16,4-2 0 0,-2-1 0 0,3-3 0 0,-2-1 0 0,2-4 0 15,-2 0 0-15,0-2 0 0,-1-2 0 0,-2 0 0 0,2-1 0 16,-2-2 0-16,-5 0 0 0,4 0 0 0,-5-1 0 0,-1 1 0 15,-2 0 0-15,-2 0 0 0,-5 0 0 0,-1 0 0 0,0 2 0 0,-3 0 0 16,-2-2 0-16,-4 4 0 0,0 0 0 0,-1 3 0 0,-2-3 0 16,-3 3 0-16,0 0 0 0,-4 2 0 0,3-1 0 0,-2 0 0 15,-3 2 0-15,0-1 0 0,1 5 0 0,-1-3 0 0,-2 5 0 16,1-1 0-16,1 0 0 0,-1 2 0 0,4-1 0 0,-4 2 0 16,4 0 0-16,0 2 0 0,-1-1 0 0,3 2 0 15,0 0 0-15,2-1 0 0,-3 3-36 0,0 0-486 16,1 1-92-16,0-1-117 0,0-3-119 0,3 0-178 0,0-2-86 0,-1 2-19 0,1-1 37 15,0-1 100-15</inkml:trace>
  <inkml:trace contextRef="#ctx0" brushRef="#br0" timeOffset="100053.0551">17804 144 448 0,'2'-6'712'0,"-2"1"-57"16,0-1-81-16,2 2-49 0,-2-1 4 0,1 2 6 0,-1 2-1 15,-1 1-15-15,1 0-27 0,-2 0-35 0,0 0-33 0,2 0-52 16,-1-2-77-16,-1 0-61 0,2 1-41 0,-1 0-27 0,1 1-20 16,-2 0-14-16,2 0-12 0,-2 0-15 0,2 0-82 0,-1 1-23 15,-3 0 0-15,3 3 0 0,-2 0 0 0,-3 4 0 0,-1 1 0 16,1 0 0-16,-2 3 0 0,-3-1 0 0,1 5 0 15,1-1 0-15,-2 0 0 0,1 1 0 0,1 1 0 0,-2-1 0 16,3-1 0-16,2 0 0 0,-2-3 0 0,0 1 0 0,3-3 0 16,2-2 0-16,0 2 0 0,1-3 0 0,1-1 0 0,1-1 0 15,0-2 0-15,1-2 0 0,2-1 0 0,1 0 0 0,0-3 0 16,6-1 0-16,-2-3 0 0,0 0 0 0,1 0 0 16,4-4 0-16,-2-1 0 0,1-1 0 0,-1-1 0 0,2-1 0 15,1 0 0-15,-2-2 0 0,-2 3 0 0,2-1 0 0,-3-2 0 16,3 2 0-16,-2 0 0 0,0 2 0 0,1 1 0 0,-3 1 0 15,-2 2 0-15,0 0 0 0,-1 3 0 0,1 0 0 0,-1 2 0 16,-2 0 0-16,0 2 0 0,2 2 0 0,-1 0 0 0,0 0 0 16,4 2 0-16,-2 5 0 0,4-1 0 0,-1 3 0 0,-1 1 0 15,0 2 0-15,2 3 0 0,0 0 0 0,0 3 0 0,-2 0 0 16,3 2 0-16,-3-1 0 0,-2 2 0 0,-1 2-224 0,-2-2-612 16,-3 0-246-16,0-2-149 0,-1 2-51 0,-6 1 8 15,-4 1 49-15</inkml:trace>
  <inkml:trace contextRef="#ctx0" brushRef="#br0" timeOffset="101156.849">17069 2121 63 0,'-1'-2'716'0,"-1"2"24"16,0 0-79-16,2-1-101 0,2 1-57 0,-2-2-30 0,2 0-14 15,-1 2-21-15,1 2-25 0,-1 0-31 0,5-2-26 16,-1 0-26-16,2 0-43 0,-1 0-52 0,2 0-57 0,1-4-41 16,1 3-28-16,0-2-20 0,0 0-11 0,-2 2-13 0,2-2-10 15,1 0-11-15,-3-1-11 0,0 2-11 0,-2 0-8 16,3-1-10-16,-4 0-12 0,2 2-13 0,-4-2-15 15,2 3-16-15,-4-2-20 0,1 0-16 0,-1 2-23 0,-1 0-21 16,0 0-24-16,-1 0-32 0,-1 0-34 0,-1 0-32 0,-2 2-19 16,2 0-12-16,-2-1 0 0,-1 1 8 0,-3-1 21 0,0 2 37 15,1-1 52-15,-1-1 59 0,5 1 49 0,-3-1 43 16,2 0 41-16,2-1 47 0,-2 0 52 0,-1 0 59 0,3 2 54 16,-2 0 35-16,0-1 23 0,2 1 13 0,2 1-1 0,1-3-8 15,0 0-21-15,0 0-34 0,1 0-37 0,1 0-28 16,1-2-19-16,0 1-16 0,2-2-7 0,3-1-18 0,-2 0-17 15,2-2-17-15,0 2-20 0,1-2-18 0,2-2-14 16,1 2-11-16,0 0-9 0,1-1-11 0,-1 0-12 0,0 2-12 16,0 0-15-16,1-1-20 0,-2 0-25 0,-1 0-29 15,0 2-35-15,-2 1-42 0,0-1-68 0,0 3-88 0,-2-2-119 16,-1 2-129-16,0-5-120 0,2 4-148 0,2-1-136 0,-5-2-48 16,1 4 25-16,0 0 71 0</inkml:trace>
  <inkml:trace contextRef="#ctx0" brushRef="#br0" timeOffset="101752.8561">17779 1851 514 0,'0'-3'695'0,"-1"0"-55"0,-3 0-88 0,4-2-72 16,-1 2-22-16,-1 0 10 0,0 0 6 0,-1 2-5 16,0-1-20-16,0 2-30 0,1-1-26 0,1 1-30 15,-4-2-53-15,5 1-72 0,-1 1-55 0,-1-2-37 0,1 2-23 16,-1 2-17-16,0-2-13 0,-1 0-11 0,-2 3-9 15,0-2-9-15,-4 4-6 0,1 1-4 0,-1 0 2 0,-4 3 6 16,2 0 4-16,1 1 9 0,-4 2-48 0,2 2-27 16,0 0 0-16,-2 3 0 0,1-2 0 0,1 2 0 0,-1 1 0 0,-1 0 0 15,3 2 0-15,1 2 0 0,1-3 0 0,3 2 0 16,1-3 0-16,2 0 0 0,1-3 0 0,4-1 0 0,-1 1 0 16,4-3 0-16,2-1 0 0,2-3 0 0,0 0 0 15,4-2 0-15,1-3 0 0,1-2 0 0,2-2 0 0,2-1 0 16,-2-2 0-16,5-4 0 0,-2-1 0 0,2 0 0 0,-2-1 0 15,1-2 0-15,-1-2 0 0,1-1 0 0,-2-1 0 0,0-1 0 16,0-1 0-16,-3 0 0 0,-1 2 0 0,-2-2 0 16,-2 0 0-16,2-1 0 0,-4 0 0 0,-2 1 0 0,0 0 0 15,-4 0 0-15,1 0 0 0,-3 2 0 0,-1-1 0 16,0 1 0-16,-3 1 0 0,1 1 0 0,-2 1 0 0,-2 1 0 16,-1 1 0-16,1 1 0 0,-1 2 0 0,-2 1 0 15,3 1 0-15,-2-1 0 0,0 3 0 0,-3 1 0 0,1 2 0 16,2 1 0-16,-2 1 0 0,0-1 0 0,0 3 0 0,1 0 0 15,-2 0 0-15,1 2 0 0,-2-1 0 0,2 1 0 0,1 0 0 16,-2 5-242-16,0-2-224 0,1 2-118 0,-1-2-128 16,5 0-134-16,-1 0-184 0,3-1-83 0,-1 1-17 0,2 1 49 15,-5-3 98-15</inkml:trace>
  <inkml:trace contextRef="#ctx0" brushRef="#br0" timeOffset="103568.4682">18078 1038 277 0,'1'-3'413'15,"-1"0"-46"-15,2-1-46 0,-2 2-39 0,2-3-25 16,-1 2-3-16,-1-1 5 0,0-1 2 0,2 1 5 0,-1-1-1 16,1 1-5-16,1-1-4 0,2 1 3 0,-4-1 7 0,-1 1 13 15,2-3 17-15,-1 5 9 0,-1-3 2 0,0 3-2 0,0-2-13 16,0 1-28-16,0 0-36 0,0 2-41 0,0-3-35 0,0 2-21 15,0-1-14-15,0 1-7 0,0 1-6 0,0-1-5 16,0 0-8-16,0 2-11 0,0-1-7 0,0 1-13 0,0 0-8 16,-1 0-11-16,-1 1-7 0,2-1-6 0,0 0-6 0,0 2-4 15,0 0-5-15,-1 1-3 0,1 0-1 0,-2-1 1 0,2 3 4 16,0 1 3-16,0 2 3 0,-3 0 4 0,3 2 2 0,-1 2 5 16,-1 0 4-16,0 1 4 0,-1 2-35 0,0 2-4 0,1 1 0 15,-2 0 0-15,0 1 0 0,0 1 0 0,-2 2 0 16,-1 1 0-16,2-1 0 0,1 2 0 0,-3-1 0 0,0 0 0 15,0 1 0-15,-1-3 0 0,0 2 0 0,2-2 0 0,-2-1 0 16,3-2 0-16,1-2 0 0,-1 1 0 0,1-4 0 0,0-1 0 16,-2 0 0-16,3-3 0 0,1-2 0 0,0 1 0 15,2-2 0-15,-1-2 0 0,-1 0 0 0,2-1 0 0,-2-2 0 16,2 1 0-16,0-2 0 0,-1 1 0 0,-1-1 0 16,2-1 0-16,0 1 0 0,0-3 0 0,0 0 0 0,0-1 0 15,0 0 0-15,2-2 0 0,-1 2 0 0,-1-3 0 16,2 0 0-16,1-2 0 0,1-1 0 0,-1-1 0 0,3-2 0 15,-2 1 0-15,3 0 0 0,-1-4 0 0,-1 2 0 0,0-1 0 16,2-2 0-16,-2-1 0 0,2-1 0 0,-1 1 0 0,-1-2 0 16,3 2 0-16,-2 0 0 0,0-1 0 0,-1-1 0 0,0 2 0 15,3 0 0-15,-5 0 0 0,2 2 0 0,-2 0 0 0,0 0 0 16,2 1 0-16,-2 2 0 0,0-1 0 0,2 1 0 0,-2 1 0 16,-2 1 0-16,3 1 0 0,-3 1 0 0,1 1 0 0,-1 0 0 15,-1 1 0-15,0 2 0 0,2-2 0 0,-2 3 0 0,2-1 0 16,-2 1 0-16,0 2 0 0,0-1 0 0,0 1 0 15,1 0 0-15,-1 0 0 0,0 1 0 0,0-1 0 0,0 2 0 16,0-1 0-16,0 1 0 0,0 0 0 0,0 0 0 16,0 0 0-16,0 0 0 0,0 0 0 0,0 0 0 0,0 0 0 15,0 1 0-15,0-1 0 0,0 3 0 0,0-1 0 0,0 0 0 16,-1 2 0-16,-1-1 0 0,2 1 0 0,-2 2 0 0,2 0 0 16,-1 2 0-16,-1 0 0 0,2 2 0 0,-1 0 0 0,1 1 0 15,-4 1 0-15,3 1 0 0,-2 2 0 0,-2 0 0 0,2 3 0 16,-2 0 0-16,0 3 0 0,1 1 0 0,-1-1 0 0,0 4 0 15,-3-1 0-15,2 0 0 0,0 0 0 0,-2 0 0 16,0 0 0-16,2-1 0 0,-1 0 0 0,1 0 0 0,1-1 0 16,-1-3 0-16,1 1 0 0,0-2 0 0,2-3 0 15,0-1 0-15,0-1 0 0,-1-2 0 0,1-3 0 0,2 0 0 0,-4 0 0 16,4-4 0-16,-1 1 0 0,2-2 0 0,0 0 0 16,0-2 0-16,0 0 0 0,0 1 0 0,0-2 0 0,0 0 0 15,0-2 0-15,0 0 0 0,2-1 0 0,-1-3 0 0,1 0 0 16,2-3 0-16,-1-2 0 0,1 1 0 0,1-4 0 15,-1-1 0-15,3 1 0 0,0-5 0 0,1-2 0 0,2-1 0 16,-2-2 0-16,1-2 0 0,1-2 0 0,-1-2 0 16,2-4 0-16,-3 3 0 0,-1-2 0 0,-1 1 0 0,2-1 0 0,-4 4 0 15,3 0 0-15,-4 4 0 0,2 1 0 0,-2 1 0 16,0 2 0-16,2 3 0 0,-4 5 0 0,1-1 0 16,-1 4 0-16,-1 2 0 0,2 1 0 0,-2 2 0 0,0 1 0 15,0 1 0-15,0 1 0 0,0 1 0 0,0 1 0 0,0 1 0 16,0 1 0-16,-2 1 0 0,2 4 0 0,-3 1 0 0,2 4 0 15,-1 0 0-15,-2 2 0 0,2 3 0 0,-1 1 0 0,0 3 0 16,-1 0 0-16,1 1 0 0,-2 3 0 0,1 0 0 0,-1 2 0 16,0-1 0-16,2 1 0 0,-2-2 0 0,2 1 0 0,-2-1 0 15,2-1 0-15,-3-1 0 0,3-4 0 0,-2-1 0 0,0-1 0 16,2-6 0-16,0 2 0 0,1-5 0 0,-1-1 0 0,2 2-30 16,-3-2-450-16,-2 0-87 0,3-2-126 0,3-5-113 15,-1-3-129-15,1-2-131 0,0-5-45 0,0 0 22 16,-2 1 89-16</inkml:trace>
  <inkml:trace contextRef="#ctx0" brushRef="#br0" timeOffset="103983.8543">18054 877 739 0,'-1'-7'801'0,"1"-1"-65"15,0 3-94-15,0-3-46 0,0 3-36 0,-2 1-43 0,2-1-38 16,-2 2-34-16,2 0-35 0,0 0-33 0,0 0-49 0,0 1-72 15,0 1-64-15,0-2-40 0,0 3-26 0,-1-1-20 0,1 1-8 16,-2 0-5-16,2 1-7 0,-1-1-12 0,1 3-8 16,-4-2-7-16,1 6 2 0,0-1 9 0,-5 1 4 0,2 4-27 15,-2 1-47-15,1 0 0 0,-2 0 0 0,1 0 0 0,2 0 0 16,-1 0 0-16,-2-1 0 0,3 1 0 0,-1 1 0 0,3-3 0 16,0 0 0-16,1-1 0 0,0-4 0 0,0 1 0 0,0-1 0 15,3-2 0-15,-1-1 0 0,1 0 0 0,-2 0 0 0,2-1 0 16,0-1 0-16,0 0 0 0,2-1 0 0,-2 1 0 0,1-2 0 15,1-2 0-15,2-1 0 0,-1 1 0 0,2-3 0 0,1 2 0 16,-1-2 0-16,3-3 0 0,3 2 0 0,-1-2 0 0,1 0 0 16,1 1 0-16,1 0 0 0,0 1 0 0,-1 1 0 15,4 1 0-15,-3-1 0 0,0 2 0 0,2 0 0 0,-2 4 0 16,1-2 0-16,-1 3 0 0,2 0 0 0,-2 0 0 0,1 1 0 16,1 1 0-16,0 1 0 0,-2 0 0 0,0 0 0 0,1 1 0 15,-3-1 0-15,3 2 0 0,-4-2 0 0,0 0 0 0,0 0 0 16,-2-2 0-16,2 1 0 0,-2-1 0 0,-1-1 0 0,0-1 0 15,-2 1 0-15,-2 0 0 0,-1 0-172 0,-4 3-398 0,0-3-149 16,2 0-155-16,-1-3-214 0,-1 0-88 0,-3-2-14 16,0 5 35-16,1 0 92 0</inkml:trace>
</inkml:ink>
</file>

<file path=ppt/ink/ink2.xml><?xml version="1.0" encoding="utf-8"?>
<inkml:ink xmlns:inkml="http://www.w3.org/2003/InkML">
  <inkml:definitions>
    <inkml:context xml:id="ctx0">
      <inkml:inkSource xml:id="inkSrc0">
        <inkml:traceFormat>
          <inkml:channel name="X" type="integer" max="32767" units="cm"/>
          <inkml:channel name="Y" type="integer" max="32767" units="cm"/>
          <inkml:channel name="F" type="integer" max="8191" units="cm"/>
          <inkml:channel name="T" type="integer" max="2.14748E9" units="dev"/>
        </inkml:traceFormat>
        <inkml:channelProperties>
          <inkml:channelProperty channel="X" name="resolution" value="1612.54919" units="1/cm"/>
          <inkml:channelProperty channel="Y" name="resolution" value="2580.07886" units="1/cm"/>
          <inkml:channelProperty channel="F" name="resolution" value="10E-6" units="1/cm"/>
          <inkml:channelProperty channel="T" name="resolution" value="1" units="1/dev"/>
        </inkml:channelProperties>
      </inkml:inkSource>
      <inkml:timestamp xml:id="ts0" timeString="2025-01-31T15:25:01.410"/>
    </inkml:context>
    <inkml:brush xml:id="br0">
      <inkml:brushProperty name="width" value="0.05292" units="cm"/>
      <inkml:brushProperty name="height" value="0.05292" units="cm"/>
      <inkml:brushProperty name="color" value="#FF0000"/>
    </inkml:brush>
  </inkml:definitions>
  <inkml:trace contextRef="#ctx0" brushRef="#br0">28111 10526 386 0,'-1'0'590'0,"-1"-1"-70"0,1 0-86 0,-1-2-58 15,0 1-31-15,2 1-19 0,0-1 0 0,0 2 5 0,0-1 21 16,-2-1 3-16,2 2-9 0,-2-3-21 0,0 3-24 15,2-2-18-15,-1 2-23 0,-1 0-27 0,2 0-39 16,-1 0-28-16,-1 0-28 0,0-1-24 0,1-1-15 0,-2 2-11 16,-1-1-7-16,1 1-4 0,2-1-2 0,-3-1-2 0,0 1-3 15,1-1-4-15,0 1-3 0,-2 1-5 0,-2-1-5 0,1 1-1 16,-3-2-1-16,2 0-1 0,-1 0-3 0,-1 1-1 16,-2-1 0-16,0 2-1 0,1-1 1 0,-1 0-3 0,2 1-3 15,-4-2-3-15,4 0-3 0,-3 2-2 0,-2-1-4 0,2 1-2 16,0 0-2-16,-2 0-3 0,3 0-3 0,-3 0-18 15,3 0 0-15,0 0 0 0,-2 0 0 0,4 0 0 0,-1 0 0 16,-1 0 0-16,2 0 0 0,-4 0 0 0,4 1 0 16,1-1 0-16,0 2 0 0,0 0 0 0,2-2 0 0,-1 0 0 15,1 0 0-15,-3 0 0 0,1 0 0 0,-4 0 0 16,0 0 0-16,2 1 0 0,1 0 0 0,-4-1 0 0,5 2 0 16,-1-1 0-16,-2 1 0 0,0 0 0 0,-2 0 0 0,1-1 0 15,-1 2 0-15,-1-2 0 0,2 2 0 0,0-2 0 0,-1 2 0 16,2 1 0-16,0 0 0 0,-2-1 0 0,-1 2 0 15,0-3 0-15,1 3 0 0,1-2 0 0,-3 0 0 0,6 2 0 16,-5-3 0-16,1 3 0 0,0-2 0 0,2 0 0 0,0 2 0 16,-5-1 0-16,4 2 0 0,-6 0 0 0,1 2 0 15,-2-1 0-15,-1 1 0 0,2-1 0 0,-3 0 0 0,4-1 0 16,0 4 0-16,-2-2 0 0,1 3 0 0,-1-1 0 0,2 0 0 16,0-2 0-16,-1 2 0 0,4-2 0 0,-3 3 0 15,2 0 0-15,0-2 0 0,-1 1 0 0,2 1 0 0,-1-2 0 16,2-1 0-16,-1 3 0 0,1-2 0 0,0 2 0 15,-2-1 0-15,1 0 0 0,3 0 0 0,-3 0 0 0,3 0 0 0,-4 4 0 16,0-2 0-16,2 2 0 0,-3-1 0 0,0-2 0 16,-1 5 0-16,1-3 0 0,-3 3 0 0,0-3 0 0,3 1 0 15,-1-1 0-15,1 1 0 0,-3 1 0 0,5 0 0 16,-7 1 0-16,4-1 0 0,1 0 0 0,1 1 0 0,-1 1 0 16,-2 0 0-16,2-1 0 0,-1 2 0 0,-1 0 0 15,0 2 0-15,-3 1 0 0,0 1 0 0,3-1 0 0,-4 2 0 16,4-4 0-16,-2 4 0 0,3-2 0 0,-1 0 0 0,2 1 0 15,-2-1 0-15,4-1 0 0,-2 1 0 0,4-1 0 0,-1 2 0 16,0-3 0-16,3 1 0 0,-2 1 0 0,4-1 0 0,-1-1 0 16,0 2 0-16,1 0 0 0,-1 0 0 0,2 2 0 0,1-1 0 15,-1 2 0-15,1 0 0 0,-1-2 0 0,1 4 0 0,3-5 0 16,-2 6 0-16,4-4 0 0,-3 3 0 0,1 0 0 0,2-1 0 16,1 1 0-16,-2 0 0 0,0 1 0 0,2 0 0 15,-1-1 0-15,-1 0 0 0,2-1 0 0,-1 1 0 0,1-1 0 0,-2 2 0 16,-1 0 0-16,3 0 0 0,-1-1 0 0,1 3 0 0,-2 0 0 15,1 1 0-15,1-1 0 0,0-1 0 0,1-1 0 16,1-2 0-16,-2 1 0 0,1-2 0 0,-1 0 0 0,5-1 0 16,-4-2 0-16,2 0 0 0,2-1 0 0,2-3 0 0,-2 0 0 15,-1 1 0-15,4-4 0 0,-2 3 0 0,2-2 0 0,5-1 0 16,-5 2 0-16,1-1 0 0,4 0 0 0,0-1 0 0,-1-1 0 16,4 2 0-16,0-1 0 0,1-1 0 0,-1 2 0 0,5-2 0 15,-1 3 0-15,1 0 0 0,-1-1 0 0,4 0 0 0,0 2 0 16,-2-1 0-16,2 0 0 0,-1 1 0 0,-1 1 0 0,2-1 0 15,2-1 0-15,-3 0 0 0,1 0 0 0,-2-3 0 0,2 3 0 16,-1-5 0-16,-1 3 0 0,-1-4 0 0,1 1 0 0,0-2 0 16,-2 0 0-16,0-2 0 0,0-2 0 0,0 1 0 0,-2-3 0 15,4 1 0-15,-2-1 0 0,2-1 0 0,-2-1 0 0,4-1 0 16,-2-1 0-16,5-1 0 0,-2-1 0 0,2-1 0 16,1 1 0-16,-1-3 0 0,2-3 0 0,0 4 0 0,-1-1 0 15,2-1 0-15,0-1 0 0,-1 2 0 0,1-1 0 0,0-2 0 16,0 0 0-16,0 0 0 0,1 0 0 0,-1-1 0 0,0-1 0 15,4 0 0-15,-3-3 0 0,1 3 0 0,1-3 0 0,0 1 0 16,3-2 0-16,-3 0 0 0,2-2 0 0,2 1 0 0,-1-1 0 16,-1 1 0-16,-2-1 0 0,3-1 0 0,-2 1 0 0,-3 1 0 15,-1 0 0-15,2-2 0 0,-1 1 0 0,-2 1 0 16,1-1 0-16,0-1 0 0,-3 2 0 0,5-1 0 0,1-1 0 16,-3 2 0-16,-1-4 0 0,1 0 0 0,0 2 0 15,0-3 0-15,-2 2 0 0,1-2 0 0,-1 0 0 0,0 0 0 0,-1-1 0 16,3-3 0-16,-1 2 0 0,-1-1 0 0,0-2 0 0,-1 2 0 15,-1-1 0-15,-1 1 0 0,0-2 0 0,-1 2 0 0,-3-1 0 16,3 0 0-16,-4 0 0 0,0 1 0 0,0 0 0 0,-2 0 0 16,-2 2 0-16,0-2 0 0,-1 1 0 0,0 0 0 0,-2 0 0 15,1 1 0-15,-3-3 0 0,-1 3 0 0,0-2 0 0,0 0 0 16,-2-1 0-16,0 2 0 0,0 0 0 0,-2-1 0 0,1 0 0 16,-1 0 0-16,2 0 0 0,-4 2 0 0,3-1 0 0,-1 1 0 15,1-1 0-15,-1 2 0 0,2-1 0 0,-4-1 0 16,3 1 0-16,-1-1 0 0,2 1 0 0,-3-1 0 0,-1 1 0 0,0-1 0 15,1 1 0-15,-2-1 0 0,-2 1 0 0,4 1 0 16,-5-2 0-16,0 2 0 0,0 0 0 0,0 0 0 0,-5 0 0 16,4 1 0-16,-2 0 0 0,-4 0 0 0,2 1 0 0,-1-1 0 15,-2 2 0-15,0-1 0 0,0 1 0 0,0 2 0 16,-3 0 0-16,3-1 0 0,-1 3 0 0,-5-1 0 0,3 1 0 0,-2-1 0 16,-1 3 0-16,-2-1 0 0,-1-1 0 0,-2 3 0 15,1-2 0-15,-1 2 0 0,-3-1 0 0,5 1 0 0,-5 2 0 16,2 0 0-16,2 1 0 0,-1-1 0 0,3 2 0 0,-1-1 0 15,4 1 0-15,-1 0 0 0,-1 2 0 0,6-1 0 0,-4 1 0 16,4 1 0-16,-4-1 0 0,5 2 0 0,-1-1 0 0,1 0 0 16,-3 2 0-16,3-1 0 0,-2 1 0 0,-1 1 0 0,0-1 0 15,0 2 0-15,-1-1 0 0,0 0 0 0,-2 1 0 0,3 0 0 16,0 1 0-16,-3 0 0 0,3-1 0 0,-2 0 0 0,4-1 0 16,1 1 0-16,-4 0 0 0,2 0 0 0,-2 0 0 0,0 0 0 15,-1 0 0-15,0 0 0 0,1 0 0 0,1-1 0 16,-2 1 0-16,4 0 0 0,1-2 0 0,0 2 0 0,-3-2 0 0,3 0 0 15,0-1 0-15,-3 1 0 0,1 0 0 0,2-1 0 16,0 1 0-16,-1 0 0 0,1-1 0 0,-2-2 0 0,0 0 0 16,0 3 0-16,-1-1 0 0,-1 3-168 0,-1 3-439 15,0-1-122-15,2-2-131 0,-2-2-197 0,-1-1-79 0,0 3-20 16,-2 3 22-16,2-1 86 0</inkml:trace>
  <inkml:trace contextRef="#ctx0" brushRef="#br0" timeOffset="1977.6522">6158 4077 114 0,'-3'2'760'0,"-1"0"48"0,3-2-71 0,-1 0-100 15,2 0-56-15,-1 0-48 0,-1 0-47 0,2 1-43 0,-3-1-40 16,3 0-37-16,0 0-30 0,0 0-54 0,3 2-67 0,-1-2-55 16,-1 2-35-16,4-2-20 0,0 0-11 0,1 1-2 15,4-1-2-15,2 2-2 0,3-2-3 0,2 1-2 0,5-1-6 16,0 2-7-16,7-1-4 0,1-1-1 0,3 0-7 15,6 0-6-15,3 0-6 0,0-1-6 0,6-1-5 0,-1 1-2 16,2-2-8-16,5 1-25 0,-3-1 0 0,1-1 0 0,-2 1 0 16,-1 0 0-16,0 0 0 0,-4 1 0 0,-1-1 0 0,-5 3 0 15,-2-1 0-15,-2 0 0 0,-4 1 0 0,-4-2 0 16,-3 0 0-16,-4 2 0 0,-4 0 0 0,-3-1 0 16,-4 1 0-16,-1 0 0 0,-3 0 0 0,-2 0 0 0,0 0 0 15,-3 1 0-15,-3-1 0 0,0 0 0 0,0 2 0 0,-4 0 0 16,1-2 0-16,1 1 0 0,-2 0 0 0,2-1 0 0,0 0 0 15,0 0 0-15,2 0 0 0,-2 0-67 0,0 0-209 0,-2 1-88 16,2 1-96-16,-1 1-148 0,1-1-128 0,0-2-145 16,-1 0-142-16,3 0-59 0,-2 3-1 0,-1 2 73 0</inkml:trace>
  <inkml:trace contextRef="#ctx0" brushRef="#br0" timeOffset="2611.8362">6621 5784 289 0,'-10'-2'678'0,"1"2"-5"0,1-1-86 16,4-2-81-16,0 1-20 0,1 1 18 0,-2-1 8 0,-1 2 0 15,3-3-16-15,0 3-34 0,1-2-37 0,2 1-39 16,-1 1-65-16,1-1-75 0,0 0-52 0,1 1-34 0,-1-2-21 16,2 2-8-16,-2 2-4 0,3-2-3 0,-1 1-6 0,-1 0-7 15,1-1-108-15,2 0-3 0,-2 0 0 0,1 1 0 16,-1-1 0-16,1 2 0 0,0-2 0 0,4 2 0 0,2-1 0 15,2 1 0-15,2 1 0 0,4 0 0 0,-1-2 0 16,4-1 0-16,2-1 0 0,2-2 0 0,0 0 0 0,3-2 0 0,1 1 0 16,-1-2 0-16,3 0 0 0,0-1 0 0,0 2 0 15,2-3 0-15,0-1 0 0,-1 0 0 0,-1 2 0 0,0-2 0 16,0 1 0-16,-5-2 0 0,1 2 0 0,-4 1 0 16,0-1 0-16,-3 1 0 0,-3 1 0 0,-2 0 0 0,-3 1 0 15,-1 2 0-15,-4 0 0 0,2 2 0 0,-5-2 0 0,0 3 0 16,-1-2 0-16,-1 2 0 0,-1 0 0 0,0 0 0 0,-1 0 0 15,1 0 0-15,-2 2 0 0,2-2 0 0,0 0 0 16,0 0 0-16,0 0 0 0,0 0 0 0,0-2 0 0,0 2 0 0,-3 2 0 16,1 1-246-16,2-2-690 0,0-1-232 0,2-1-74 15,3-2-19-15,-2 1 22 0,2-1 55 0</inkml:trace>
  <inkml:trace contextRef="#ctx0" brushRef="#br0" timeOffset="8506.3718">26992 11544 609 0,'-6'0'759'0,"-1"0"-34"0,3 0-120 0,-1 0-90 15,3 0-30-15,1 0-17 0,-4 3-21 0,4-2-10 16,-1-1-10-16,0 0-16 0,2 0-16 0,0 1-35 0,0-1-64 16,-1 0-66-16,-1 2-42 0,2-2-27 0,-1 0-16 15,1 2-8-15,-2-2-5 0,0 0-6 0,2 0-8 0,0 0-104 16,0 0-14-16,0 0 0 0,0 0 0 0,0 0 0 15,0 0 0-15,0 0 0 0,2 0 0 0,0 0 0 0,-2 0 0 16,0 0 0-16,1 0 0 0,2 0 0 0,1 0 0 0,-3 0 0 16,4 0 0-16,-1 1 0 0,0 0 0 0,-3-1 0 15,4 2 0-15,-2 0 0 0,1-2 0 0,0 1 0 0,4 1 0 16,-2 0 0-16,2-2 0 0,0 1 0 0,1 0 0 0,-1-1 0 16,1 2 0-16,1-1 0 0,0-1 0 0,0 2 0 0,0-2 0 15,2 1 0-15,0 0 0 0,2-1 0 0,-1 2 0 0,3-2 0 16,-2 0 0-16,2-2 0 0,-2 1 0 0,3 0 0 0,1-2 0 15,3-1 0-15,-3 0 0 0,3-1 0 0,3 1 0 0,-2 0 0 16,0-1 0-16,5-1 0 0,-2 0 0 0,2 2 0 0,-2-2 0 16,0 0 0-16,2 1 0 0,-3-1 0 0,2 0 0 0,-1 0 0 15,2 0 0-15,-2 1 0 0,-1 0 0 0,1-1 0 0,0 1 0 16,1 0 0-16,-4-2 0 0,0 3 0 0,0-1 0 0,0 1 0 16,-3-1 0-16,3 1 0 0,-1-1 0 0,0 2 0 15,-3-1 0-15,3 1 0 0,-3 0 0 0,-1 1 0 0,0-1 0 16,-1 1 0-16,-2 0 0 0,0 0 0 0,-1 0 0 0,1 1 0 15,-1 1 0-15,-1 0 0 0,1 0 0 0,0 0 0 0,-1 0 0 16,-2 0 0-16,0 0 0 0,0 0 0 0,-2 0 0 16,-1 0 0-16,-1 0 0 0,3 0 0 0,-2 0 0 0,-1 1 0 0,1-1 0 15,0 0 0-15,-2 2 0 0,0-2 0 0,0 0 0 0,0 0 0 16,-1 0 0-16,4 0 0 0,-3 0 0 0,-2 0 0 0,0 0 0 16,0 0 0-16,-1 0 0 0,0 0 0 0,-1 0 0 0,2 0 0 15,-3 0 0-15,2 0 0 0,0 0 0 0,-2 0 0 0,0 0 0 16,0 0 0-16,0 0 0 0,-2 0 0 0,0 0 0 15,2 2 0-15,-1-2 0 0,-1 0 0 0,2 0 0 0,-1 1 0 0,1-1 0 16,-4 0 0-16,3 1 0 0,-6-1 0 0,2 2 0 16,-5 0 0-16,0-1 0 0,-3 4 0 0,-2-1 0 0,0 3-559 15,-2 1-275-15,-2 0-73 0,3-1-110 0,-3 4-105 16,-1-1-21-16,-2 4 33 0,-2 2 96 0</inkml:trace>
  <inkml:trace contextRef="#ctx0" brushRef="#br0" timeOffset="9506.3264">26591 12577 592 0,'-2'2'717'16,"0"-1"-55"-16,1-1-100 0,1 0-86 0,0-1-40 15,0-1-9-15,0 2-2 0,0 0-9 0,0 0-11 0,0 0-16 16,1-1-18-16,-1 1-17 0,2-2-38 0,0 2-58 16,-1 0-54-16,4-1-34 0,-2 1-21 0,0-2-7 15,2 1-4-15,1 1-3 0,1-2-4 0,0 0-6 0,1 2-8 0,0-1-44 16,0 1-73-16,1-1 0 0,0-1 0 0,0 2 0 16,0-1 0-16,-1 1 0 0,0-3 0 0,2 3 0 0,1-2 0 15,-2 2 0-15,3-1 0 0,2-1 0 0,-2 2 0 16,2-1 0-16,-2 1 0 0,3-2 0 0,-2 0 0 0,3 2 0 15,0-2 0-15,-1 0 0 0,0-1 0 0,2 0 0 0,-3 0 0 16,4-2 0-16,-2 3 0 0,-2-3 0 0,2 1 0 0,-2-1 0 16,-3 1 0-16,0 1 0 0,1 0 0 0,-2-1 0 0,0 0 0 15,-3 2 0-15,1-1 0 0,-1 1 0 0,-2 0 0 0,-1 0 0 16,2 1 0-16,-3 1 0 0,1-1 0 0,-3 1 0 0,3 0 0 16,-4 0 0-16,1 0 0 0,1 0 0 0,-2 0 0 0,0 0 0 15,0 0 0-15,0 0 0 0,0 0 0 0,0 0 0 0,0 0 0 16,0 0 0-16,0 0 0 0,0 1 0 0,0-1 0 0,0 0 0 15,0 0 0-15,0 0 0 0,0 0 0 0,0 0 0 0,0 0 0 16,0 1 0-16,0 1 0 0,0-2 0 0,0 0 0 0,0 0 0 16,0 0 0-16,0 0 0 0,0 0 0 0,0 0 0 0,0 0 0 15,0 0 0-15,0 0 0 0,0 0 0 0,0 0 0 16,0 2 0-16,0-2 0 0,0-2 0 0,0 2 0 16,0 0 0-16,0 0 0 0,0 0 0 0,0 2 0 0,-2-2 0 0,2 0 0 15,0 0 0-15,-1 0 0 0,1 0 0 0,0 0 0 0,0 0 0 16,0 0 0-16,0-2 0 0,0 2 0 0,0-2 0 15,0 2 0-15,0 0 0 0,0 0 0 0,0 0 0 0,0 0 0 16,-2 0 0-16,0 0 0 0,2 0 0 0,0 0 0 0,0-1 0 16,4 0 0-16,-4-2 0 0,0-2 0 0,-5 2 0 0,-2 0-385 0,-3 0-236 15,2-1-103-15,-2-3-100 0,1 0-118 0,1-2-119 16,0 0-34-16,-6-1 25 0,2-1 88 0</inkml:trace>
  <inkml:trace contextRef="#ctx0" brushRef="#br0" timeOffset="11321.6668">5918 4918 301 0,'-7'0'778'15,"1"-1"40"-15,1-2-49 0,-1 3-115 0,3-2-71 16,1 2-73-16,-1 2-49 0,0-2-29 0,0 0-19 0,1 3-15 16,0-3-26-16,2 0-53 0,0 0-74 0,0 1-58 15,0 1-40-15,0-2-27 0,0 1-18 0,0-1-13 0,0 0-7 16,0 0-5-16,0 0-4 0,0 0-5 0,2 0-7 0,-2 0-5 15,2-1-3-15,-1 1-31 0,2-2-22 0,-1 1 0 16,1 1 0-16,0-3 0 0,5 3 0 0,0-3 0 0,3 0 0 0,3 0 0 16,1-3 0-16,5 1 0 0,-1-1 0 0,7 0 0 15,0-1 0-15,4-2 0 0,2 0 0 0,5-1 0 0,-1-1 0 16,6 0 0-16,-2-1 0 0,4-1 0 0,0-1 0 16,1 2 0-16,2-3 0 0,-1 2 0 0,0-1 0 0,-2 0 0 15,2 3 0-15,-3 1 0 0,-1-3 0 0,-1 3 0 0,-1 0 0 16,-3 3 0-16,-1 0 0 0,-3-1 0 0,-3 1 0 15,-2 1 0-15,-4 1 0 0,0 0 0 0,-4 0 0 0,-2 2 0 16,-1 0 0-16,-2 1 0 0,-3-1 0 0,-1 2 0 16,0-1 0-16,-3 1 0 0,-2 1 0 0,-1-2 0 0,0 1 0 15,0 1 0-15,-1-2 0 0,1 1 0 0,-2 1 0 0,-1-2 0 16,1 2 0-16,0-1 0 0,2 1 0 0,-2-2 0 16,-1 2 0-16,1-2 0 0,0 1 0 0,0 1 0 0,0-3 0 15,2 2 0-15,0-2 0 0,1 0 0 0,0 1 0 0,-1-1 0 16,0 0 0-16,0 0 0 0,-2 3 0 0,0-1 0 0,-1 1 0 15,-1-2 0-15,1 1 0 0,0 1 0 0,0-2 0 0,-2 2 0 16,0 0 0-16,0 0 0 0,0 0 0 0,0 0 0 0,0 0 0 16,0 0 0-16,0 0 0 0,0 0 0 0,0 0 0 0,0 0 0 15,0 0 0-15,0 0 0 0,0 0 0 0,0 0 0 0,0 0 0 16,-2 0 0-16,0 2 0 0,2-2 0 0,-2 1 0 0,1-1 0 16,1 0 0-16,0 0 0 0,-2 0 0 0,2 0 0 15,0 0 0-15,0 0 0 0,0 2 0 0,-3-1 0 0,0 5-420 16,-2 0-284-16,0 3-103 0,-1 0-125 0,0 3-140 15,-1 1-54-15,-1 5-1 0,0 4 62 0</inkml:trace>
  <inkml:trace contextRef="#ctx0" brushRef="#br0" timeOffset="12271.6713">6136 6571 420 0,'-2'1'617'0,"-1"1"-65"0,3-2-132 0,-2 0-98 0,1 0-62 16,1 0-37-16,0 0-20 0,0 2-10 0,0-2-13 15,0-2-6-15,1 2-12 0,1-2-20 0,-2 2-32 0,2 2-26 16,-1-2-19-16,1 0-12 0,0-2 8 0,-1 1 4 16,1 1 17-16,-1 0 20 0,-1 0 25 0,3 0 23 0,-3 0 21 15,2 0 23-15,-2 0 15 0,0 0 2 0,0 0-6 0,0 1-14 16,0-1-19-16,0 0-20 0,0 0-25 0,0 0-23 16,0 0-21-16,1 0-12 0,-1 0-8 0,2 0-6 0,-2 0-2 15,1-1-1-15,1 1 1 0,0 0 4 0,1 0 1 0,0 0 0 16,2 0 1-16,1 0 1 0,3 0 2 0,0 0 0 15,0 0 0-15,5 0-3 0,1 0-4 0,2 0-4 0,0 0-4 16,4-1-4-16,2-1-6 0,1 1-2 0,3-2-6 16,3-2-4-16,2-1-2 0,6-1-2 0,1-3 1 0,1 0 0 15,4-1-1-15,0-4 0 0,2 3 2 0,0-3-1 16,-3 1 1-16,1-1-5 0,-1 1-2 0,-4-1-2 0,-1 2-4 16,-3-1-1-16,-2 4-2 0,-6-1 0 0,0 2 0 0,-5 0 2 15,-5 3 2-15,-1 1-1 0,-3 0-12 0,-3 1 0 16,-1 2 0-16,-3 0 0 0,-3 0 0 0,0 1 0 0,-1 1 0 15,0 0 0-15,-1 0 0 0,-1 0 0 0,0 0 0 16,0 0 0-16,0 0 0 0,-1 1 0 0,-1-1 0 0,0 0 0 16,1 0 0-16,-1 0 0 0,1 0 0 0,-1-1 0 0,2 1 0 15,0-1 0-15,-2 1-164 0,1 0-250 0,-1 0-157 0,2-3-170 16,0-2-221-16,3-1-137 0,2-3-50 0,0-1-5 16,3-1 38-16</inkml:trace>
  <inkml:trace contextRef="#ctx0" brushRef="#br0" timeOffset="13154.8228">15300 4803 322 0,'-4'-5'923'0,"1"0"79"0,-1 3 27 0,1 2-132 0,0-2-157 0,-1 2-165 16,1 0-113-16,0 2-95 0,0-2-76 0,-1 1-66 0,1 2-44 15,-1 2-32-15,2-1-25 0,-2 2-14 0,0 2-13 0,-1 3-9 16,2-3-3-16,-2 4-3 0,1 2-2 0,-1 1 1 16,2-2 2-16,2 1-5 0,1-2-8 0,0 0-21 0,0 1-49 15,0-2 0-15,1-1 0 0,2 1 0 0,3-1 0 16,-1-2 0-16,1-2 0 0,3-2 0 0,1-1 0 0,2-1 0 15,2-4 0-15,3-3 0 0,4-2 0 0,1-5 0 0,5-1 0 16,1-3 0-16,1-1 0 0,1-4 0 0,-2 3 0 0,1-2 0 16,-3 1 0-16,0-1 0 0,-5 4 0 0,-3-1 0 15,-2 4-10-15,-2 1-134 0,-6 1-19 0,-1 4-28 16,-4-1-48-16,0 4-83 0,-6 1-82 0,1 3-134 0,-1 1-105 16,2 2-101-16,-6 5-123 0,2 2-116 0,-3 4-20 15,-2-1 51-15,-2 5 78 0</inkml:trace>
  <inkml:trace contextRef="#ctx0" brushRef="#br0" timeOffset="13553.6307">15455 6486 145 0,'-7'9'720'0,"1"0"45"0,2 0-67 16,-3 1-103-16,2 2-41 0,2 0-21 0,-2 0-23 0,2 1-31 0,-1 0-24 15,1 0-21-15,1-2-20 0,2-2-35 0,0 2-70 16,2-1-67-16,1-2-42 0,3 1-22 0,0-4-9 16,2-2-8-16,3-2-6 0,7-2-60 0,-1-2-95 0,2-2 0 15,5-5 0-15,1-2 0 0,-3-1 0 0,5-2 0 0,-2-3 0 16,0 0 0-16,1-3 0 0,-1 0 0 0,-3 0 0 0,0-2 0 16,-3 0-77-16,-3 3-241 0,-3 0-110 0,-2-1-171 15,0 0-149-15,0-2-191 0,-3-2-138 0,-2 3-50 0,1-4 3 16,0 2 67-16</inkml:trace>
  <inkml:trace contextRef="#ctx0" brushRef="#br0" timeOffset="15585.9619">20786 2314 118 0,'-1'-4'632'0,"-3"1"8"16,1 0-84-16,2-2-99 0,-4 2-67 0,2-1-39 0,3-1 4 16,-2 2 31-16,1 0 27 0,-1 3 11 0,-1-1-12 15,0 1-26-15,0 0-25 0,-1-2-33 0,1 2-52 0,0 0-62 16,-1 0-48-16,0 0-28 0,0 0-15 0,-1-1-5 16,0 1-5-16,-2-2-1 0,3 2-6 0,-5-1-6 0,2 1-12 15,-1 0-9-15,2 0-6 0,-5 0-8 0,1 0-7 16,1 0-4-16,-2 1-4 0,0 1-2 0,-2-2-48 0,0 1 0 15,1 2 0-15,-2 0 0 0,-1 2 0 0,0-1 0 0,-2 1 0 16,0-1 0-16,3 2 0 0,-5 0 0 0,2 0 0 0,-1 0 0 16,0 1 0-16,-2 1 0 0,-2 1 0 0,3 0 0 15,-1-1 0-15,-1 1 0 0,-1 0 0 0,1 1 0 0,-1-1 0 16,2 0 0-16,-4 2 0 0,3-1 0 0,-1 1 0 0,2-2 0 16,1 1 0-16,-2 2 0 0,4 0 0 0,-4-1 0 0,4-1 0 15,-1 2 0-15,0-1 0 0,2 1 0 0,-2-2 0 16,2 0 0-16,-2 3 0 0,0-1 0 0,2 0 0 0,-1 0 0 15,1 0 0-15,-1 1 0 0,-1-1 0 0,1 2 0 16,1-1 0-16,-1 3 0 0,0 0 0 0,1 0 0 0,-5-1 0 16,3 2 0-16,-2 1 0 0,1 0 0 0,0 1 0 15,0 2 0-15,-3 0 0 0,5 2 0 0,-5 0 0 0,2 2 0 16,-2 0 0-16,0-1 0 0,0 2 0 0,5-1 0 0,-5 2 0 16,4-1 0-16,-1 1 0 0,0 0 0 0,2 0 0 0,-2 0 0 15,3 0 0-15,-1-2 0 0,1 1 0 0,-2 1 0 0,4-2 0 16,0 2 0-16,1-1 0 0,1 1 0 0,1-2 0 0,-2 4 0 15,4-4 0-15,-1 2 0 0,0-1 0 0,3-1 0 0,0 0 0 16,3 0 0-16,-1-1 0 0,1-1 0 0,0 2 0 0,-1-1 0 16,2 0 0-16,-2-1 0 0,2 0 0 0,0 1 0 0,1-1 0 15,-1 2 0-15,1-2 0 0,1 2 0 0,-1-1 0 0,1-1 0 16,-4 1 0-16,4-2 0 0,-1 2 0 0,1-1 0 0,-3 0 0 16,4-1 0-16,-1 0 0 0,-1-1 0 0,2 2 0 0,2-2 0 15,-1 0 0-15,-1 0 0 0,4-2 0 0,-3 1 0 0,2-2 0 16,2 0 0-16,-2-2 0 0,0 1 0 15,4-1 0-15,-3-1 0 0,4 2 0 0,1-1 0 0,1 1 0 16,-2-1 0-16,5 1 0 0,-2-1 0 0,0 2 0 0,3 0 0 0,-1 0 0 16,-1 0 0-16,-1 0 0 0,-1 0 0 0,2-1 0 15,-2 1 0-15,1 0 0 0,2-1 0 0,-2 1 0 0,0 1 0 16,-2-3 0-16,3 1 0 0,-2-1 0 0,2 1 0 0,-4-4 0 16,1 2 0-16,0-1 0 0,1 1 0 0,0-3 0 0,0 1 0 0,-2 1 0 15,2-1 0-15,1-1 0 0,-2 2 0 0,0-1 0 16,0-1 0-16,-1 0 0 0,1 0 0 0,-1 0 0 0,3-1 0 15,-3 1 0-15,3-1 0 0,-1-3 0 0,-1 0 0 0,2 1 0 16,0-2 0-16,0 1 0 0,-1-1 0 0,1 1 0 16,0-4 0-16,0 2 0 0,2-1 0 0,-2-1 0 0,3 1 0 0,-3-2 0 15,5-1 0-15,-3 0 0 0,1 1 0 0,2-1 0 0,-2-2 0 16,2 1 0-16,0-1 0 0,2 0 0 0,1-1 0 0,1 1 0 16,-2-2 0-16,4 1 0 0,-1-1 0 0,1-1 0 0,3 0 0 15,1 0 0-15,-4-1 0 0,3-3 0 0,0 2 0 0,2 0 0 16,-2-1 0-16,2-1 0 0,-1-2 0 0,-1 2 0 15,2-1 0-15,-2-2 0 0,2 2 0 0,-2-2 0 0,1-1 0 16,1 0 0-16,0 1 0 0,-1-2 0 0,1-2 0 0,-2 2 0 16,2-1 0-16,-1-2 0 0,1 1 0 0,0-1 0 0,-1-1 0 15,1-2 0-15,2 3 0 0,-3-3 0 0,3 0 0 16,-1 0 0-16,0 0 0 0,0-2 0 0,1 2 0 0,1-2 0 16,-4 2 0-16,1-1 0 0,-2 1 0 0,1-1 0 0,-4 1 0 0,2-3 0 15,-2-1 0-15,0 0 0 0,-3-1 0 0,0 1 0 16,0-3 0-16,0 1 0 0,0-2 0 0,-2 0 0 0,0-2 0 15,0-2 0-15,-2 0 0 0,0-2 0 0,0 0 0 0,0-1 0 16,-2-2 0-16,0 0 0 0,1-3 0 0,-1-1 0 0,0 0 0 16,3-2 0-16,-4-1 0 0,1 0 0 0,0 0 0 0,1 0 0 15,-3-1 0-15,2-1 0 0,1 2 0 0,-5 1 0 0,4-2 0 16,-4 1 0-16,1 2 0 0,1-2 0 0,-5 3 0 0,4-2 0 16,-1 0 0-16,1 1 0 0,-4 0 0 0,0-1 0 0,-1 1 0 15,2 1 0-15,0-2 0 0,-4-1 0 0,1 2 0 0,-3-1 0 16,2 2 0-16,-3 2 0 0,-1-1 0 0,-2 2 0 0,-1 0 0 15,-2 3 0-15,-2 0 0 0,2 2 0 0,-2 1 0 0,-2 1 0 16,0 1 0-16,-3 2 0 0,-1 0 0 0,-1 3 0 0,-3-1 0 16,1 0 0-16,-5 3 0 0,2-2 0 0,-2 4 0 15,0-1 0-15,-4 2 0 0,3 1 0 0,-1 3 0 0,0 0 0 16,-3 1 0-16,2 1 0 0,-2 0 0 0,0 1 0 0,3 1 0 16,-4 2 0-16,-1 1 0 0,4-1 0 0,-2 3 0 0,1 1 0 15,0 1 0-15,0 2 0 0,1-2 0 0,0 3 0 0,0 0 0 16,2 3 0-16,2-2 0 0,-1 2 0 0,1 0 0 15,4 0 0-15,-2 2 0 0,3-1 0 0,-1 1 0 0,1-1 0 0,1 2 0 16,1 0 0-16,0 0 0 0,1-1 0 0,-1 1 0 0,3 0 0 16,-1-2 0-16,0 2 0 0,1-1 0 0,0-1 0 0,0 1 0 15,1-1 0-15,0 1 0 0,2-1 0 0,1-1 0 0,-1 0 0 16,2 0 0-16,0-1 0 0,1 1 0 0,0-2 0 0,0 2 0 16,1-3 0-16,-1 2 0 0,2-2 0 0,2 1 0 0,-3 0 0 15,3-1 0-15,-1 2 0 0,0-2 0 0,1 0 0 16,-1 0 0-16,2 0 0 0,-1 2 0 0,-3-1 0 0,1 1 0 15,-3 1-56-15,2-1-590 0,-5 0-115 0,3 1-99 16,0-2-159-16,-5 3-100 0,1 1-23 0,1 2 28 0,-2 2 95 16</inkml:trace>
  <inkml:trace contextRef="#ctx0" brushRef="#br0" timeOffset="17868.2311">6063 763 105 0,'-3'-9'567'0,"-2"0"-49"0,1 2-77 0,-1-1-61 15,2 2-25-15,-1 0-5 0,1 0 8 0,0 2 29 16,1-1 37-16,-1 1 17 0,0 1-8 0,1 1-31 0,-2 0-36 16,2 0-37-16,1 1-36 0,-1-1-50 0,2 0-62 0,-1 2-50 15,-1-1-31-15,2 1-22 0,0 0-17 0,0 0-13 0,0 1-9 16,0-1-10-16,0 4-11 0,0-3-8 0,0 1 0 0,0 5 5 16,0 1 10-16,0 0 6 0,0 3 5 0,-2-1 5 15,2 2 4-15,-3 2 1 0,0-2-7 0,1 3-8 0,1-1-9 16,-3 0-5-16,1 0-6 0,2-3-4 0,-2 2-1 0,1-3 0 15,-1 1 0-15,2-2-3 0,-1-3 1 0,2 1-2 0,-2-2 0 16,2-1-5-16,0 1-10 0,0-4-8 0,0 1-12 0,0-1-11 16,0-1-15-16,0-1-14 0,0 1-13 0,0-2-13 15,0-2-21-15,0 1-29 0,0-2-47 0,0-1-50 0,0-1-35 16,0-3-29-16,2-1-17 0,0-1-7 0,-1-2 18 16,2 2 32-16,-3-1 54 0,2-1 59 0,-2 1 52 0,-2 2 50 15,2-1 51-15,0 2 44 0,0 0 33 0,0 0 32 0,0 2 41 0,0 1 50 16,0 0 57-16,0 0 39 0,0 0 11 0,0 3 0 15,0-2-3-15,0 1-12 0,0 2-23 0,0-1-35 0,2 0-47 16,-2 1-36-16,0 1-22 0,0 0-13 0,3 1-12 0,-2-1-7 16,-1 0-10-16,2 2-12 0,-2-2-11 0,1 2-6 0,1-2-11 15,0 2-7-15,-1-1-6 0,4 1-3 0,0-2 3 0,1 0 4 16,5 1 4-16,2-2 5 0,4 0 5 0,-1-1 2 0,6-3 1 16,0 3-1-16,2-3-4 0,0 0-3 0,4 2-2 0,2-3-9 15,2 0 0-15,3-2 2 0,4 1 2 0,2-4-1 16,2 1 1-16,4-1-3 0,3-5-2 0,0 3-3 0,2-1-2 15,2 0-2-15,-2 1-3 0,-1-2-3 0,-2 2 1 0,0 0-3 16,-5 2 2-16,0-1-2 0,-4 1-2 0,-2 1 0 0,-2 1 0 16,-3 1 0-16,-3 0-2 0,-4 2 1 0,-4 0 0 15,-2 1 2-15,-4 2 1 0,-2 1-1 0,-2-1 1 0,-4 2 0 16,-1 2 1-16,-2-1 2 0,-2 1 1 0,-1-1 3 0,-2 1 3 16,1-1 5-16,-1 0 5 0,0 1 5 0,0 1 3 0,0 1 3 15,0-1-19-15,0 0-14 0,0 2 0 0,0-2 0 0,0 2 0 16,0-2 0-16,0 0 0 0,0 0 0 0,0 0 0 0,0 0 0 15,0 0 0-15,0 1 0 0,0-1 0 0,0 0 0 0,0 0 0 16,0 2 0-16,0-2 0 0,0 1 0 0,0-1 0 0,0 0 0 16,0 2 0-16,0-1 0 0,0 1 0 0,0-1 0 0,0 2 0 15,0-1 0-15,0 2 0 0,0 1 0 0,0 2 0 0,2 2 0 16,-2 0 0-16,2 4 0 0,-2-1 0 0,0 4 0 0,1 1 0 16,-1 0 0-16,2 4 0 0,1 0 0 0,-1 2 0 15,-1 2 0-15,4 0 0 0,-2 4 0 0,0-1 0 0,0 0 0 16,2 1 0-16,-2 2 0 0,2-1 0 0,-2 0 0 0,3-2 0 15,-3 1 0-15,2-4 0 0,0 1 0 0,-2-3 0 0,2-2 0 16,-2 1 0-16,3-4 0 0,-3-1 0 0,1-1 0 16,-1-3 0-16,0-1 0 0,-1-3 0 0,-1 0 0 0,1-3 0 15,-2 1 0-15,0-4 0 0,0 1 0 0,0-3 0 0,0 1 0 16,0-2 0-16,0-2 0 0,0 1 0 0,-2-3 0 0,1 2 0 16,-1-3 0-16,-3-1-174 0,0-1-156 0,-2 2-44 0,-1 0-54 15,-2-1-82-15,1 1-88 0,-2-1-45 0,0-2-12 0,-3 2 10 16,1-1 40-16,0 4 67 0,-3-1 85 0,2 2 117 0,-2 0 134 0,0 1 105 15,1 1 81-15,2 0 67 0,1 0 56 16,0 0 58-16,4 0 56 0,-1 0 51 0,1-2 37 0,3 2 28 16,0 0 33-16,4-1 32 0,-1-2 22 0,1 3-1 0,-1 0-22 15,2 0-30-15,-3-2-29 0,3 1-33 0,0 1-43 0,0 0-54 16,3 0-53-16,-3 0-41 0,3 0-26 0,0 1-13 0,1 1-3 16,-1 1 1-16,3 0 1 0,-1 0 3 0,3-1 0 0,-2 3 4 15,2-3 1-15,3 3-2 0,0-1-8 0,0 0-7 16,-1-1-9-16,4 1-7 0,-1-3-9 0,2 0-6 0,0-1-7 15,0 0-8-15,-2 0-6 0,4-1-6 0,-4-2-5 0,1 1-12 16,1-1-13-16,-4 0-20 0,1 0-29 0,-2 0-37 0,1-1-40 16,-5 4-56-16,-1-2-91 0,-2 1-99 0,-1 1-160 0,1 0-143 15,0-5-180-15,-1 1-145 0,1-2-53 0,1 6 1 0,0 0 61 16</inkml:trace>
  <inkml:trace contextRef="#ctx0" brushRef="#br0" timeOffset="23831.0901">29051 12623 319 0,'-3'2'562'0,"1"-2"-41"0,0 0-50 0,1 0-44 0,1-2-28 16,0 2-6-16,1-1 20 0,-1 1 34 0,0 0 18 0,0 0-4 16,0 0-22-16,0 0-30 0,0-1-25 0,2-1-38 15,0 2-54-15,-1-2-61 0,2 1-47 0,1 0-29 0,-2-2-22 16,2 3-16-16,-1-2-14 0,0-1-11 0,2 1-13 15,-2 0-6-15,0-1-10 0,0 0-7 0,1 0-4 0,2 0-1 16,-3 0-5-16,2-1-39 0,-2 0-7 0,2-2 0 0,1-2 0 16,2 3 0-16,-4-3 0 0,1 1 0 0,2-1 0 0,-2-1 0 15,-2 0 0-15,3 0 0 0,-3 0 0 0,-2 0 0 16,3 0 0-16,-4 2 0 0,0-1 0 0,0 1 0 0,0 4 0 16,-2-3 0-16,0 1 0 0,2 1 0 0,-1 2 0 15,1 2 0-15,-2-1 0 0,1 1 0 0,1 0 0 0,-2 1 0 16,-1-1 0-16,3 2 0 0,0-2 0 0,-1 3 0 0,1 0 0 15,-3 1 0-15,-2 4 0 0,1-1 0 0,0 2 0 16,-1 2 0-16,2 0 0 0,-3-2 0 0,3 1 0 0,-1-1 0 16,1 1 0-16,0 0 0 0,1 0 0 0,1-2 0 15,-3 0 0-15,3-2 0 0,1 0 0 0,0-1 0 0,1-2 0 0,-1 1 0 16,4-2 0-16,-4-1 0 0,1 1 0 0,-1-2 0 16,3 0 0-16,1 0 0 0,1-2 0 0,-1 1 0 0,5-2 0 15,-2-2 0-15,3 1 0 0,-3-1 0 0,-1-1 0 0,2 2 0 16,-3-4 0-16,2 1 0 0,-1 1 0 0,0-3 0 15,-3 0 0-15,1 2 0 0,-1-3 0 0,-2 3 0 0,-1-1 0 16,0 2 0-16,0 0 0 0,0 1 0 0,0 2 0 0,0 1 0 16,-1-1 0-16,1 3 0 0,-2-2 0 0,1 2 0 0,-1 0 0 15,0 2 0-15,1-1 0 0,-4 3 0 0,2-2 0 0,-2 1 0 16,4 1 0-16,-4 1 0 0,2 1 0 0,-2 1 0 16,2 0 0-16,-1-1 0 0,3 0 0 0,-2 0 0 0,3-2 0 15,-2-1 0-15,2 0 0 0,2-1 0 0,-2-2 0 16,1 1 0-16,1-1 0 0,1-1 0 0,0-1 0 0,4-1 0 15,-1-1 0-15,3-3 0 0,-1 0 0 0,0 0 0 0,0-2 0 16,1 2 0-16,-4-3 0 0,2 2 0 0,-2-1 0 0,-1 2 0 16,0 0 0-16,-2 1 0 0,-2 1 0 15,2 1 0-15,-2 2 0 0,0 1 0 0,-2-1 0 0,2 1 0 16,-2 1 0-16,2 1 0 0,-4-1 0 0,1 3 0 0,-2-1 0 16,-1 2 0-16,-1 1 0 0,3 1 0 0,-4-3 0 15,3 4 0-15,1-1 0 0,0-1 0 0,3-1 0 0,-4-1 0 16,2 1 0-16,-3 5-333 0,1-4-194 0,2 0-128 0,1-1-120 15,2-4-147-15,2-2-138 0,1 0-49 0,0 1 5 0,2-4 87 16</inkml:trace>
  <inkml:trace contextRef="#ctx0" brushRef="#br0" timeOffset="24398.3038">29408 11780 257 0,'-5'-4'1023'15,"2"1"79"-15,0 0 55 0,0 2-82 0,1-1-154 16,2 1-187-16,0-3-155 0,0 3-146 0,0-1-101 0,0 0-68 16,2 0-51-16,1 1-113 0,-2 1-100 0,-1 0 0 0,3 1 0 15,-1 1 0-15,0 2 0 0,3 2 0 0,-2 5 0 16,-2-1 0-16,1 5 0 0,0 0 0 0,-2 3 0 0,-2 1 0 15,0 2 0-15,1 4 0 0,-2-1 0 0,-1-1 0 0,-1 2 0 16,1-4 0-16,-2 1 0 0,-1 1 0 0,1-2 0 0,-1-1 0 16,3-2 0-16,-5-1 0 0,5-2 0 0,1-3 0 15,0-3 0-15,0-1 0 0,1-2 0 0,0-4 0 0,1 2 0 16,1-3 0-16,-2-1 0 0,1-1 0 0,1-3 0 16,0-1 0-16,1-3 0 0,1-2 0 0,-2-4 0 0,1 0 0 15,3-2 0-15,-3-4 0 0,2 0 0 0,1-3 0 0,-3 0 0 16,3-5 0-16,-1 0 0 0,0-2 0 0,0 0 0 0,-2-2 0 15,2-1 0-15,1 0 0 0,-3 0 0 0,3 2 0 16,-1 0 0-16,0 2 0 0,0 5 0 0,0 0 0 0,2 5 0 16,-1 1 0-16,0 3 0 0,-1 3 0 0,-1 2 0 15,1 3 0-15,-2 1 0 0,1 1 0 0,0 2 0 0,1 0 0 16,-2 3 0-16,3 0 0 0,2 3 0 0,-2 1 0 0,4 3 0 16,4 3 0-16,-3 2 0 0,0 0 0 0,3 3 0 0,0 2 0 15,-1 2 0-15,2 0 0 0,-4 3 0 0,3-1 0 0,-2 0 0 16,-2 1 0-16,2 1 0 0,1 0 0 0,-3 2 0 0,0-4 0 15,0 1 0-15,-2 1 0 0,0-3 0 0,-1 0 0 0,0-1 0 16,0-1 0-16,-2 0 0 0,0-1 0 0,1-2 0 0,-2-1 0 16,0-4 0-16,-2 1 0 0,1-4 0 0,1 1 0 0,-1-1 0 15,-1-2 0-15,-1 1 0 0,-2-2-256 0,-3-1-435 16,-2 1-85-16,1-4-74 0,-1-2-94 0,-1-3-105 0,1 1-34 16,0-3 32-16,1 0 85 0</inkml:trace>
  <inkml:trace contextRef="#ctx0" brushRef="#br0" timeOffset="25162.998">29525 11912 134 0,'-2'-3'819'0,"1"-1"97"16,1 1 22-16,0 0-70 0,0 3-79 0,1 0-94 0,1 0-100 15,3-1-80-15,-1-3-69 0,3 1-80 0,-1-1-83 16,3-1-62-16,0-2-50 0,0-1-37 0,3 0-23 0,1-2-17 16,3 0-7-16,0-3-79 0,0 2-8 0,0-2 0 15,2-1 0-15,-1 2 0 0,0-3 0 0,-1 2 0 0,-1-3 0 0,0 0 0 16,-1 3 0-16,-5 1 0 0,1-3 0 0,-1 6 0 15,-2-2 0-15,-3 3 0 0,0 3 0 0,-3 0 0 16,1 2 0-16,-2 0 0 0,0 1 0 0,0 1 0 0,-2 0 0 16,1 1 0-16,-3 1 0 0,3 0 0 0,-4 1 0 0,-2 1 0 15,3 2 0-15,-5 2 0 0,2 1 0 0,1 2 0 16,-2 1 0-16,-1 4 0 0,2-2 0 0,1 2 0 0,-1 0 0 16,1 2 0-16,2-2 0 0,0-1 0 0,4 2 0 0,0-3 0 15,0-2 0-15,4-1 0 0,-1 1 0 0,3-4 0 0,0 0 0 16,2-2 0-16,2 0 0 0,0-4 0 0,3-1 0 15,1-1 0-15,1-4 0 0,0-2 0 0,0-2 0 0,-1-2 0 16,2-1 0-16,-2-1 0 0,0-2 0 0,1-2 0 16,-1 0 0-16,-1-3 0 0,-1 0 0 0,-2 0 0 0,1 0 0 15,-1-3 0-15,-1 2 0 0,-5-3 0 0,3 0 0 16,-4-1 0-16,1-1 0 0,0-1 0 0,-3-2 0 0,-1 1 0 0,0 1 0 16,-1 1 0-16,1 1 0 0,-2 4 0 0,0 2 0 15,0 2 0-15,0 4 0 0,0 2 0 0,1 2 0 0,1 3 0 16,-2 1 0-16,1 1 0 0,1 3 0 0,0-1 0 15,-2 4 0-15,0 1 0 0,1 4 0 0,-1 4 0 0,-1 1 0 16,0 3 0-16,-1 3 0 0,1 1 0 0,2 2 0 0,-4 3 0 16,4 1 0-16,-1 1 0 0,1 1 0 0,1 2 0 0,-2-1 0 15,0 3 0-15,2-4 0 0,0 1 0 0,0-1 0 16,0-2 0-16,0-2 0 0,0 0 0 0,0-3 0 0,0-3 0 16,0-2 0-16,0-4 0 0,2 0 0 0,0-2 0 15,1-1 0-15,-2-2 0 0,-1-2 0 0,2 1 0 16,-2-4-276-16,-2-1-84 0,1 0-34 0,-2-3-32 0,1-3-19 15,0 0-20-15,2-5-14 0,0 1 4 0,0 0 22 0,0-4 52 0,0 2 93 16,4-3 106-16,-1 1 102 0,3 0 105 0,-2-1 102 16,3 0 111-16,-1 0 108 0,2-1 78 0,2 5 43 15,1-1 10-15,-2-1-6 0,4 0-15 0,-4 1-22 0,3 1-54 16,-2-1-67-16,2 1-45 0,-3 0-35 0,0 2-24 16,3 0-18-16,-4 0-126 0,2 2-45 0,-1 1 0 0,-1 1 0 15,1 2 0-15,-1 0 0 0,0 3 0 0,-2 0 0 0,1 3 0 16,2 0 0-16,-1 3 0 0,-3 2 0 0,1 1 0 15,0 0 0-15,-1 3 0 0,-2 1 0 0,0 2 0 0,-1 0 0 16,1 0 0-16,-1 2 0 0,-2-1 0 0,0 0 0 0,0 0 0 16,0 0 0-16,-2-2 0 0,0 1 0 0,1-3 0 0,-1-1 0 15,1-4 0-15,1 2 0 0,0-5 0 0,1 1 0 0,1-2 0 16,-2-2 0-16,-2-1-242 0,1-2-251 0,-1-3-111 16,0-1-108-16,2-5-102 0,2-3-113 0,0 1-116 15,-2-3-37-15,-4 1 51 0,4-3 95 0</inkml:trace>
  <inkml:trace contextRef="#ctx0" brushRef="#br0" timeOffset="25312.1365">30270 11328 245 0,'0'-16'958'16,"3"5"93"-16,-3-1 69 0,1 3-113 0,1 0-136 15,0 2-158-15,-1-2-119 0,3 2-100 0,-4 3-106 0,1-1-87 16,1 2-69-16,-1 2-58 0,-1-3-132 0,5 4-42 0,-5-1 0 16,3 1 0-16,-2 0 0 0,3 0 0 0,0 1-118 15,0 4-67-15,-3 1-91 0,1 1-111 0,-2 2-144 0,2 1-133 16,1-2-131-16,-2 0-173 0,5 2-102 0,-3 1-26 0,1 1 53 15,1-1 98-15</inkml:trace>
  <inkml:trace contextRef="#ctx0" brushRef="#br0" timeOffset="25879.7227">30531 11317 673 0,'6'-7'948'0,"-3"-1"93"0,0 2-60 16,-1-1-109-16,-1 1-113 0,-1-1-118 0,0 2-85 15,0 2-75-15,0 0-84 0,-1 2-73 0,-1-3-53 0,0 4-41 16,-1 0-214-16,-3 0-16 0,0 4 0 0,0 1 0 0,-1 1 0 15,-2 3 0-15,1 0 0 0,-2 3 0 0,1 3 0 0,-4 0 0 16,5 0 0-16,-1 2 0 0,-1 1 0 0,4 0 0 16,0-2 0-16,1 2 0 0,2-3 0 0,-1 0 0 0,4-2 0 15,0 1 0-15,4-3 0 0,-3-2 0 0,2-2 0 16,4-2 0-16,-2 1 0 0,3-3 0 0,1-2 0 0,-1-2 0 16,2-2 0-16,-1-3 0 0,0 1 0 0,3-2 0 15,0-1 0-15,-1-2 0 0,0-2 0 0,0 0 0 0,0 0 0 16,2-4 0-16,-2 3 0 0,-1-2 0 0,2 0 0 0,-2 0 0 15,-1 0 0-15,2 2 0 0,-3-1 0 0,2 4 0 0,-4-2 0 16,2 2 0-16,-4 3 0 0,0 3 0 0,-1 1 0 16,-2 1 0-16,3-1 0 0,-4 3 0 0,1 0 0 0,-1 1 0 15,2 3 0-15,0 2 0 0,-2 0 0 0,3 4 0 0,-2 0 0 16,4 4 0-16,-4 0 0 0,1 1 0 0,-1-2 0 16,3 2 0-16,-3-2 0 0,1-2 0 0,-1 1 0 0,3-3 0 15,-3 0 0-15,1-3 0 0,0-1 0 0,1-2 0 0,-2 0 0 16,4-3 0-16,-2 0 0 0,2-2 0 0,3-1 0 0,0-2 0 15,2 0 0-15,2-4 0 0,1-2 0 0,-1 0 0 0,1 0 0 16,2-1 0-16,-2 0 0 0,3-3 0 0,-2 3 0 0,2 0 0 16,-3 0 0-16,-2 0 0 0,1 1 0 0,0 4 0 0,-3-1 0 15,-1 2 0-15,0 2 0 0,-2 1 0 0,-1 1 0 16,1 1 0-16,-1 2 0 0,0 1 0 0,-1 1 0 0,0 1 0 16,-1 1 0-16,-2 3 0 0,3-1 0 0,-2 2 0 0,0 0 0 15,0 1 0-15,-2 1 0 0,0-1 0 0,-2 1 0 0,0 0 0 16,-2 0 0-16,1 0 0 0,0-1 0 0,-1-1 0 0,0 0 0 15,-1 2 0-15,-2-2 0 0,0-2 0 0,-3 1 0 0,2 0 0 16,-3 0 0-16,2 0 0 0,-1-1 0 0,-2 1 0 0,-1-1 0 16,0 1-137-16,-3 1-531 0,-1-2-123 0,3-2-129 0,-3-1-156 15,1-2-71-15,-2 0-9 0,1 3 37 0,-2 1 110 16</inkml:trace>
  <inkml:trace contextRef="#ctx0" brushRef="#br0" timeOffset="29056.5491">23321 8164 334 0,'2'1'366'0,"-2"-1"-81"0,1 0-87 0,-1 0-58 16,2 0-39-16,-1 2-21 0,-1-2-10 0,3 0-3 0,-1 2 5 16,-2-1 4-16,0-1 10 0,0 2 6 0,0 0 6 0,0-2 8 15,1 0 14-15,-1 0 16 0,2 0 14 0,-1-2 18 16,-1 0 16-16,0 2 10 0,-1-1 7 0,1 1-1 0,0 0-2 16,0 0-8-16,0 0-3 0,0 0-7 0,1 0-1 15,-1-2 2-15,0 2 8 0,0-2 9 0,-1 2 7 0,-1-1 4 16,2 0-7-16,-1 1-11 0,-1-2-15 0,-1 2-22 15,3 0-19-15,-1 0-23 0,-1 0-21 0,2 0-18 0,-1 0-11 16,1 0-9-16,-2 0-8 0,2 2-8 0,0-2-9 0,-2 1-5 16,2 0-7-16,0-1-5 0,-1 2-5 0,1 0-3 15,-2 1-1-15,0 0-2 0,2 1 1 0,0 0-1 0,0 1 3 16,0 0-1-16,0-2-2 0,0 1 0 0,0-1 0 16,0 0 0-16,0-1 0 0,0-1 2 0,0 1 1 15,0-1 4-15,2-1 4 0,-2 0 6 0,0 0 4 0,0 0 5 0,0 0 2 16,0 0 3-16,2 0 3 0,-2 0 1 0,0 0-1 15,0 0-2-15,0 0-3 0,0 0-4 0,0-1-2 16,0 1-4-16,0 0-3 0,0 0-3 0,0 0-1 0,0 0-3 0,0 0-2 16,0 0 0-16,0 0 0 0,0 0 1 0,0 0-3 15,0 0-2-15,0 0 0 0,0 0-2 0,-2 0 1 0,2 0 1 16,0 0 0-16,0 0-1 0,0 0 5 0,0 0 3 16,0 0 3-16,0 0 6 0,0 0 3 0,0 0 4 0,0 0 5 15,0 0 1-15,0 0 3 0,0-2 0 0,0 2 0 0,-2 0 0 16,2 0-2-16,0 0-2 0,0 0 0 0,0 0-1 15,0 0-1-15,0 0-2 0,0 0-3 0,-3 0 2 0,3 0 0 16,-1 0-3-16,1 0-2 0,0 0 0 0,0 0 0 16,0 0-1-16,0 2 0 0,0-2-3 0,-2 1 0 0,0-1 2 0,2 0 0 15,0 2 0-15,0-2 2 0,0 1 2 0,0-1 1 16,0 2-20-16,0 0-4 0,0-2 0 0,0 1 0 0,0-1 0 16,0 0 0-16,0 0 0 0,0 0 0 0,0 0 0 15,0 0 0-15,2 0 0 0,0 0 0 0,-2 1 0 16,0 0 0-16,0-1 0 0,0 0 0 0,0 0 0 0,0 0 0 15,0 0 0-15,0 0 0 0,0 0 0 0,0 2 0 16,0-2 0-16,0 0 0 0,0 0 0 0,0 0 0 0,0 0 0 16,0 0 0-16,0 0 0 0,0 0 0 0,0 0 0 0,0 2 0 15,0-1 0-15,0-1 0 0,0 2 0 0,0-2 0 0,0 0 0 16,0 0 0-16,0 0 0 0,-2 0 0 0,2 0 0 16,0 0 0-16,0 0 0 0,0 0 0 0,0 0 0 0,0 0 0 15,-2 0 0-15,2 0 0 0,0 0 0 0,0 0 0 0,0 0 0 16,0 1 0-16,0-1 0 0,0 0 0 0,0 2 0 0,0-2 0 15,0 0 0-15,0 0 0 0,0 0 0 0,0 0 0 0,0 0 0 16,0 0 0-16,0 0 0 0,0 1 0 0,0-1 0 16,0 0 0-16,0 0 0 0,0 0 0 0,0 0 0 0,0 0 0 15,0 2 0-15,0-2 0 0,0 0 0 0,0 0 0 16,0 0 0-16,0 0 0 0,-1 0 0 0,-1 0 0 0,2 0 0 16,0 0 0-16,0 0 0 0,0 0 0 0,0 0 0 15,0 0 0-15,0 0 0 0,0 0 0 0,0 0 0 0,0 0 0 0,0 0 0 16,0 0 0-16,0 1 0 0,0 1 0 0,0-2 0 15,0 1 0-15,0-1 0 0,0 0 0 0,0 0 0 0,0 0 0 16,0 0 0-16,0 0 0 0,0 0 0 0,0 0 0 16,-1 0 0-16,1 0 0 0,-2 0 0 0,-1 0 0 15,3 0 0-15,0 0 0 0,0 0 0 0,0 0 0 0,0 0 0 0,0 0 0 16,0 1 0-16,0-1 0 0,0 0 0 0,0 0 0 16,0 0 0-16,0 0 0 0,0 0 0 0,-1 0 0 0,1 0 0 15,0 0 0-15,0 0 0 0,0 0 0 0,0 0 0 0,0 0 0 16,0 0 0-16,0 0 0 0,0 0 0 0,0 0 0 15,0 0 0-15,0 0 0 0,-2 0 0 0,0 0 0 16,2 0 0-16,0 0 0 0,0 0 0 0,-1 0 0 0,-1 0 0 0,2 0 0 16,0 0 0-16,0 0 0 0,0 0 0 0,0-1 0 15,0 1 0-15,-1-1 0 0,1 1 0 0,0-2 0 0,-2 1 0 16,0 1 0-16,2 0 0 0,-1-2 0 0,-1 1 0 16,2 1 0-16,0-2 0 0,0-1-91 0,0 2-97 0,0-3-31 15,0 2-72-15,-1-1-91 0,-1-2-141 0,0 1-125 16,1-5-128-16,-1-2-191 0,1 0-82 0,-3 1-18 0,-2 1 46 15,2 2 89-15</inkml:trace>
  <inkml:trace contextRef="#ctx0" brushRef="#br0" timeOffset="35323.7402">916 3342 523 0,'2'0'660'15,"0"-2"-52"-15,-1 1-79 0,-1 1-47 0,2-2-9 0,-2 1 13 16,0-1 3-16,-2 2-14 0,1-2-38 0,-1 1-44 16,-1 1-40-16,1-1-42 0,1 1-50 0,-1 0-57 15,-2-2-45-15,2 2-31 0,-1-1-22 0,0-1-15 0,-2 2-16 16,0-1-12-16,-1 1-12 0,-4 0-14 0,1 0-8 16,-1 0-6-16,-2 0-6 0,-1 1-1 0,-1-1-2 15,1 3-2-15,-1 0 0 0,-2 0-1 0,-1 0-1 16,-1 2-2-16,0-1-2 0,0 2-2 0,1 0 0 0,2-1 0 15,-2 1-2-15,4 0-1 0,1 1 1 16,-1-1-1-16,3-1 2 0,1 1-2 0,0 0 0 0,0 0 0 16,2-1 2-16,2-2-1 0,0 1 3 0,2-2 5 15,1 0 9-15,1-1 8 0,-1 1 12 0,-1 0 13 16,3-2 11-16,-2 0 10 0,1 0 10 0,1 0 4 16,0 0 3-16,0 0-29 0,0 0-61 0,0 0 0 15,0 0 0-15,0 0 0 0,0 0 0 0,1-2 0 0,1 2 0 16,-2 0 0-16,2 0 0 0,-1 2 0 0,-1-2 0 15,2 2 0-15,-2-1 0 0,1-1 0 0,1 3 0 16,1-2 0-16,1 3 0 0,-1 1 0 0,3 1 0 16,-2 1 0-16,1 0 0 0,0 2 0 0,0 1 0 0,0 2 0 15,2 3 0-15,-2-1 0 0,-2 4 0 0,1 3 0 16,-1 0 0-16,0 4 0 0,0-1 0 0,0 3 0 16,-1 3 0-16,2 3 0 0,-2 1 0 0,-2 1 0 0,1 1 0 15,1 5 0-15,-2-2 0 0,2 1 0 0,-2 1 0 16,1 1 0-16,1 0 0 0,-2 1 0 0,2-1 0 0,-1 2 0 15,-1-1 0-15,2-1 0 0,-2 1 0 0,0-2 0 16,0 4 0-16,0-1 0 0,0-1 0 0,0 4 0 16,0-2 0-16,0-1 0 0,0 2 0 0,1 0 0 0,1 1 0 15,-2 1 0-15,3-2 0 0,-1 1 0 0,-1 0 0 16,1 0 0-16,2 0 0 0,-4 2 0 0,2 1 0 16,-2-2 0-16,2 0 0 0,-1 0 0 0,-1 1 0 15,2-1 0-15,-1 0 0 0,1 0 0 0,-2-1 0 0,0-2 0 16,0-1 0-16,2 2 0 0,-1-5 0 0,-1 1 0 15,2-1 0-15,-1-2 0 0,1 0 0 0,1 0 0 0,0-1 0 16,1-2 0-16,2 0 0 0,-3-2 0 0,3 1 0 16,-1 1 0-16,2-3 0 0,0 0 0 0,-2-1 0 15,1 2 0-15,-1-4 0 0,0 1 0 0,0 1 0 0,1-2 0 16,-3-2 0-16,2-1 0 0,-2 2 0 0,2-4 0 0,-2 1 0 16,2-2 0-16,-2-2 0 0,3-1 0 0,-1-1 0 15,-2-1 0-15,2-1 0 0,1-3 0 0,-1-1 0 0,1-2 0 16,-1-1 0-16,1-1 0 0,-1-2 0 0,0-1 0 15,2-1 0-15,-2-2 0 0,2-1 0 0,-1-1 0 16,2-1 0-16,4-2 0 0,0-1 0 0,2-2 0 0,2-1 0 0,1-2 0 16,1-2 0-16,2-4 0 0,2 2 0 0,-1-3 0 15,1 2 0-15,3-3 0 0,-1 2 0 0,0-3 0 16,4 2 0-16,-3-3 0 0,4 1 0 0,-2-1 0 0,-1 2 0 16,0-1 0-16,-5 1 0 0,-1 1 0 0,-1 1 0 0,-3 0 0 15,-1 3 0-15,-2 3 0 0,-3-2 0 0,-1 1 0 0,-3 1 0 16,-1 2 0-16,-3-1 0 0,-1 3-303 0,-2-1-787 15,-2-1-164-15,-6 0-55 0,-3 3 3 0,-1-1 47 0,-4 0 80 16</inkml:trace>
  <inkml:trace contextRef="#ctx0" brushRef="#br0" timeOffset="36754.3547">513 8179 35 0,'0'-2'144'0,"-3"2"-19"0,0 0-16 0,2 0-12 0,1-1-10 16,0 0-4-16,0 1-6 0,0-1-8 0,0 1-10 15,0-2-6-15,0 0-2 0,0 2-3 0,0-1 0 16,0-1 4-16,0 0 3 0,0 2 6 0,-2-1 6 0,2 1 6 16,0 0 4-16,2 0 13 0,-2 0 12 15,1 1 15-15,2-1 20 0,-3 0 21 0,-3-1 25 0,2 0 25 16,-1-1 23-16,2-1 18 0,0 2 9 0,0-2 9 16,2 3 5-16,-2 0 14 0,0 0 18 0,0-3 13 15,-2 1 4-15,-1 0-6 0,3 1-7 0,0 1-13 16,0 0-17-16,0 0-31 0,1 0-36 0,1 0-33 0,-2 0-24 15,0 0-13-15,0 0-9 0,-2 0-5 0,1-1-5 16,1 1-4-16,-2 0-6 0,2 0-6 0,-1 0-5 0,-1 1-8 16,2-1-6-16,-2 1-6 0,1 1-67 0,1-2-14 15,0 2 0-15,0-2 0 0,0 1 0 0,0 1 0 16,0-2 0-16,0 4 0 0,0-3 0 0,0 3 0 16,1-2 0-16,1 5 0 0,0-2 0 0,-1 3 0 0,2 1 0 15,1 0 0-15,0-1 0 0,-1 1 0 0,2 1 0 16,-2-1 0-16,2 0 0 0,0 1 0 0,-2 0 0 15,0-2 0-15,3 2 0 0,-3-1 0 0,2-2 0 16,-3-1 0-16,1 0 0 0,0 0 0 0,1-1 0 0,-1-3 0 16,0 2 0-16,1-3 0 0,1-1 0 0,0-1 0 15,0-4 0-15,3 1 0 0,2-4 0 0,0-2 0 16,3-2 0-16,1-4 0 0,-1 0 0 0,2-2 0 16,-2-2 0-16,1 1 0 0,1-3 0 0,-3 2 0 0,1-1 0 15,-2 2 0-15,0-1 0 0,-2 4 0 0,0-2 0 0,-3 2 0 16,1 5 0-16,0-2 0 0,-4 5 0 0,0 0 0 15,-1 1 0-15,0 4 0 0,-1-1 0 0,1 3 0 16,-2 0 0-16,1-2 0 0,1 1 0 0,-4 2 0 0,-1 0 0 16,-3 2 0-16,-1 2-207 0,-1 4-530 0,1-1-76 15,0-1-53-15,1-1-60 0,-5-2-76 0,-3-1-60 16,1 3 24-16,-1-2 82 0</inkml:trace>
  <inkml:trace contextRef="#ctx0" brushRef="#br0" timeOffset="37093.2298">594 8067 409 0,'0'-5'693'0,"2"2"-24"16,-1-3-67-16,1 2-31 0,2-1 1 0,-2 1-6 15,-2 0-14-15,1 1-32 0,1 2-44 16,-2 0-41-16,0-1-40 0,0 0-63 0,0 2-66 0,0 0-49 16,-2 0-36-16,1 0-27 0,1 2-23 0,0 0-20 15,0-1-18-15,0 2-9 0,0 2-9 0,0-1-3 0,3 3-58 16,0 3-14-16,-1 0 0 0,3 2 0 0,0 2 0 15,-2-1 0-15,3 3 0 0,-3 0 0 0,2 0 0 0,0 1 0 16,-1 0 0-16,1-1 0 0,0-3 0 0,4 1 0 16,-4-2 0-16,3-1 0 0,-2-1 0 0,4-3 0 15,-2-1 0-15,1 0 0 0,2-4 0 0,-1-1 0 16,-1-2 0-16,5-2 0 0,-1-5 0 0,0-2 0 0,4-2 0 16,0-6 0-16,-2 0 0 0,2-2 0 0,-4-3 0 15,1 3 0-15,0-1 0 0,-4 3 0 0,-1 0 0 16,-1 3 0-16,-3 0 0 0,1 3 0 0,-1 1 0 15,-3 2 0-15,-4 2 0 0,2 2 0 0,0 4-385 0,-1 0-486 16,1 1-239-16,-2 1-117 0,-1-1-34 0,-2 4 16 16,5 2 53-16</inkml:trace>
  <inkml:trace contextRef="#ctx0" brushRef="#br0" timeOffset="55418.9921">27164 11430 202 0,'-3'0'635'0,"2"0"-28"0,1 0-64 16,-2 0-71-16,0-2-37 0,2 0-4 0,-1 2 15 15,1-1 11-15,0 1-11 0,-2 0-28 0,1 0-39 0,1 0-32 0,0 1-34 16,-2-1-47-16,2 0-55 0,0 0-40 0,0 0-27 16,0 0-15-16,0 0-8 0,0 0-3 0,2 0-6 0,-2 0-4 15,0 0-8-15,0 0-7 0,0 0-5 0,0 0-5 16,0 0-5-16,0 0-6 0,0 2-4 0,0 0-5 16,0-2-29-16,0 0-34 0,0 0 0 0,0 1 0 0,1-1 0 15,1 0 0-15,-1 0 0 0,-1 0 0 0,4 0 0 0,0 0 0 16,1-1 0-16,3 1 0 0,5-4 0 0,0 3 0 15,2-1 0-15,1 0 0 0,5-1 0 0,-1 0 0 0,4 0 0 16,1-2 0-16,5 2 0 0,4-2 0 0,0 2 0 0,4-2 0 16,2-1 0-16,2 0 0 0,6 0 0 0,-2 0 0 15,1 1 0-15,1-1 0 0,-3 2 0 0,-2-2 0 0,-1 1 0 16,-3 2 0-16,-3-1 0 0,-3 0 0 0,-3 3 0 0,-4 0 0 16,-1-1 0-16,-8 2 0 0,1-1 0 0,-6-1 0 0,1 2 0 15,-7 0 0-15,2 0 0 0,-1 0 0 0,-3 0 0 0,-1 0 0 16,-1 0 0-16,-1 0 0 0,1 0 0 0,0 0 0 15,-2 0 0-15,0 0 0 0,0 0 0 0,0 0 0 16,0 0 0-16,0 0 0 0,-2 0 0 0,0-1 0 0,2-1 0 16,-1 2 0-16,-2-1 0 0,-3-1 0 0,-1 2-37 0,-2 0-183 15,-3 0-6-15,-3 0-8 0,-6 2-15 0,0-1-29 0,-5 2-37 16,-3 0-26-16,-2-1-13 0,-3 0-4 0,0 0 7 16,-6 0 18-16,2 1 32 0,2 1 50 0,-2-1 60 0,-1 1 58 15,1 0 42-15,0 0 41 0,3 1 28 0,0-1 27 0,2 0 25 16,1 0 22-16,2-1 22 0,3 1 26 15,2 1 39-15,5-3 37 0,2 3 42 0,2-1 26 0,7-1 14 16,-1 1 5-16,1-2-1 0,4 0-16 0,2 0-26 0,0-1-31 16,3 1-34-16,0 0-26 0,1-1-12 0,2 2-5 15,2-2 5-15,4 1 7 0,1-1 8 0,1 0 8 0,2 2 1 16,1-1 3-16,2 0-1 0,0-1 1 0,4 1-3 0,1-1-21 0,4-1-120 16,5-1 0-16,2-1 0 0,4 1 0 0,3-1 0 15,4-1 0-15,1 0 0 0,2 0 0 0,3-1 0 16,-3-1 0-16,3-1 0 0,-3 0 0 0,1 0 0 0,-4-1 0 15,-1 1 0-15,-3 0 0 0,-6 0 0 0,-1 1 0 16,-7 1 0-16,-3 1 0 0,-3 0 0 0,-3-1 0 0,-3 3 0 16,-4 0 0-16,-2-1 0 0,-1 2 0 0,-2 0 0 0,-2 0 0 15,0 0 0-15,-2 0 0 0,-2 0 0 0,0 2 0 0,-1-2 0 16,-2 2 0-16,-4 0 0 0,1 3 0 0,-5-2 0 16,-1 1 0-16,-2 1 0 0,-1-1 0 0,-2 1 0 0,0 2 0 15,-3 1 0-15,-2-2 0 0,2 1 0 0,-3 1 0 16,1-1 0-16,1 0 0 0,-1 1 0 0,3 0 0 0,1-1 0 15,4 1 0-15,-2-3 0 0,6 2 0 0,1-3 0 16,3-1 0-16,1 0 0 0,3 0 0 0,2-1 0 0,0-1 0 16,4-1 0-16,0 0 0 0,2 0 0 0,6 0 0 0,1-1 0 0,3-3 0 15,1 2 0-15,3-3 0 0,1 1 0 0,1-1 0 16,0 1 0-16,2-1 0 0,-1-1 0 0,2-1 0 16,3 1 0-16,-1 0 0 0,-3-1-395 0,7 2-319 0,1-3-214 15,1-1-189-15,5-1-87 0,1-1-15 0,-1 0 34 0,6 0 77 16</inkml:trace>
  <inkml:trace contextRef="#ctx0" brushRef="#br0" timeOffset="56278.6737">29620 10808 317 0,'0'0'341'15,"0"0"-53"-15,0 0-58 0,0 0-51 0,1 0-31 0,-1-1-17 16,0-1-6-16,0 2 1 0,0 0 5 15,0 0 5-15,0-1 7 0,0 0 8 0,0 1 9 0,2-2 8 16,0 1 8-16,-2-1 8 0,1 0 4 0,1 0 7 0,-1-1 5 16,-1-2 4-16,2 2 17 0,0 1 23 0,-1 0 25 0,1-3 12 15,-1 2 8-15,1-1-2 0,0 0-6 0,0-1-14 0,-2 2-30 16,2-2-38-16,0 1-39 0,-2-1-26 0,1 2-13 16,1 0-9-16,-2 0-5 0,1 0-7 0,-1 2-8 15,0-1-7-15,0 1-9 0,0 1-13 0,0 0-14 0,0 0-14 16,0 1-9-16,0-1-9 0,-1 3-7 0,-1 0-5 0,1 3-1 15,-3 2 0-15,-2 2 3 0,3 3 3 0,-2-1 5 16,-1 3 7-16,-1-1 5 0,3 4 1 0,-4-2 0 0,2 2 0 16,-1 0-1-16,2 1 1 0,-2-4-2 0,2 1-4 15,0-4-2-15,4 0-2 0,-2-2-1 0,-1-3-1 0,3 0-1 16,1-2-3-16,-2-1 7 0,2-2 13 0,0 1 17 0,0-3-21 16,0 0-28-16,0-1 0 0,2-3 0 0,-1-3 0 0,3-2 0 15,-1 0 0-15,2-4 0 0,1 0 0 0,3-2 0 16,-2-1 0-16,1-1 0 0,1-2 0 0,-1-1 0 15,1 1 0-15,-1-3 0 0,2 3 0 0,-2-1 0 0,0 3 0 16,-2-1 0-16,3 1 0 0,-2 2 0 0,-1 0 0 0,1 3 0 16,-3 2 0-16,2 2 0 0,-3 2 0 0,1 1 0 15,-1 0 0-15,-2 1 0 0,3 4 0 0,-3 0 0 0,3 4 0 16,-1 1 0-16,0 2 0 0,3 3 0 0,-3 0 0 16,0 1 0-16,2 3 0 0,-2-1 0 0,1 2 0 0,-1 0 0 0,0 0 0 15,1 0 0-15,-1 0 0 0,-1-1 0 0,1 0 0 16,1-3 0-16,-1 0 0 0,-2-3 0 0,4 2 0 0,-2-3 0 15,3-1 0-15,-3 0 0 0,2-1 0 0,-1-1 0 0,-1-1 0 16,0 0 0-16,2 0 0 0,-4-1 0 0,5 1 0 0,-2-3 0 16,-1 1 0-16,2-1 0 0,-2-1 0 0,2 1 0 15,-1-3 0-15,1 1 0 0,3 1-111 0,-5-1-45 0,2-1-28 16,-2 3-43-16,0 0-74 0,1-1-81 0,-1 1-143 16,3-5-125-16,2-1-138 0,-4-3-167 0,1-1-79 15,-1-1-11-15,-3-1 49 0</inkml:trace>
  <inkml:trace contextRef="#ctx0" brushRef="#br0" timeOffset="57524.9027">14656 4018 15 0,'2'-1'622'0,"-1"-2"4"0,1 1-61 0,-2-1-81 16,3 1-56-16,-1 1-23 0,0-2 3 0,-1 0 16 15,-1 2 2-15,-1 1-11 0,1-3-27 0,-2 1-31 0,2 1-28 16,0-1-36-16,0 1-52 0,0 2-57 0,0-1-48 16,-2 2-33-16,2-2-22 0,0 3-18 0,0 0-9 0,0 0-2 0,0 1 3 15,0 4 6-15,0-1 3 0,-1 4 1 0,-1 0 4 16,2 2 6-16,0-1 2 0,0 2-6 0,2 2-7 16,-1-3-12-16,-1 1-6 0,4-1-7 0,-3 1-3 0,2-2-1 15,-1-2-2-15,4 1 3 0,-1-4 2 0,1 1 4 0,1-4 4 16,3 1-1-16,-2-3-3 0,2-2-42 0,4-2 0 0,0 0 0 15,2-2 0-15,0-4 0 0,1 0 0 0,1-2 0 16,1-3 0-16,-3 2 0 0,1-1 0 0,-3 0 0 0,0 0 0 16,-2 2 0-16,-2 1 0 0,-2 1 0 0,0-1 0 15,-3 3 0-15,-2 0-106 0,-1 1-68 0,-2 3-42 0,-2 1-66 16,-1 1-88-16,-2 2-111 0,-3 1-128 0,3-1-105 0,-4-1-118 16,3 2-142-16,0 0-54 0,-3 3 24 0,2 2 73 15</inkml:trace>
  <inkml:trace contextRef="#ctx0" brushRef="#br0" timeOffset="58401.8137">14947 4740 9 0,'-1'-2'554'0,"-1"2"-47"0,2 0-77 0,0 0-78 15,2 0-45-15,-2 0-19 0,0 2-8 0,-2-2-6 0,2 0-3 16,0 0-2-16,0-2-4 0,2 2-4 0,-1 0-5 0,-1 2 4 15,0-1 8-15,0 2 5 0,-3 2-1 0,2-1-5 16,-1 2-14-16,0-1-19 0,1 1-25 0,-1-1-33 16,2 2-33-16,-1 2-22 0,-1 0-16 0,0 0-11 0,2 0-8 15,-1 2-7-15,-1-1-4 0,2 0-10 0,0 1-11 0,0-3-10 16,2 2-6-16,-1-2-8 0,1 0-5 0,0 0-5 0,-1-2-2 16,2 0 0-16,1 0 2 0,0-2 2 0,2-1 0 15,-1 0 2-15,0-1 1 0,3-2 0 0,0 0-1 16,3 0-3-16,-2-3-5 0,3-1-2 0,0 0 0 0,1 0-6 15,-1-2-1-15,1 0-2 0,0 0-4 0,-1-2-1 0,1 1-7 16,-1 1-8-16,-2-2-15 0,-2 2-14 0,-1 2-14 16,0-2-18-16,0 1-16 0,-3 3-18 0,0-2-14 0,-1 1-13 15,-2 0-17-15,1 2-30 0,0 1-48 0,-2-2-49 16,-2 0-54-16,2 2-80 0,-2-1-76 0,2-1-53 0,-1 2-31 16,-1-2-12-16,2 2 2 0,0 0-10 0,-3 0-30 0,1 2-5 15,-1-2 40-15</inkml:trace>
</inkml:ink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" name="Google Shape;3;n"/>
          <p:cNvSpPr txBox="1">
            <a:spLocks noGrp="1"/>
          </p:cNvSpPr>
          <p:nvPr>
            <p:ph type="hdr" idx="2"/>
          </p:nvPr>
        </p:nvSpPr>
        <p:spPr>
          <a:xfrm>
            <a:off x="0" y="0"/>
            <a:ext cx="52832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4" name="Google Shape;4;n"/>
          <p:cNvSpPr txBox="1">
            <a:spLocks noGrp="1"/>
          </p:cNvSpPr>
          <p:nvPr>
            <p:ph type="dt" idx="10"/>
          </p:nvPr>
        </p:nvSpPr>
        <p:spPr>
          <a:xfrm>
            <a:off x="6905979" y="0"/>
            <a:ext cx="5283200" cy="344091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R="0" lvl="0" algn="r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5" name="Google Shape;5;n"/>
          <p:cNvSpPr>
            <a:spLocks noGrp="1" noRot="1" noChangeAspect="1"/>
          </p:cNvSpPr>
          <p:nvPr>
            <p:ph type="sldImg" idx="3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  <a:noFill/>
          <a:ln w="12700" cap="flat" cmpd="sng">
            <a:solidFill>
              <a:srgbClr val="000000"/>
            </a:solidFill>
            <a:prstDash val="solid"/>
            <a:round/>
            <a:headEnd type="none" w="sm" len="sm"/>
            <a:tailEnd type="none" w="sm" len="sm"/>
          </a:ln>
        </p:spPr>
      </p:sp>
      <p:sp>
        <p:nvSpPr>
          <p:cNvPr id="6" name="Google Shape;6;n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no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7" name="Google Shape;7;n"/>
          <p:cNvSpPr txBox="1">
            <a:spLocks noGrp="1"/>
          </p:cNvSpPr>
          <p:nvPr>
            <p:ph type="ftr" idx="11"/>
          </p:nvPr>
        </p:nvSpPr>
        <p:spPr>
          <a:xfrm>
            <a:off x="0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8" name="Google Shape;8;n"/>
          <p:cNvSpPr txBox="1">
            <a:spLocks noGrp="1"/>
          </p:cNvSpPr>
          <p:nvPr>
            <p:ph type="sldNum" idx="12"/>
          </p:nvPr>
        </p:nvSpPr>
        <p:spPr>
          <a:xfrm>
            <a:off x="6905979" y="6513910"/>
            <a:ext cx="5283200" cy="34409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b" anchorCtr="0">
            <a:noAutofit/>
          </a:bodyPr>
          <a:lstStyle/>
          <a:p>
            <a:pPr marL="0" marR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 sz="12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rPr>
              <a:t>‹#›</a:t>
            </a:fld>
            <a:endParaRPr sz="1200" b="0" i="0" u="none" strike="noStrike" cap="none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notesStyle>
    <a:defPPr marR="0" lvl="0" algn="l" rtl="0">
      <a:lnSpc>
        <a:spcPct val="100000"/>
      </a:lnSpc>
      <a:spcBef>
        <a:spcPts val="0"/>
      </a:spcBef>
      <a:spcAft>
        <a:spcPts val="0"/>
      </a:spcAft>
    </a:defPPr>
    <a:lvl1pPr marR="0" lvl="0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1pPr>
    <a:lvl2pPr marR="0" lvl="1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2pPr>
    <a:lvl3pPr marR="0" lvl="2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3pPr>
    <a:lvl4pPr marR="0" lvl="3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4pPr>
    <a:lvl5pPr marR="0" lvl="4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5pPr>
    <a:lvl6pPr marR="0" lvl="5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6pPr>
    <a:lvl7pPr marR="0" lvl="6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7pPr>
    <a:lvl8pPr marR="0" lvl="7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8pPr>
    <a:lvl9pPr marR="0" lvl="8" algn="l" rtl="0">
      <a:lnSpc>
        <a:spcPct val="100000"/>
      </a:lnSpc>
      <a:spcBef>
        <a:spcPts val="0"/>
      </a:spcBef>
      <a:spcAft>
        <a:spcPts val="0"/>
      </a:spcAft>
      <a:buClr>
        <a:srgbClr val="000000"/>
      </a:buClr>
      <a:buFont typeface="Arial"/>
      <a:defRPr sz="1400" b="0" i="0" u="none" strike="noStrike" cap="none">
        <a:solidFill>
          <a:srgbClr val="000000"/>
        </a:solidFill>
        <a:latin typeface="Arial"/>
        <a:ea typeface="Arial"/>
        <a:cs typeface="Arial"/>
        <a:sym typeface="Arial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_rels/notesSlide1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8.xml"/><Relationship Id="rId1" Type="http://schemas.openxmlformats.org/officeDocument/2006/relationships/notesMaster" Target="../notesMasters/notesMaster1.xml"/></Relationships>
</file>

<file path=ppt/notesSlides/_rels/notesSlide1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9.xml"/><Relationship Id="rId1" Type="http://schemas.openxmlformats.org/officeDocument/2006/relationships/notesMaster" Target="../notesMasters/notesMaster1.xml"/></Relationships>
</file>

<file path=ppt/notesSlides/_rels/notesSlide1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0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4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6" name="Google Shape;46;p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47" name="Google Shape;47;p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3" name="Google Shape;53;p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4" name="Google Shape;54;p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5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0" name="Google Shape;60;g26ce95f8c25_0_3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1" name="Google Shape;61;g26ce95f8c25_0_3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19158897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6ce95f8c25_0_3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g26ce95f8c2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4058983541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6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7" name="Google Shape;67;g26ce95f8c25_0_39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8" name="Google Shape;68;g26ce95f8c25_0_39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092635851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3" name="Google Shape;193;p2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194" name="Google Shape;194;p2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00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1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0" name="Google Shape;200;p2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1" name="Google Shape;201;p2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0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07" name="Google Shape;207;p22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00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08" name="Google Shape;208;p22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1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8" name="Google Shape;218;p23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19" name="Google Shape;219;p23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24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5" name="Google Shape;225;p24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26" name="Google Shape;226;p24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23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1" name="Google Shape;231;p2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232" name="Google Shape;232;p2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02291608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5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59" name="Google Shape;359;p4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0" name="Google Shape;360;p4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841216792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6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6" name="Google Shape;366;p46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67" name="Google Shape;367;p46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157387267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7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72" name="Google Shape;372;p47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73" name="Google Shape;373;p47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3647438765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1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3" name="Google Shape;313;p35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14" name="Google Shape;314;p35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1520754774"/>
      </p:ext>
    </p:extLst>
  </p:cSld>
  <p:clrMapOvr>
    <a:masterClrMapping/>
  </p:clrMapOvr>
</p:notes>
</file>

<file path=ppt/notesSlides/notesSlide17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8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9" name="Google Shape;389;p50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390" name="Google Shape;390;p50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697888452"/>
      </p:ext>
    </p:extLst>
  </p:cSld>
  <p:clrMapOvr>
    <a:masterClrMapping/>
  </p:clrMapOvr>
</p:notes>
</file>

<file path=ppt/notesSlides/notesSlide18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8" name="Google Shape;398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996948086"/>
      </p:ext>
    </p:extLst>
  </p:cSld>
  <p:clrMapOvr>
    <a:masterClrMapping/>
  </p:clrMapOvr>
</p:notes>
</file>

<file path=ppt/notesSlides/notesSlide19.xml><?xml version="1.0" encoding="utf-8"?>
<p:notes xmlns:a="http://schemas.openxmlformats.org/drawingml/2006/main" xmlns:r="http://schemas.openxmlformats.org/officeDocument/2006/relationships" xmlns:p="http://schemas.openxmlformats.org/presentationml/2006/main" showMasterSp="0" showMasterPhAnim="0">
  <p:cSld>
    <p:spTree>
      <p:nvGrpSpPr>
        <p:cNvPr id="1" name="Shape 396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97" name="Google Shape;397;p51:notes"/>
          <p:cNvSpPr txBox="1">
            <a:spLocks noGrp="1"/>
          </p:cNvSpPr>
          <p:nvPr>
            <p:ph type="body" idx="1"/>
          </p:nvPr>
        </p:nvSpPr>
        <p:spPr>
          <a:xfrm>
            <a:off x="1219200" y="3300413"/>
            <a:ext cx="9753600" cy="2700338"/>
          </a:xfrm>
          <a:prstGeom prst="rect">
            <a:avLst/>
          </a:prstGeom>
        </p:spPr>
        <p:txBody>
          <a:bodyPr spcFirstLastPara="1" wrap="square" lIns="91425" tIns="45700" rIns="91425" bIns="45700" anchor="t" anchorCtr="0">
            <a:no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dirty="0"/>
          </a:p>
        </p:txBody>
      </p:sp>
      <p:sp>
        <p:nvSpPr>
          <p:cNvPr id="398" name="Google Shape;398;p51:notes"/>
          <p:cNvSpPr>
            <a:spLocks noGrp="1" noRot="1" noChangeAspect="1"/>
          </p:cNvSpPr>
          <p:nvPr>
            <p:ph type="sldImg" idx="2"/>
          </p:nvPr>
        </p:nvSpPr>
        <p:spPr>
          <a:xfrm>
            <a:off x="4038600" y="857250"/>
            <a:ext cx="4114800" cy="2314575"/>
          </a:xfrm>
          <a:custGeom>
            <a:avLst/>
            <a:gdLst/>
            <a:ahLst/>
            <a:cxnLst/>
            <a:rect l="l" t="t" r="r" b="b"/>
            <a:pathLst>
              <a:path w="120000" h="120000" extrusionOk="0">
                <a:moveTo>
                  <a:pt x="0" y="0"/>
                </a:moveTo>
                <a:lnTo>
                  <a:pt x="120000" y="0"/>
                </a:lnTo>
                <a:lnTo>
                  <a:pt x="120000" y="120000"/>
                </a:lnTo>
                <a:lnTo>
                  <a:pt x="0" y="120000"/>
                </a:lnTo>
                <a:close/>
              </a:path>
            </a:pathLst>
          </a:custGeom>
        </p:spPr>
      </p:sp>
    </p:spTree>
    <p:extLst>
      <p:ext uri="{BB962C8B-B14F-4D97-AF65-F5344CB8AC3E}">
        <p14:creationId xmlns:p14="http://schemas.microsoft.com/office/powerpoint/2010/main" val="2279128125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Title Only" type="obj">
  <p:cSld name="OBJECT">
    <p:bg>
      <p:bgPr>
        <a:solidFill>
          <a:schemeClr val="lt1"/>
        </a:solidFill>
        <a:effectLst/>
      </p:bgPr>
    </p:bg>
    <p:spTree>
      <p:nvGrpSpPr>
        <p:cNvPr id="1" name="Shape 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6" name="Google Shape;16;p39"/>
          <p:cNvSpPr/>
          <p:nvPr/>
        </p:nvSpPr>
        <p:spPr>
          <a:xfrm>
            <a:off x="3828288" y="4343400"/>
            <a:ext cx="4572000" cy="401320"/>
          </a:xfrm>
          <a:custGeom>
            <a:avLst/>
            <a:gdLst/>
            <a:ahLst/>
            <a:cxnLst/>
            <a:rect l="l" t="t" r="r" b="b"/>
            <a:pathLst>
              <a:path w="4572000" h="401320" extrusionOk="0">
                <a:moveTo>
                  <a:pt x="0" y="400812"/>
                </a:moveTo>
                <a:lnTo>
                  <a:pt x="4572000" y="400812"/>
                </a:lnTo>
                <a:lnTo>
                  <a:pt x="4572000" y="0"/>
                </a:lnTo>
                <a:lnTo>
                  <a:pt x="0" y="0"/>
                </a:lnTo>
                <a:lnTo>
                  <a:pt x="0" y="400812"/>
                </a:lnTo>
                <a:close/>
              </a:path>
            </a:pathLst>
          </a:custGeom>
          <a:solidFill>
            <a:srgbClr val="D3212D"/>
          </a:solid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7" name="Google Shape;17;p39"/>
          <p:cNvSpPr txBox="1">
            <a:spLocks noGrp="1"/>
          </p:cNvSpPr>
          <p:nvPr>
            <p:ph type="title"/>
          </p:nvPr>
        </p:nvSpPr>
        <p:spPr>
          <a:xfrm>
            <a:off x="2982595" y="2699080"/>
            <a:ext cx="6226809" cy="69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8" name="Google Shape;18;p39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19" name="Google Shape;19;p39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0" name="Google Shape;20;p39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and Content">
  <p:cSld name="Title and Content">
    <p:spTree>
      <p:nvGrpSpPr>
        <p:cNvPr id="1" name="Shape 2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" name="Google Shape;22;p40"/>
          <p:cNvSpPr txBox="1">
            <a:spLocks noGrp="1"/>
          </p:cNvSpPr>
          <p:nvPr>
            <p:ph type="title"/>
          </p:nvPr>
        </p:nvSpPr>
        <p:spPr>
          <a:xfrm>
            <a:off x="2982595" y="2699080"/>
            <a:ext cx="6226809" cy="69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3" name="Google Shape;23;p40"/>
          <p:cNvSpPr txBox="1">
            <a:spLocks noGrp="1"/>
          </p:cNvSpPr>
          <p:nvPr>
            <p:ph type="body" idx="1"/>
          </p:nvPr>
        </p:nvSpPr>
        <p:spPr>
          <a:xfrm>
            <a:off x="916939" y="1621564"/>
            <a:ext cx="10358120" cy="305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 b="0" i="0">
                <a:solidFill>
                  <a:schemeClr val="dk1"/>
                </a:solidFill>
              </a:defRPr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4" name="Google Shape;24;p40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5" name="Google Shape;25;p40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6" name="Google Shape;26;p40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itle Slide">
  <p:cSld name="Title Slide">
    <p:spTree>
      <p:nvGrpSpPr>
        <p:cNvPr id="1" name="Shape 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" name="Google Shape;28;p41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14401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29" name="Google Shape;29;p41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17145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0" name="Google Shape;30;p41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1" name="Google Shape;31;p41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2" name="Google Shape;32;p41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matchingName="Two Content">
  <p:cSld name="Two Content">
    <p:spTree>
      <p:nvGrpSpPr>
        <p:cNvPr id="1" name="Shape 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4" name="Google Shape;34;p42"/>
          <p:cNvSpPr txBox="1">
            <a:spLocks noGrp="1"/>
          </p:cNvSpPr>
          <p:nvPr>
            <p:ph type="title"/>
          </p:nvPr>
        </p:nvSpPr>
        <p:spPr>
          <a:xfrm>
            <a:off x="2982595" y="2699080"/>
            <a:ext cx="6226809" cy="69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5" name="Google Shape;35;p42"/>
          <p:cNvSpPr txBox="1">
            <a:spLocks noGrp="1"/>
          </p:cNvSpPr>
          <p:nvPr>
            <p:ph type="body" idx="1"/>
          </p:nvPr>
        </p:nvSpPr>
        <p:spPr>
          <a:xfrm>
            <a:off x="60960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6" name="Google Shape;36;p42"/>
          <p:cNvSpPr txBox="1">
            <a:spLocks noGrp="1"/>
          </p:cNvSpPr>
          <p:nvPr>
            <p:ph type="body" idx="2"/>
          </p:nvPr>
        </p:nvSpPr>
        <p:spPr>
          <a:xfrm>
            <a:off x="6278880" y="1577340"/>
            <a:ext cx="5303520" cy="452628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lvl="0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1pPr>
            <a:lvl2pPr marL="914400" lvl="1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marL="1371600" lvl="2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marL="1828800" lvl="3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marL="2286000" lvl="4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marL="2743200" lvl="5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marL="3200400" lvl="6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marL="3657600" lvl="7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marL="4114800" lvl="8" indent="-228600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7" name="Google Shape;37;p42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8" name="Google Shape;38;p42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39" name="Google Shape;39;p42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showMasterSp="0" matchingName="Blank">
  <p:cSld name="Blank">
    <p:bg>
      <p:bgPr>
        <a:solidFill>
          <a:schemeClr val="lt1"/>
        </a:solidFill>
        <a:effectLst/>
      </p:bgPr>
    </p:bg>
    <p:spTree>
      <p:nvGrpSpPr>
        <p:cNvPr id="1" name="Shape 4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1" name="Google Shape;41;p43"/>
          <p:cNvSpPr/>
          <p:nvPr/>
        </p:nvSpPr>
        <p:spPr>
          <a:xfrm>
            <a:off x="243751" y="1989327"/>
            <a:ext cx="3236810" cy="2882900"/>
          </a:xfrm>
          <a:prstGeom prst="rect">
            <a:avLst/>
          </a:prstGeom>
          <a:blipFill rotWithShape="1">
            <a:blip r:embed="rId2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42" name="Google Shape;42;p43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ctr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3" name="Google Shape;43;p43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lvl="0" algn="l">
              <a:spcBef>
                <a:spcPts val="0"/>
              </a:spcBef>
              <a:spcAft>
                <a:spcPts val="0"/>
              </a:spcAft>
              <a:buSzPts val="1400"/>
              <a:buNone/>
              <a:defRPr>
                <a:solidFill>
                  <a:srgbClr val="888888"/>
                </a:solidFill>
              </a:defRPr>
            </a:lvl1pPr>
            <a:lvl2pPr lvl="1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2pPr>
            <a:lvl3pPr lvl="2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3pPr>
            <a:lvl4pPr lvl="3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4pPr>
            <a:lvl5pPr lvl="4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5pPr>
            <a:lvl6pPr lvl="5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6pPr>
            <a:lvl7pPr lvl="6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7pPr>
            <a:lvl8pPr lvl="7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8pPr>
            <a:lvl9pPr lvl="8" algn="l">
              <a:spcBef>
                <a:spcPts val="0"/>
              </a:spcBef>
              <a:spcAft>
                <a:spcPts val="0"/>
              </a:spcAft>
              <a:buSzPts val="1400"/>
              <a:buNone/>
              <a:defRPr/>
            </a:lvl9pPr>
          </a:lstStyle>
          <a:p>
            <a:endParaRPr/>
          </a:p>
        </p:txBody>
      </p:sp>
      <p:sp>
        <p:nvSpPr>
          <p:cNvPr id="44" name="Google Shape;44;p43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lvl="0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lvl="1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lvl="2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lvl="3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lvl="4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lvl="5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lvl="6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lvl="7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lvl="8" indent="0" algn="r">
              <a:spcBef>
                <a:spcPts val="0"/>
              </a:spcBef>
              <a:buNone/>
              <a:defRPr sz="1800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3" Type="http://schemas.openxmlformats.org/officeDocument/2006/relationships/slideLayout" Target="../slideLayouts/slideLayout3.xml"/><Relationship Id="rId2" Type="http://schemas.openxmlformats.org/officeDocument/2006/relationships/slideLayout" Target="../slideLayouts/slideLayout2.xml"/><Relationship Id="rId1" Type="http://schemas.openxmlformats.org/officeDocument/2006/relationships/slideLayout" Target="../slideLayouts/slideLayout1.xml"/><Relationship Id="rId6" Type="http://schemas.openxmlformats.org/officeDocument/2006/relationships/theme" Target="../theme/theme1.xml"/><Relationship Id="rId5" Type="http://schemas.openxmlformats.org/officeDocument/2006/relationships/slideLayout" Target="../slideLayouts/slideLayout5.xml"/><Relationship Id="rId4" Type="http://schemas.openxmlformats.org/officeDocument/2006/relationships/slideLayout" Target="../slideLayouts/slideLayout4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lt1"/>
        </a:solidFill>
        <a:effectLst/>
      </p:bgPr>
    </p:bg>
    <p:spTree>
      <p:nvGrpSpPr>
        <p:cNvPr id="1" name="Shape 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Google Shape;10;p38"/>
          <p:cNvSpPr txBox="1">
            <a:spLocks noGrp="1"/>
          </p:cNvSpPr>
          <p:nvPr>
            <p:ph type="title"/>
          </p:nvPr>
        </p:nvSpPr>
        <p:spPr>
          <a:xfrm>
            <a:off x="2982595" y="2699080"/>
            <a:ext cx="6226809" cy="69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4400" b="1" i="0" u="none" strike="noStrike" cap="none">
                <a:solidFill>
                  <a:schemeClr val="lt1"/>
                </a:solidFill>
                <a:latin typeface="Arial"/>
                <a:ea typeface="Arial"/>
                <a:cs typeface="Arial"/>
                <a:sym typeface="Arial"/>
              </a:defRPr>
            </a:lvl1pPr>
            <a:lvl2pPr lvl="1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2pPr>
            <a:lvl3pPr lvl="2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3pPr>
            <a:lvl4pPr lvl="3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4pPr>
            <a:lvl5pPr lvl="4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5pPr>
            <a:lvl6pPr lvl="5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6pPr>
            <a:lvl7pPr lvl="6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7pPr>
            <a:lvl8pPr lvl="7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8pPr>
            <a:lvl9pPr lvl="8">
              <a:spcBef>
                <a:spcPts val="0"/>
              </a:spcBef>
              <a:spcAft>
                <a:spcPts val="0"/>
              </a:spcAft>
              <a:buSzPts val="1400"/>
              <a:buNone/>
              <a:defRPr sz="1800"/>
            </a:lvl9pPr>
          </a:lstStyle>
          <a:p>
            <a:endParaRPr/>
          </a:p>
        </p:txBody>
      </p:sp>
      <p:sp>
        <p:nvSpPr>
          <p:cNvPr id="11" name="Google Shape;11;p38"/>
          <p:cNvSpPr txBox="1">
            <a:spLocks noGrp="1"/>
          </p:cNvSpPr>
          <p:nvPr>
            <p:ph type="body" idx="1"/>
          </p:nvPr>
        </p:nvSpPr>
        <p:spPr>
          <a:xfrm>
            <a:off x="916939" y="1621564"/>
            <a:ext cx="10358120" cy="305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457200" marR="0" lvl="0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914400" marR="0" lvl="1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2pPr>
            <a:lvl3pPr marL="1371600" marR="0" lvl="2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3pPr>
            <a:lvl4pPr marL="1828800" marR="0" lvl="3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4pPr>
            <a:lvl5pPr marL="2286000" marR="0" lvl="4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5pPr>
            <a:lvl6pPr marL="2743200" marR="0" lvl="5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6pPr>
            <a:lvl7pPr marL="3200400" marR="0" lvl="6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7pPr>
            <a:lvl8pPr marL="3657600" marR="0" lvl="7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8pPr>
            <a:lvl9pPr marL="4114800" marR="0" lvl="8" indent="-22860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2" name="Google Shape;12;p38"/>
          <p:cNvSpPr txBox="1">
            <a:spLocks noGrp="1"/>
          </p:cNvSpPr>
          <p:nvPr>
            <p:ph type="ftr" idx="11"/>
          </p:nvPr>
        </p:nvSpPr>
        <p:spPr>
          <a:xfrm>
            <a:off x="4145280" y="6377940"/>
            <a:ext cx="390144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ctr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3" name="Google Shape;13;p38"/>
          <p:cNvSpPr txBox="1">
            <a:spLocks noGrp="1"/>
          </p:cNvSpPr>
          <p:nvPr>
            <p:ph type="dt" idx="10"/>
          </p:nvPr>
        </p:nvSpPr>
        <p:spPr>
          <a:xfrm>
            <a:off x="60960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R="0" lvl="0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R="0" lvl="1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R="0" lvl="2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R="0" lvl="3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R="0" lvl="4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R="0" lvl="5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R="0" lvl="6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R="0" lvl="7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R="0" lvl="8" algn="l" rtl="0">
              <a:spcBef>
                <a:spcPts val="0"/>
              </a:spcBef>
              <a:spcAft>
                <a:spcPts val="0"/>
              </a:spcAft>
              <a:buSzPts val="1400"/>
              <a:buNone/>
              <a:defRPr sz="1800" b="0" i="0" u="none" strike="noStrike" cap="none">
                <a:solidFill>
                  <a:schemeClr val="dk1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endParaRPr/>
          </a:p>
        </p:txBody>
      </p:sp>
      <p:sp>
        <p:nvSpPr>
          <p:cNvPr id="14" name="Google Shape;14;p38"/>
          <p:cNvSpPr txBox="1">
            <a:spLocks noGrp="1"/>
          </p:cNvSpPr>
          <p:nvPr>
            <p:ph type="sldNum" idx="12"/>
          </p:nvPr>
        </p:nvSpPr>
        <p:spPr>
          <a:xfrm>
            <a:off x="8778240" y="6377940"/>
            <a:ext cx="2804160" cy="342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>
            <a:lvl1pPr marL="0" marR="0" lvl="0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1pPr>
            <a:lvl2pPr marL="0" marR="0" lvl="1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2pPr>
            <a:lvl3pPr marL="0" marR="0" lvl="2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3pPr>
            <a:lvl4pPr marL="0" marR="0" lvl="3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4pPr>
            <a:lvl5pPr marL="0" marR="0" lvl="4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5pPr>
            <a:lvl6pPr marL="0" marR="0" lvl="5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6pPr>
            <a:lvl7pPr marL="0" marR="0" lvl="6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7pPr>
            <a:lvl8pPr marL="0" marR="0" lvl="7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8pPr>
            <a:lvl9pPr marL="0" marR="0" lvl="8" indent="0" algn="r" rtl="0">
              <a:spcBef>
                <a:spcPts val="0"/>
              </a:spcBef>
              <a:buNone/>
              <a:defRPr sz="1800" b="0" i="0" u="none" strike="noStrike" cap="none">
                <a:solidFill>
                  <a:srgbClr val="888888"/>
                </a:solidFill>
                <a:latin typeface="Calibri"/>
                <a:ea typeface="Calibri"/>
                <a:cs typeface="Calibri"/>
                <a:sym typeface="Calibri"/>
              </a:defRPr>
            </a:lvl9pPr>
          </a:lstStyle>
          <a:p>
            <a:pPr marL="0" lvl="0" indent="0" algn="r" rtl="0">
              <a:spcBef>
                <a:spcPts val="0"/>
              </a:spcBef>
              <a:spcAft>
                <a:spcPts val="0"/>
              </a:spcAft>
              <a:buNone/>
            </a:pPr>
            <a:fld id="{00000000-1234-1234-1234-123412341234}" type="slidenum">
              <a:rPr lang="en-US"/>
              <a:t>‹#›</a:t>
            </a:fld>
            <a:endParaRPr/>
          </a:p>
        </p:txBody>
      </p:sp>
    </p:spTree>
  </p:cSld>
  <p:clrMap bg1="lt1" tx1="dk1" bg2="dk2" tx2="lt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</p:sldLayoutIdLst>
  <p:hf sldNum="0" hdr="0" ftr="0" dt="0"/>
  <p:txStyles>
    <p:title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titleStyle>
    <p:body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bodyStyle>
    <p:otherStyle>
      <a:defPPr marR="0" lvl="0" algn="l" rtl="0">
        <a:lnSpc>
          <a:spcPct val="100000"/>
        </a:lnSpc>
        <a:spcBef>
          <a:spcPts val="0"/>
        </a:spcBef>
        <a:spcAft>
          <a:spcPts val="0"/>
        </a:spcAft>
      </a:defPPr>
      <a:lvl1pPr marR="0" lvl="0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1pPr>
      <a:lvl2pPr marR="0" lvl="1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2pPr>
      <a:lvl3pPr marR="0" lvl="2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3pPr>
      <a:lvl4pPr marR="0" lvl="3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4pPr>
      <a:lvl5pPr marR="0" lvl="4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5pPr>
      <a:lvl6pPr marR="0" lvl="5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6pPr>
      <a:lvl7pPr marR="0" lvl="6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7pPr>
      <a:lvl8pPr marR="0" lvl="7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8pPr>
      <a:lvl9pPr marR="0" lvl="8" algn="l" rtl="0">
        <a:lnSpc>
          <a:spcPct val="100000"/>
        </a:lnSpc>
        <a:spcBef>
          <a:spcPts val="0"/>
        </a:spcBef>
        <a:spcAft>
          <a:spcPts val="0"/>
        </a:spcAft>
        <a:buClr>
          <a:srgbClr val="000000"/>
        </a:buClr>
        <a:buFont typeface="Arial"/>
        <a:defRPr sz="1400" b="0" i="0" u="none" strike="noStrike" cap="none">
          <a:solidFill>
            <a:srgbClr val="000000"/>
          </a:solidFill>
          <a:latin typeface="Arial"/>
          <a:ea typeface="Arial"/>
          <a:cs typeface="Arial"/>
          <a:sym typeface="Arial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4.png"/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2.xml"/></Relationships>
</file>

<file path=ppt/slides/_rels/slide3.xml.rels><?xml version="1.0" encoding="UTF-8" standalone="yes"?>
<Relationships xmlns="http://schemas.openxmlformats.org/package/2006/relationships"><Relationship Id="rId3" Type="http://schemas.openxmlformats.org/officeDocument/2006/relationships/image" Target="../media/image5.png"/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3.xml"/></Relationships>
</file>

<file path=ppt/slides/_rels/slide4.xml.rels><?xml version="1.0" encoding="UTF-8" standalone="yes"?>
<Relationships xmlns="http://schemas.openxmlformats.org/package/2006/relationships"><Relationship Id="rId3" Type="http://schemas.openxmlformats.org/officeDocument/2006/relationships/image" Target="../media/image6.png"/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3.xml"/></Relationships>
</file>

<file path=ppt/slides/_rels/slide5.xml.rels><?xml version="1.0" encoding="UTF-8" standalone="yes"?>
<Relationships xmlns="http://schemas.openxmlformats.org/package/2006/relationships"><Relationship Id="rId3" Type="http://schemas.openxmlformats.org/officeDocument/2006/relationships/image" Target="../media/image7.jpeg"/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3.xml"/></Relationships>
</file>

<file path=ppt/slides/_rels/slide6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7.xml.rels><?xml version="1.0" encoding="UTF-8" standalone="yes"?>
<Relationships xmlns="http://schemas.openxmlformats.org/package/2006/relationships"><Relationship Id="rId3" Type="http://schemas.openxmlformats.org/officeDocument/2006/relationships/customXml" Target="../ink/ink1.xml"/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3.xml"/><Relationship Id="rId4" Type="http://schemas.openxmlformats.org/officeDocument/2006/relationships/image" Target="../media/image8.emf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3.xml"/></Relationships>
</file>

<file path=ppt/slides/_rels/slide9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0.xml.rels><?xml version="1.0" encoding="UTF-8" standalone="yes"?>
<Relationships xmlns="http://schemas.openxmlformats.org/package/2006/relationships"><Relationship Id="rId3" Type="http://schemas.openxmlformats.org/officeDocument/2006/relationships/chart" Target="../charts/chart1.xml"/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3.xml"/><Relationship Id="rId5" Type="http://schemas.openxmlformats.org/officeDocument/2006/relationships/image" Target="../media/image9.emf"/><Relationship Id="rId4" Type="http://schemas.openxmlformats.org/officeDocument/2006/relationships/customXml" Target="../ink/ink2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3.xml"/></Relationships>
</file>

<file path=ppt/slides/_rels/slide12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3.xml"/></Relationships>
</file>

<file path=ppt/slides/_rels/slide13.xml.rels><?xml version="1.0" encoding="UTF-8" standalone="yes"?>
<Relationships xmlns="http://schemas.openxmlformats.org/package/2006/relationships"><Relationship Id="rId1" Type="http://schemas.openxmlformats.org/officeDocument/2006/relationships/slideLayout" Target="../slideLayouts/slideLayout3.xml"/></Relationships>
</file>

<file path=ppt/slides/_rels/slide14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jpg"/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png"/></Relationships>
</file>

<file path=ppt/slides/_rels/slide15.xml.rels><?xml version="1.0" encoding="UTF-8" standalone="yes"?>
<Relationships xmlns="http://schemas.openxmlformats.org/package/2006/relationships"><Relationship Id="rId8" Type="http://schemas.openxmlformats.org/officeDocument/2006/relationships/image" Target="../media/image13.png"/><Relationship Id="rId3" Type="http://schemas.openxmlformats.org/officeDocument/2006/relationships/image" Target="../media/image8.png"/><Relationship Id="rId7" Type="http://schemas.openxmlformats.org/officeDocument/2006/relationships/image" Target="../media/image12.png"/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11.png"/><Relationship Id="rId5" Type="http://schemas.openxmlformats.org/officeDocument/2006/relationships/image" Target="../media/image10.png"/><Relationship Id="rId4" Type="http://schemas.openxmlformats.org/officeDocument/2006/relationships/image" Target="../media/image9.png"/></Relationships>
</file>

<file path=ppt/slides/_rels/slide16.xml.rels><?xml version="1.0" encoding="UTF-8" standalone="yes"?>
<Relationships xmlns="http://schemas.openxmlformats.org/package/2006/relationships"><Relationship Id="rId8" Type="http://schemas.openxmlformats.org/officeDocument/2006/relationships/image" Target="../media/image19.png"/><Relationship Id="rId3" Type="http://schemas.openxmlformats.org/officeDocument/2006/relationships/image" Target="../media/image14.png"/><Relationship Id="rId7" Type="http://schemas.openxmlformats.org/officeDocument/2006/relationships/image" Target="../media/image18.png"/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17.png"/><Relationship Id="rId11" Type="http://schemas.openxmlformats.org/officeDocument/2006/relationships/image" Target="../media/image22.png"/><Relationship Id="rId5" Type="http://schemas.openxmlformats.org/officeDocument/2006/relationships/image" Target="../media/image16.png"/><Relationship Id="rId10" Type="http://schemas.openxmlformats.org/officeDocument/2006/relationships/image" Target="../media/image21.png"/><Relationship Id="rId4" Type="http://schemas.openxmlformats.org/officeDocument/2006/relationships/image" Target="../media/image15.png"/><Relationship Id="rId9" Type="http://schemas.openxmlformats.org/officeDocument/2006/relationships/image" Target="../media/image20.png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2.xml"/></Relationships>
</file>

<file path=ppt/slides/_rels/slide18.xml.rels><?xml version="1.0" encoding="UTF-8" standalone="yes"?>
<Relationships xmlns="http://schemas.openxmlformats.org/package/2006/relationships"><Relationship Id="rId8" Type="http://schemas.openxmlformats.org/officeDocument/2006/relationships/image" Target="../media/image27.png"/><Relationship Id="rId3" Type="http://schemas.openxmlformats.org/officeDocument/2006/relationships/image" Target="../media/image220.png"/><Relationship Id="rId7" Type="http://schemas.openxmlformats.org/officeDocument/2006/relationships/image" Target="../media/image26.png"/><Relationship Id="rId12" Type="http://schemas.openxmlformats.org/officeDocument/2006/relationships/image" Target="../media/image31.png"/><Relationship Id="rId2" Type="http://schemas.openxmlformats.org/officeDocument/2006/relationships/notesSlide" Target="../notesSlides/notesSlide17.xml"/><Relationship Id="rId1" Type="http://schemas.openxmlformats.org/officeDocument/2006/relationships/slideLayout" Target="../slideLayouts/slideLayout2.xml"/><Relationship Id="rId6" Type="http://schemas.openxmlformats.org/officeDocument/2006/relationships/image" Target="../media/image25.png"/><Relationship Id="rId11" Type="http://schemas.openxmlformats.org/officeDocument/2006/relationships/image" Target="../media/image30.png"/><Relationship Id="rId5" Type="http://schemas.openxmlformats.org/officeDocument/2006/relationships/image" Target="../media/image24.png"/><Relationship Id="rId10" Type="http://schemas.openxmlformats.org/officeDocument/2006/relationships/image" Target="../media/image29.png"/><Relationship Id="rId4" Type="http://schemas.openxmlformats.org/officeDocument/2006/relationships/image" Target="../media/image23.png"/><Relationship Id="rId9" Type="http://schemas.openxmlformats.org/officeDocument/2006/relationships/image" Target="../media/image28.png"/></Relationships>
</file>

<file path=ppt/slides/_rels/slide19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2.png"/><Relationship Id="rId18" Type="http://schemas.openxmlformats.org/officeDocument/2006/relationships/image" Target="../media/image47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46.png"/><Relationship Id="rId2" Type="http://schemas.openxmlformats.org/officeDocument/2006/relationships/notesSlide" Target="../notesSlides/notesSlide18.xml"/><Relationship Id="rId16" Type="http://schemas.openxmlformats.org/officeDocument/2006/relationships/image" Target="../media/image45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44.png"/><Relationship Id="rId10" Type="http://schemas.openxmlformats.org/officeDocument/2006/relationships/image" Target="../media/image39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43.png"/></Relationships>
</file>

<file path=ppt/slides/_rels/slide20.xml.rels><?xml version="1.0" encoding="UTF-8" standalone="yes"?>
<Relationships xmlns="http://schemas.openxmlformats.org/package/2006/relationships"><Relationship Id="rId8" Type="http://schemas.openxmlformats.org/officeDocument/2006/relationships/image" Target="../media/image37.png"/><Relationship Id="rId13" Type="http://schemas.openxmlformats.org/officeDocument/2006/relationships/image" Target="../media/image49.png"/><Relationship Id="rId18" Type="http://schemas.openxmlformats.org/officeDocument/2006/relationships/image" Target="../media/image54.png"/><Relationship Id="rId3" Type="http://schemas.openxmlformats.org/officeDocument/2006/relationships/image" Target="../media/image32.png"/><Relationship Id="rId7" Type="http://schemas.openxmlformats.org/officeDocument/2006/relationships/image" Target="../media/image36.png"/><Relationship Id="rId12" Type="http://schemas.openxmlformats.org/officeDocument/2006/relationships/image" Target="../media/image41.png"/><Relationship Id="rId17" Type="http://schemas.openxmlformats.org/officeDocument/2006/relationships/image" Target="../media/image53.png"/><Relationship Id="rId2" Type="http://schemas.openxmlformats.org/officeDocument/2006/relationships/notesSlide" Target="../notesSlides/notesSlide19.xml"/><Relationship Id="rId16" Type="http://schemas.openxmlformats.org/officeDocument/2006/relationships/image" Target="../media/image52.png"/><Relationship Id="rId1" Type="http://schemas.openxmlformats.org/officeDocument/2006/relationships/slideLayout" Target="../slideLayouts/slideLayout3.xml"/><Relationship Id="rId6" Type="http://schemas.openxmlformats.org/officeDocument/2006/relationships/image" Target="../media/image35.png"/><Relationship Id="rId11" Type="http://schemas.openxmlformats.org/officeDocument/2006/relationships/image" Target="../media/image40.png"/><Relationship Id="rId5" Type="http://schemas.openxmlformats.org/officeDocument/2006/relationships/image" Target="../media/image34.png"/><Relationship Id="rId15" Type="http://schemas.openxmlformats.org/officeDocument/2006/relationships/image" Target="../media/image51.png"/><Relationship Id="rId10" Type="http://schemas.openxmlformats.org/officeDocument/2006/relationships/image" Target="../media/image48.png"/><Relationship Id="rId19" Type="http://schemas.openxmlformats.org/officeDocument/2006/relationships/image" Target="../media/image55.png"/><Relationship Id="rId4" Type="http://schemas.openxmlformats.org/officeDocument/2006/relationships/image" Target="../media/image33.png"/><Relationship Id="rId9" Type="http://schemas.openxmlformats.org/officeDocument/2006/relationships/image" Target="../media/image38.png"/><Relationship Id="rId14" Type="http://schemas.openxmlformats.org/officeDocument/2006/relationships/image" Target="../media/image50.png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4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9" name="Google Shape;49;p1"/>
          <p:cNvSpPr/>
          <p:nvPr/>
        </p:nvSpPr>
        <p:spPr>
          <a:xfrm>
            <a:off x="0" y="0"/>
            <a:ext cx="12191999" cy="68579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0" name="Google Shape;50;p1"/>
          <p:cNvSpPr/>
          <p:nvPr/>
        </p:nvSpPr>
        <p:spPr>
          <a:xfrm>
            <a:off x="5013959" y="1475232"/>
            <a:ext cx="2353056" cy="264109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51" name="Google Shape;51;p1"/>
          <p:cNvSpPr txBox="1">
            <a:spLocks noGrp="1"/>
          </p:cNvSpPr>
          <p:nvPr>
            <p:ph type="title"/>
          </p:nvPr>
        </p:nvSpPr>
        <p:spPr>
          <a:xfrm>
            <a:off x="4544695" y="3373755"/>
            <a:ext cx="3385185" cy="69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Digital Data</a:t>
            </a:r>
            <a:endParaRPr/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5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6" name="Google Shape;56;p2"/>
          <p:cNvSpPr txBox="1">
            <a:spLocks noGrp="1"/>
          </p:cNvSpPr>
          <p:nvPr>
            <p:ph type="title"/>
          </p:nvPr>
        </p:nvSpPr>
        <p:spPr>
          <a:xfrm>
            <a:off x="2982595" y="2699080"/>
            <a:ext cx="6226809" cy="697229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57" name="Google Shape;57;p2"/>
          <p:cNvSpPr txBox="1">
            <a:spLocks noGrp="1"/>
          </p:cNvSpPr>
          <p:nvPr>
            <p:ph type="body" idx="1"/>
          </p:nvPr>
        </p:nvSpPr>
        <p:spPr>
          <a:xfrm>
            <a:off x="916939" y="1621564"/>
            <a:ext cx="10358120" cy="30518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58" name="Google Shape;58;p2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0" y="567384"/>
            <a:ext cx="11666657" cy="5657850"/>
          </a:xfrm>
          <a:prstGeom prst="rect">
            <a:avLst/>
          </a:prstGeom>
          <a:noFill/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3" name="Google Shape;63;g26ce95f8c25_0_33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64" name="Google Shape;64;g26ce95f8c25_0_33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65" name="Google Shape;65;g26ce95f8c25_0_33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152400" y="196452"/>
            <a:ext cx="11277599" cy="6648652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2445545107"/>
      </p:ext>
    </p:extLst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70" name="Google Shape;70;g26ce95f8c25_0_39"/>
          <p:cNvSpPr txBox="1">
            <a:spLocks noGrp="1"/>
          </p:cNvSpPr>
          <p:nvPr>
            <p:ph type="ctrTitle"/>
          </p:nvPr>
        </p:nvSpPr>
        <p:spPr>
          <a:xfrm>
            <a:off x="914400" y="2125980"/>
            <a:ext cx="10363200" cy="6774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sp>
        <p:nvSpPr>
          <p:cNvPr id="71" name="Google Shape;71;g26ce95f8c25_0_39"/>
          <p:cNvSpPr txBox="1">
            <a:spLocks noGrp="1"/>
          </p:cNvSpPr>
          <p:nvPr>
            <p:ph type="subTitle" idx="1"/>
          </p:nvPr>
        </p:nvSpPr>
        <p:spPr>
          <a:xfrm>
            <a:off x="1828800" y="3840480"/>
            <a:ext cx="8534400" cy="2772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0" rIns="0" bIns="0" anchor="t" anchorCtr="0">
            <a:spAutoFit/>
          </a:bodyPr>
          <a:lstStyle/>
          <a:p>
            <a:pPr marL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/>
          </a:p>
        </p:txBody>
      </p:sp>
      <p:pic>
        <p:nvPicPr>
          <p:cNvPr id="72" name="Google Shape;72;g26ce95f8c25_0_39"/>
          <p:cNvPicPr preferRelativeResize="0"/>
          <p:nvPr/>
        </p:nvPicPr>
        <p:blipFill rotWithShape="1">
          <a:blip r:embed="rId3">
            <a:alphaModFix/>
          </a:blip>
          <a:srcRect/>
          <a:stretch/>
        </p:blipFill>
        <p:spPr>
          <a:xfrm>
            <a:off x="347662" y="123825"/>
            <a:ext cx="11496675" cy="6610350"/>
          </a:xfrm>
          <a:prstGeom prst="rect">
            <a:avLst/>
          </a:prstGeom>
          <a:noFill/>
          <a:ln>
            <a:noFill/>
          </a:ln>
        </p:spPr>
      </p:pic>
    </p:spTree>
    <p:extLst>
      <p:ext uri="{BB962C8B-B14F-4D97-AF65-F5344CB8AC3E}">
        <p14:creationId xmlns:p14="http://schemas.microsoft.com/office/powerpoint/2010/main" val="3732994101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6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3076" name="Picture 4" descr="an infographic explaining what happens every minute on the internet "/>
          <p:cNvPicPr>
            <a:picLocks noChangeAspect="1" noChangeArrowheads="1"/>
          </p:cNvPicPr>
          <p:nvPr/>
        </p:nvPicPr>
        <p:blipFill>
          <a:blip r:embed="rId3">
            <a:extLst>
              <a:ext uri="{28A0092B-C50C-407E-A947-70E740481C1C}">
                <a14:useLocalDpi xmlns:a14="http://schemas.microsoft.com/office/drawing/2010/main" val="0"/>
              </a:ext>
            </a:extLst>
          </a:blip>
          <a:srcRect/>
          <a:stretch>
            <a:fillRect/>
          </a:stretch>
        </p:blipFill>
        <p:spPr bwMode="auto">
          <a:xfrm>
            <a:off x="5397839" y="115409"/>
            <a:ext cx="6418555" cy="6418555"/>
          </a:xfrm>
          <a:prstGeom prst="rect">
            <a:avLst/>
          </a:prstGeom>
          <a:noFill/>
          <a:extLst>
            <a:ext uri="{909E8E84-426E-40DD-AFC4-6F175D3DCCD1}">
              <a14:hiddenFill xmlns:a14="http://schemas.microsoft.com/office/drawing/2010/main">
                <a:solidFill>
                  <a:srgbClr val="FFFFFF"/>
                </a:solidFill>
              </a14:hiddenFill>
            </a:ext>
          </a:extLst>
        </p:spPr>
      </p:pic>
      <p:sp>
        <p:nvSpPr>
          <p:cNvPr id="2" name="Rectangle 1"/>
          <p:cNvSpPr/>
          <p:nvPr/>
        </p:nvSpPr>
        <p:spPr>
          <a:xfrm>
            <a:off x="5421081" y="6533964"/>
            <a:ext cx="6770919" cy="253916"/>
          </a:xfrm>
          <a:prstGeom prst="rect">
            <a:avLst/>
          </a:prstGeom>
        </p:spPr>
        <p:txBody>
          <a:bodyPr wrap="square">
            <a:spAutoFit/>
          </a:bodyPr>
          <a:lstStyle/>
          <a:p>
            <a:r>
              <a:rPr lang="en-IN" sz="1050" i="1" dirty="0"/>
              <a:t>Link: https://www.weforum.org/agenda/2021/08/one-minute-internet-web-social-media-technology-online/</a:t>
            </a:r>
          </a:p>
        </p:txBody>
      </p:sp>
      <p:sp>
        <p:nvSpPr>
          <p:cNvPr id="3" name="Rectangle 2"/>
          <p:cNvSpPr/>
          <p:nvPr/>
        </p:nvSpPr>
        <p:spPr>
          <a:xfrm>
            <a:off x="822197" y="3170797"/>
            <a:ext cx="4302781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What Happens in 60 seconds over internet in 2023?</a:t>
            </a:r>
          </a:p>
        </p:txBody>
      </p:sp>
    </p:spTree>
    <p:extLst>
      <p:ext uri="{BB962C8B-B14F-4D97-AF65-F5344CB8AC3E}">
        <p14:creationId xmlns:p14="http://schemas.microsoft.com/office/powerpoint/2010/main" val="1533446331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19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6" name="Google Shape;196;p20"/>
          <p:cNvSpPr/>
          <p:nvPr/>
        </p:nvSpPr>
        <p:spPr>
          <a:xfrm>
            <a:off x="0" y="0"/>
            <a:ext cx="12192000" cy="6858000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7" name="Google Shape;197;p20"/>
          <p:cNvSpPr/>
          <p:nvPr/>
        </p:nvSpPr>
        <p:spPr>
          <a:xfrm>
            <a:off x="5013959" y="1475232"/>
            <a:ext cx="2353200" cy="2641200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198" name="Google Shape;198;p20"/>
          <p:cNvSpPr txBox="1">
            <a:spLocks noGrp="1"/>
          </p:cNvSpPr>
          <p:nvPr>
            <p:ph type="title"/>
          </p:nvPr>
        </p:nvSpPr>
        <p:spPr>
          <a:xfrm>
            <a:off x="3571875" y="3084195"/>
            <a:ext cx="5772300" cy="6903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Machine Learning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2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03" name="Google Shape;203;p21"/>
          <p:cNvGraphicFramePr/>
          <p:nvPr>
            <p:extLst>
              <p:ext uri="{D42A27DB-BD31-4B8C-83A1-F6EECF244321}">
                <p14:modId xmlns:p14="http://schemas.microsoft.com/office/powerpoint/2010/main" val="413350663"/>
              </p:ext>
            </p:extLst>
          </p:nvPr>
        </p:nvGraphicFramePr>
        <p:xfrm>
          <a:off x="1828800" y="1005840"/>
          <a:ext cx="8534400" cy="3017550"/>
        </p:xfrm>
        <a:graphic>
          <a:graphicData uri="http://schemas.openxmlformats.org/drawingml/2006/table">
            <a:tbl>
              <a:tblPr firstRow="1" bandRow="1">
                <a:noFill/>
                <a:tableStyleId>{AE0CDCE9-8EFF-456A-BFA7-76C2DBC4E188}</a:tableStyleId>
              </a:tblPr>
              <a:tblGrid>
                <a:gridCol w="106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SL No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No. of Action Scene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No. of Comedy Scene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Class/ </a:t>
                      </a:r>
                      <a:endParaRPr sz="20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Label/</a:t>
                      </a:r>
                      <a:endParaRPr sz="20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Category</a:t>
                      </a:r>
                      <a:endParaRPr sz="2000" u="none" strike="noStrike" cap="none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endParaRPr sz="2000" u="none" strike="noStrike" cap="none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1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100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15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endParaRPr sz="2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2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20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95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endParaRPr sz="2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3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90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endParaRPr sz="2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4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10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85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endParaRPr sz="2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205" name="Google Shape;205;p21"/>
          <p:cNvSpPr txBox="1"/>
          <p:nvPr/>
        </p:nvSpPr>
        <p:spPr>
          <a:xfrm>
            <a:off x="3586005" y="5547686"/>
            <a:ext cx="5611261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What is the category of the movie?</a:t>
            </a:r>
            <a:endParaRPr sz="220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  <p:graphicFrame>
        <p:nvGraphicFramePr>
          <p:cNvPr id="5" name="Google Shape;204;p21"/>
          <p:cNvGraphicFramePr/>
          <p:nvPr/>
        </p:nvGraphicFramePr>
        <p:xfrm>
          <a:off x="1828800" y="4453890"/>
          <a:ext cx="5504156" cy="457200"/>
        </p:xfrm>
        <a:graphic>
          <a:graphicData uri="http://schemas.openxmlformats.org/drawingml/2006/table">
            <a:tbl>
              <a:tblPr firstRow="1" bandRow="1">
                <a:noFill/>
                <a:tableStyleId>{AE0CDCE9-8EFF-456A-BFA7-76C2DBC4E188}</a:tableStyleId>
              </a:tblPr>
              <a:tblGrid>
                <a:gridCol w="1056443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9518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30819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</a:tblGrid>
              <a:tr h="4572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chemeClr val="dk1"/>
                          </a:solidFill>
                        </a:rPr>
                        <a:t>5</a:t>
                      </a:r>
                      <a:endParaRPr sz="2000" b="0" u="none" strike="noStrike" cap="none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chemeClr val="dk1"/>
                          </a:solidFill>
                        </a:rPr>
                        <a:t>50</a:t>
                      </a:r>
                      <a:endParaRPr sz="20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AE5F1"/>
                    </a:solidFill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chemeClr val="dk1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chemeClr val="dk1"/>
                          </a:solidFill>
                        </a:rPr>
                        <a:t>50</a:t>
                      </a:r>
                      <a:endParaRPr sz="2000" b="0" u="none" strike="noStrike" cap="none" dirty="0">
                        <a:solidFill>
                          <a:schemeClr val="dk1"/>
                        </a:solidFill>
                      </a:endParaRPr>
                    </a:p>
                  </a:txBody>
                  <a:tcPr marL="91450" marR="91450" marT="45725" marB="45725">
                    <a:solidFill>
                      <a:srgbClr val="DAE5F1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</a:tbl>
          </a:graphicData>
        </a:graphic>
      </p:graphicFrame>
      <p:graphicFrame>
        <p:nvGraphicFramePr>
          <p:cNvPr id="6" name="Google Shape;203;p21"/>
          <p:cNvGraphicFramePr/>
          <p:nvPr>
            <p:extLst>
              <p:ext uri="{D42A27DB-BD31-4B8C-83A1-F6EECF244321}">
                <p14:modId xmlns:p14="http://schemas.microsoft.com/office/powerpoint/2010/main" val="42659927"/>
              </p:ext>
            </p:extLst>
          </p:nvPr>
        </p:nvGraphicFramePr>
        <p:xfrm>
          <a:off x="1828800" y="1005840"/>
          <a:ext cx="8534400" cy="3017550"/>
        </p:xfrm>
        <a:graphic>
          <a:graphicData uri="http://schemas.openxmlformats.org/drawingml/2006/table">
            <a:tbl>
              <a:tblPr firstRow="1" bandRow="1">
                <a:noFill/>
                <a:tableStyleId>{AE0CDCE9-8EFF-456A-BFA7-76C2DBC4E188}</a:tableStyleId>
              </a:tblPr>
              <a:tblGrid>
                <a:gridCol w="10636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21329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22802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30575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</a:tblGrid>
              <a:tr h="919475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SL No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 dirty="0"/>
                        <a:t>No. of Action Scene</a:t>
                      </a:r>
                      <a:endParaRPr sz="2000" u="none" strike="noStrike" cap="none" dirty="0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No. of Comedy Scene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 dirty="0"/>
                        <a:t>Class/ </a:t>
                      </a:r>
                      <a:endParaRPr sz="2000" u="none" strike="noStrike" cap="none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 dirty="0"/>
                        <a:t>Label/</a:t>
                      </a:r>
                      <a:endParaRPr sz="2000" u="none" strike="noStrike" cap="none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 dirty="0"/>
                        <a:t>Category</a:t>
                      </a:r>
                      <a:endParaRPr sz="2000" u="none" strike="noStrike" cap="none" dirty="0"/>
                    </a:p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endParaRPr sz="2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51815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1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100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15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IN" sz="2000" u="none" strike="noStrike" cap="none" dirty="0"/>
                        <a:t>Action</a:t>
                      </a:r>
                      <a:endParaRPr sz="2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2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20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95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IN" sz="2000" u="none" strike="noStrike" cap="none" dirty="0"/>
                        <a:t>Comedy</a:t>
                      </a:r>
                      <a:endParaRPr sz="2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3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90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IN" sz="2000" u="none" strike="noStrike" cap="none" dirty="0"/>
                        <a:t>Action</a:t>
                      </a:r>
                      <a:endParaRPr sz="2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8100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4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10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US" sz="2000" u="none" strike="noStrike" cap="none"/>
                        <a:t>85</a:t>
                      </a:r>
                      <a:endParaRPr sz="2000" u="none" strike="noStrike" cap="none"/>
                    </a:p>
                  </a:txBody>
                  <a:tcPr marL="91450" marR="91450" marT="45725" marB="45725"/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r>
                        <a:rPr lang="en-IN" sz="2000" u="none" strike="noStrike" cap="none" dirty="0"/>
                        <a:t>Comedy</a:t>
                      </a:r>
                      <a:endParaRPr sz="2000" u="none" strike="noStrike" cap="none" dirty="0"/>
                    </a:p>
                  </a:txBody>
                  <a:tcPr marL="91450" marR="91450" marT="45725" marB="45725"/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mc:AlternateContent xmlns:mc="http://schemas.openxmlformats.org/markup-compatibility/2006">
        <mc:Choice xmlns:p14="http://schemas.microsoft.com/office/powerpoint/2010/main" Requires="p14">
          <p:contentPart p14:bwMode="auto" r:id="rId3">
            <p14:nvContentPartPr>
              <p14:cNvPr id="2" name="Ink 1"/>
              <p14:cNvContentPartPr/>
              <p14:nvPr/>
            </p14:nvContentPartPr>
            <p14:xfrm>
              <a:off x="2602800" y="32400"/>
              <a:ext cx="7418520" cy="3885480"/>
            </p14:xfrm>
          </p:contentPart>
        </mc:Choice>
        <mc:Fallback>
          <p:pic>
            <p:nvPicPr>
              <p:cNvPr id="2" name="Ink 1"/>
              <p:cNvPicPr/>
              <p:nvPr/>
            </p:nvPicPr>
            <p:blipFill>
              <a:blip r:embed="rId4"/>
              <a:stretch>
                <a:fillRect/>
              </a:stretch>
            </p:blipFill>
            <p:spPr>
              <a:xfrm>
                <a:off x="2588400" y="15480"/>
                <a:ext cx="7444800" cy="391932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ransition>
    <p:fade thruBlk="1"/>
  </p:transition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7" dur="500"/>
                                        <p:tgtEl>
                                          <p:spTgt spid="203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12" dur="500"/>
                                        <p:tgtEl>
                                          <p:spTgt spid="20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2" presetClass="entr" presetSubtype="4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 calcmode="lin" valueType="num">
                                      <p:cBhvr additive="base">
                                        <p:cTn id="22" dur="500"/>
                                        <p:tgtEl>
                                          <p:spTgt spid="5"/>
                                        </p:tgtEl>
                                        <p:attrNameLst>
                                          <p:attrName>ppt_y</p:attrName>
                                        </p:attrNameLst>
                                      </p:cBhvr>
                                      <p:tavLst>
                                        <p:tav tm="0">
                                          <p:val>
                                            <p:strVal val="#ppt_y+1"/>
                                          </p:val>
                                        </p:tav>
                                        <p:tav tm="100000">
                                          <p:val>
                                            <p:strVal val="#ppt_y"/>
                                          </p:val>
                                        </p:tav>
                                      </p:tavLst>
                                    </p:anim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0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10" name="Google Shape;210;p22"/>
          <p:cNvSpPr/>
          <p:nvPr/>
        </p:nvSpPr>
        <p:spPr>
          <a:xfrm>
            <a:off x="1824990" y="1295400"/>
            <a:ext cx="762000" cy="7620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1" name="Google Shape;211;p22"/>
          <p:cNvSpPr/>
          <p:nvPr/>
        </p:nvSpPr>
        <p:spPr>
          <a:xfrm>
            <a:off x="3268345" y="1295400"/>
            <a:ext cx="762000" cy="762000"/>
          </a:xfrm>
          <a:prstGeom prst="ellipse">
            <a:avLst/>
          </a:prstGeom>
          <a:solidFill>
            <a:schemeClr val="accent1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2" name="Google Shape;212;p22"/>
          <p:cNvSpPr/>
          <p:nvPr/>
        </p:nvSpPr>
        <p:spPr>
          <a:xfrm>
            <a:off x="9316720" y="1295400"/>
            <a:ext cx="762000" cy="762000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3" name="Google Shape;213;p22"/>
          <p:cNvSpPr/>
          <p:nvPr/>
        </p:nvSpPr>
        <p:spPr>
          <a:xfrm>
            <a:off x="4714240" y="1295400"/>
            <a:ext cx="762000" cy="762000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4" name="Google Shape;214;p22"/>
          <p:cNvSpPr/>
          <p:nvPr/>
        </p:nvSpPr>
        <p:spPr>
          <a:xfrm>
            <a:off x="6322060" y="1295400"/>
            <a:ext cx="762000" cy="762000"/>
          </a:xfrm>
          <a:prstGeom prst="ellipse">
            <a:avLst/>
          </a:prstGeom>
          <a:solidFill>
            <a:schemeClr val="accent2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5" name="Google Shape;215;p22"/>
          <p:cNvSpPr/>
          <p:nvPr/>
        </p:nvSpPr>
        <p:spPr>
          <a:xfrm>
            <a:off x="7908290" y="1295400"/>
            <a:ext cx="762000" cy="762000"/>
          </a:xfrm>
          <a:prstGeom prst="ellipse">
            <a:avLst/>
          </a:prstGeom>
          <a:solidFill>
            <a:schemeClr val="accent3"/>
          </a:solidFill>
          <a:ln w="25400" cap="flat" cmpd="sng">
            <a:solidFill>
              <a:srgbClr val="395E89"/>
            </a:solidFill>
            <a:prstDash val="solid"/>
            <a:round/>
            <a:headEnd type="none" w="sm" len="sm"/>
            <a:tailEnd type="none" w="sm" len="sm"/>
          </a:ln>
        </p:spPr>
        <p:txBody>
          <a:bodyPr spcFirstLastPara="1" wrap="square" lIns="91425" tIns="45700" rIns="91425" bIns="45700" anchor="ctr" anchorCtr="0">
            <a:noAutofit/>
          </a:bodyPr>
          <a:lstStyle/>
          <a:p>
            <a:pPr marL="0" marR="0" lvl="0" indent="0" algn="ctr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lt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16" name="Google Shape;216;p22"/>
          <p:cNvSpPr txBox="1"/>
          <p:nvPr/>
        </p:nvSpPr>
        <p:spPr>
          <a:xfrm>
            <a:off x="4246880" y="4058285"/>
            <a:ext cx="3441182" cy="42990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91425" tIns="45700" rIns="91425" bIns="45700" anchor="t" anchorCtr="0">
            <a:sp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r>
              <a:rPr lang="en-US" sz="2200" dirty="0">
                <a:solidFill>
                  <a:schemeClr val="dk1"/>
                </a:solidFill>
                <a:latin typeface="Times"/>
                <a:ea typeface="Times"/>
                <a:cs typeface="Times"/>
                <a:sym typeface="Times"/>
              </a:rPr>
              <a:t>How many groups are there?</a:t>
            </a:r>
            <a:endParaRPr sz="2200" dirty="0">
              <a:solidFill>
                <a:schemeClr val="dk1"/>
              </a:solidFill>
              <a:latin typeface="Times"/>
              <a:ea typeface="Times"/>
              <a:cs typeface="Times"/>
              <a:sym typeface="Times"/>
            </a:endParaRPr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0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21" name="Google Shape;221;p23"/>
          <p:cNvSpPr/>
          <p:nvPr/>
        </p:nvSpPr>
        <p:spPr>
          <a:xfrm>
            <a:off x="0" y="0"/>
            <a:ext cx="12191999" cy="68579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2" name="Google Shape;222;p23"/>
          <p:cNvSpPr/>
          <p:nvPr/>
        </p:nvSpPr>
        <p:spPr>
          <a:xfrm>
            <a:off x="5013959" y="1475232"/>
            <a:ext cx="2353056" cy="264109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223" name="Google Shape;223;p23"/>
          <p:cNvSpPr txBox="1">
            <a:spLocks noGrp="1"/>
          </p:cNvSpPr>
          <p:nvPr>
            <p:ph type="title"/>
          </p:nvPr>
        </p:nvSpPr>
        <p:spPr>
          <a:xfrm>
            <a:off x="3571875" y="3084195"/>
            <a:ext cx="5772150" cy="69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k nearest neighbour</a:t>
            </a:r>
            <a:endParaRPr/>
          </a:p>
        </p:txBody>
      </p:sp>
    </p:spTree>
  </p:cSld>
  <p:clrMapOvr>
    <a:masterClrMapping/>
  </p:clrMapOvr>
  <p:timing>
    <p:tnLst>
      <p:par>
        <p:cTn id="1" dur="indefinite" restart="never" nodeType="tmRoot"/>
      </p:par>
    </p:tnLst>
  </p:timing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27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229" name="Google Shape;229;p24"/>
          <p:cNvGraphicFramePr/>
          <p:nvPr>
            <p:extLst>
              <p:ext uri="{D42A27DB-BD31-4B8C-83A1-F6EECF244321}">
                <p14:modId xmlns:p14="http://schemas.microsoft.com/office/powerpoint/2010/main" val="1209002164"/>
              </p:ext>
            </p:extLst>
          </p:nvPr>
        </p:nvGraphicFramePr>
        <p:xfrm>
          <a:off x="5641975" y="922020"/>
          <a:ext cx="6350000" cy="4762500"/>
        </p:xfrm>
        <a:graphic>
          <a:graphicData uri="http://schemas.openxmlformats.org/drawingml/2006/chart">
            <c:chart xmlns:c="http://schemas.openxmlformats.org/drawingml/2006/chart" xmlns:r="http://schemas.openxmlformats.org/officeDocument/2006/relationships" r:id="rId3"/>
          </a:graphicData>
        </a:graphic>
      </p:graphicFrame>
      <p:grpSp>
        <p:nvGrpSpPr>
          <p:cNvPr id="34" name="Group 33"/>
          <p:cNvGrpSpPr/>
          <p:nvPr/>
        </p:nvGrpSpPr>
        <p:grpSpPr>
          <a:xfrm>
            <a:off x="6243778" y="345127"/>
            <a:ext cx="5004587" cy="4494683"/>
            <a:chOff x="6243778" y="345127"/>
            <a:chExt cx="5004587" cy="4494683"/>
          </a:xfrm>
        </p:grpSpPr>
        <p:sp>
          <p:nvSpPr>
            <p:cNvPr id="2" name="Oval 1"/>
            <p:cNvSpPr/>
            <p:nvPr/>
          </p:nvSpPr>
          <p:spPr>
            <a:xfrm>
              <a:off x="6560598" y="585926"/>
              <a:ext cx="1429305" cy="13937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5" name="Oval 4"/>
            <p:cNvSpPr/>
            <p:nvPr/>
          </p:nvSpPr>
          <p:spPr>
            <a:xfrm>
              <a:off x="9180990" y="3446016"/>
              <a:ext cx="1429305" cy="1393794"/>
            </a:xfrm>
            <a:prstGeom prst="ellipse">
              <a:avLst/>
            </a:prstGeom>
            <a:noFill/>
            <a:ln>
              <a:solidFill>
                <a:schemeClr val="tx1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TextBox 2"/>
            <p:cNvSpPr txBox="1"/>
            <p:nvPr/>
          </p:nvSpPr>
          <p:spPr>
            <a:xfrm>
              <a:off x="6243778" y="345127"/>
              <a:ext cx="851515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Comedy</a:t>
              </a:r>
            </a:p>
          </p:txBody>
        </p:sp>
        <p:sp>
          <p:nvSpPr>
            <p:cNvPr id="7" name="TextBox 6"/>
            <p:cNvSpPr txBox="1"/>
            <p:nvPr/>
          </p:nvSpPr>
          <p:spPr>
            <a:xfrm>
              <a:off x="10565165" y="4422559"/>
              <a:ext cx="683200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Action</a:t>
              </a:r>
            </a:p>
          </p:txBody>
        </p:sp>
      </p:grpSp>
      <p:sp>
        <p:nvSpPr>
          <p:cNvPr id="4" name="Oval 3"/>
          <p:cNvSpPr/>
          <p:nvPr/>
        </p:nvSpPr>
        <p:spPr>
          <a:xfrm>
            <a:off x="8380520" y="2911876"/>
            <a:ext cx="45719" cy="71021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6" name="Rectangle 5"/>
          <p:cNvSpPr/>
          <p:nvPr/>
        </p:nvSpPr>
        <p:spPr>
          <a:xfrm>
            <a:off x="8416084" y="2559754"/>
            <a:ext cx="750526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(50,</a:t>
            </a:r>
            <a:fld id="{0C8B0455-4904-4327-B176-1DAFF86EA136}" type="YVALUE">
              <a:rPr lang="en-US"/>
              <a:pPr/>
              <a:t>5</a:t>
            </a:fld>
            <a:r>
              <a:rPr lang="en-US" dirty="0"/>
              <a:t>0)</a:t>
            </a:r>
            <a:endParaRPr lang="en-IN" dirty="0"/>
          </a:p>
        </p:txBody>
      </p:sp>
      <p:grpSp>
        <p:nvGrpSpPr>
          <p:cNvPr id="27" name="Group 26"/>
          <p:cNvGrpSpPr/>
          <p:nvPr/>
        </p:nvGrpSpPr>
        <p:grpSpPr>
          <a:xfrm>
            <a:off x="171450" y="3380884"/>
            <a:ext cx="5655075" cy="3323987"/>
            <a:chOff x="171450" y="3171000"/>
            <a:chExt cx="5655075" cy="3323987"/>
          </a:xfrm>
        </p:grpSpPr>
        <p:sp>
          <p:nvSpPr>
            <p:cNvPr id="11" name="TextBox 10"/>
            <p:cNvSpPr txBox="1"/>
            <p:nvPr/>
          </p:nvSpPr>
          <p:spPr>
            <a:xfrm>
              <a:off x="171450" y="3171000"/>
              <a:ext cx="5655075" cy="3323987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r>
                <a:rPr lang="en-IN" b="1" dirty="0"/>
                <a:t>Steps to be followed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IN" dirty="0"/>
                <a:t>Compute Euclidian Distance from </a:t>
              </a:r>
              <a:r>
                <a:rPr lang="en-IN" dirty="0" err="1"/>
                <a:t>val</a:t>
              </a:r>
              <a:r>
                <a:rPr lang="en-IN" dirty="0"/>
                <a:t>/test to all the training data points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IN" dirty="0"/>
                <a:t>Sort the data in the ascending order</a:t>
              </a:r>
            </a:p>
            <a:p>
              <a:pPr marL="342900" indent="-342900">
                <a:buFont typeface="+mj-lt"/>
                <a:buAutoNum type="arabicPeriod"/>
              </a:pPr>
              <a:r>
                <a:rPr lang="en-IN" dirty="0"/>
                <a:t>Compute the value of k</a:t>
              </a:r>
            </a:p>
            <a:p>
              <a:pPr lvl="1"/>
              <a:r>
                <a:rPr lang="en-IN" dirty="0"/>
                <a:t>	</a:t>
              </a:r>
            </a:p>
            <a:p>
              <a:pPr lvl="1"/>
              <a:endParaRPr lang="en-IN" dirty="0"/>
            </a:p>
            <a:p>
              <a:pPr lvl="1"/>
              <a:endParaRPr lang="en-IN" dirty="0"/>
            </a:p>
            <a:p>
              <a:pPr lvl="1"/>
              <a:endParaRPr lang="en-IN" dirty="0"/>
            </a:p>
            <a:p>
              <a:pPr lvl="1"/>
              <a:endParaRPr lang="en-IN" dirty="0"/>
            </a:p>
            <a:p>
              <a:pPr lvl="1"/>
              <a:endParaRPr lang="en-IN" dirty="0"/>
            </a:p>
            <a:p>
              <a:pPr lvl="1"/>
              <a:endParaRPr lang="en-IN" dirty="0"/>
            </a:p>
            <a:p>
              <a:pPr lvl="1"/>
              <a:endParaRPr lang="en-IN" dirty="0"/>
            </a:p>
            <a:p>
              <a:pPr marL="285750" lvl="1" indent="-285750">
                <a:buFont typeface="Arial" panose="020B0604020202020204" pitchFamily="34" charset="0"/>
                <a:buChar char="•"/>
              </a:pPr>
              <a:r>
                <a:rPr lang="en-IN" dirty="0"/>
                <a:t>Use the value of k to compute the classification on test data and         compute the accuracy</a:t>
              </a:r>
            </a:p>
          </p:txBody>
        </p:sp>
        <p:sp>
          <p:nvSpPr>
            <p:cNvPr id="14" name="TextBox 13"/>
            <p:cNvSpPr txBox="1"/>
            <p:nvPr/>
          </p:nvSpPr>
          <p:spPr>
            <a:xfrm>
              <a:off x="919862" y="4422559"/>
              <a:ext cx="4814688" cy="1384995"/>
            </a:xfrm>
            <a:prstGeom prst="rect">
              <a:avLst/>
            </a:prstGeom>
            <a:noFill/>
          </p:spPr>
          <p:txBody>
            <a:bodyPr wrap="square" rtlCol="0">
              <a:spAutoFit/>
            </a:bodyPr>
            <a:lstStyle/>
            <a:p>
              <a:pPr marL="342900" lvl="1" indent="-342900">
                <a:buFont typeface="+mj-lt"/>
                <a:buAutoNum type="alphaLcPeriod"/>
              </a:pPr>
              <a:r>
                <a:rPr lang="en-IN" dirty="0"/>
                <a:t>Use Validation data to determine the value of k. Voting scheme may be used for taking the majority voting. </a:t>
              </a:r>
            </a:p>
            <a:p>
              <a:pPr marL="342900" lvl="1" indent="-342900">
                <a:buFont typeface="+mj-lt"/>
                <a:buAutoNum type="alphaLcPeriod"/>
              </a:pPr>
              <a:r>
                <a:rPr lang="en-IN" dirty="0"/>
                <a:t>Compute accuracy on different values of k and choose the one with the highest accuracy</a:t>
              </a:r>
            </a:p>
            <a:p>
              <a:pPr marL="342900" lvl="1" indent="-342900">
                <a:buFont typeface="+mj-lt"/>
                <a:buAutoNum type="alphaLcPeriod"/>
              </a:pPr>
              <a:r>
                <a:rPr lang="en-IN" dirty="0"/>
                <a:t>Value of k should be odd in case of binary classification</a:t>
              </a:r>
            </a:p>
          </p:txBody>
        </p:sp>
      </p:grpSp>
      <p:cxnSp>
        <p:nvCxnSpPr>
          <p:cNvPr id="13" name="Straight Arrow Connector 12"/>
          <p:cNvCxnSpPr>
            <a:stCxn id="4" idx="7"/>
          </p:cNvCxnSpPr>
          <p:nvPr/>
        </p:nvCxnSpPr>
        <p:spPr>
          <a:xfrm>
            <a:off x="8419544" y="2922277"/>
            <a:ext cx="1230483" cy="1640845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18" name="Straight Arrow Connector 17"/>
          <p:cNvCxnSpPr>
            <a:stCxn id="4" idx="6"/>
          </p:cNvCxnSpPr>
          <p:nvPr/>
        </p:nvCxnSpPr>
        <p:spPr>
          <a:xfrm>
            <a:off x="8426239" y="2947387"/>
            <a:ext cx="1587773" cy="126950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1" name="Straight Arrow Connector 20"/>
          <p:cNvCxnSpPr>
            <a:stCxn id="4" idx="5"/>
          </p:cNvCxnSpPr>
          <p:nvPr/>
        </p:nvCxnSpPr>
        <p:spPr>
          <a:xfrm flipH="1" flipV="1">
            <a:off x="7459277" y="1313895"/>
            <a:ext cx="960267" cy="1658601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24" name="Straight Arrow Connector 23"/>
          <p:cNvCxnSpPr>
            <a:stCxn id="4" idx="1"/>
          </p:cNvCxnSpPr>
          <p:nvPr/>
        </p:nvCxnSpPr>
        <p:spPr>
          <a:xfrm flipH="1" flipV="1">
            <a:off x="7095293" y="1669003"/>
            <a:ext cx="1291922" cy="1253274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5" name="TextBox 24"/>
          <p:cNvSpPr txBox="1"/>
          <p:nvPr/>
        </p:nvSpPr>
        <p:spPr>
          <a:xfrm>
            <a:off x="9034785" y="3233812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d1</a:t>
            </a:r>
          </a:p>
        </p:txBody>
      </p:sp>
      <p:sp>
        <p:nvSpPr>
          <p:cNvPr id="28" name="TextBox 27"/>
          <p:cNvSpPr txBox="1"/>
          <p:nvPr/>
        </p:nvSpPr>
        <p:spPr>
          <a:xfrm>
            <a:off x="7939410" y="1931105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d2</a:t>
            </a:r>
          </a:p>
        </p:txBody>
      </p:sp>
      <p:sp>
        <p:nvSpPr>
          <p:cNvPr id="29" name="TextBox 28"/>
          <p:cNvSpPr txBox="1"/>
          <p:nvPr/>
        </p:nvSpPr>
        <p:spPr>
          <a:xfrm>
            <a:off x="8675796" y="3759865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d3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7459277" y="2402724"/>
            <a:ext cx="38343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d4</a:t>
            </a:r>
          </a:p>
        </p:txBody>
      </p:sp>
      <p:graphicFrame>
        <p:nvGraphicFramePr>
          <p:cNvPr id="26" name="Table 2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461748612"/>
              </p:ext>
            </p:extLst>
          </p:nvPr>
        </p:nvGraphicFramePr>
        <p:xfrm>
          <a:off x="286250" y="461634"/>
          <a:ext cx="5448300" cy="2013585"/>
        </p:xfrm>
        <a:graphic>
          <a:graphicData uri="http://schemas.openxmlformats.org/drawingml/2006/table">
            <a:tbl>
              <a:tblPr firstRow="1" bandRow="1">
                <a:tableStyleId>{AE0CDCE9-8EFF-456A-BFA7-76C2DBC4E188}</a:tableStyleId>
              </a:tblPr>
              <a:tblGrid>
                <a:gridCol w="609245">
                  <a:extLst>
                    <a:ext uri="{9D8B030D-6E8A-4147-A177-3AD203B41FA5}">
                      <a16:colId xmlns:a16="http://schemas.microsoft.com/office/drawing/2014/main" val="1261463371"/>
                    </a:ext>
                  </a:extLst>
                </a:gridCol>
                <a:gridCol w="1510420">
                  <a:extLst>
                    <a:ext uri="{9D8B030D-6E8A-4147-A177-3AD203B41FA5}">
                      <a16:colId xmlns:a16="http://schemas.microsoft.com/office/drawing/2014/main" val="253497182"/>
                    </a:ext>
                  </a:extLst>
                </a:gridCol>
                <a:gridCol w="1700809">
                  <a:extLst>
                    <a:ext uri="{9D8B030D-6E8A-4147-A177-3AD203B41FA5}">
                      <a16:colId xmlns:a16="http://schemas.microsoft.com/office/drawing/2014/main" val="2676916570"/>
                    </a:ext>
                  </a:extLst>
                </a:gridCol>
                <a:gridCol w="1627826">
                  <a:extLst>
                    <a:ext uri="{9D8B030D-6E8A-4147-A177-3AD203B41FA5}">
                      <a16:colId xmlns:a16="http://schemas.microsoft.com/office/drawing/2014/main" val="1574421689"/>
                    </a:ext>
                  </a:extLst>
                </a:gridCol>
              </a:tblGrid>
              <a:tr h="0"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800" u="none" strike="noStrike">
                          <a:effectLst/>
                        </a:rPr>
                        <a:t>SL No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No. of Action Scene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No. of Comedy Scene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Class/</a:t>
                      </a:r>
                      <a:br>
                        <a:rPr lang="en-IN" sz="1800" u="none" strike="noStrike" dirty="0">
                          <a:effectLst/>
                        </a:rPr>
                      </a:br>
                      <a:r>
                        <a:rPr lang="en-IN" sz="1800" u="none" strike="noStrike" dirty="0">
                          <a:effectLst/>
                        </a:rPr>
                        <a:t> Labels/</a:t>
                      </a:r>
                      <a:br>
                        <a:rPr lang="en-IN" sz="1800" u="none" strike="noStrike" dirty="0">
                          <a:effectLst/>
                        </a:rPr>
                      </a:br>
                      <a:r>
                        <a:rPr lang="en-IN" sz="1800" u="none" strike="noStrike" dirty="0">
                          <a:effectLst/>
                        </a:rPr>
                        <a:t>Category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7171409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T1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100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Action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75613423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T2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20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95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Comedy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924816399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T3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90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Action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508207996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T4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10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85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Comedy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12612299"/>
                  </a:ext>
                </a:extLst>
              </a:tr>
            </a:tbl>
          </a:graphicData>
        </a:graphic>
      </p:graphicFrame>
      <p:graphicFrame>
        <p:nvGraphicFramePr>
          <p:cNvPr id="32" name="Table 31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29317254"/>
              </p:ext>
            </p:extLst>
          </p:nvPr>
        </p:nvGraphicFramePr>
        <p:xfrm>
          <a:off x="316729" y="2875404"/>
          <a:ext cx="5366773" cy="295275"/>
        </p:xfrm>
        <a:graphic>
          <a:graphicData uri="http://schemas.openxmlformats.org/drawingml/2006/table">
            <a:tbl>
              <a:tblPr firstRow="1" bandRow="1">
                <a:tableStyleId>{AE0CDCE9-8EFF-456A-BFA7-76C2DBC4E188}</a:tableStyleId>
              </a:tblPr>
              <a:tblGrid>
                <a:gridCol w="600128">
                  <a:extLst>
                    <a:ext uri="{9D8B030D-6E8A-4147-A177-3AD203B41FA5}">
                      <a16:colId xmlns:a16="http://schemas.microsoft.com/office/drawing/2014/main" val="926284150"/>
                    </a:ext>
                  </a:extLst>
                </a:gridCol>
                <a:gridCol w="1487818">
                  <a:extLst>
                    <a:ext uri="{9D8B030D-6E8A-4147-A177-3AD203B41FA5}">
                      <a16:colId xmlns:a16="http://schemas.microsoft.com/office/drawing/2014/main" val="3528024256"/>
                    </a:ext>
                  </a:extLst>
                </a:gridCol>
                <a:gridCol w="1675359">
                  <a:extLst>
                    <a:ext uri="{9D8B030D-6E8A-4147-A177-3AD203B41FA5}">
                      <a16:colId xmlns:a16="http://schemas.microsoft.com/office/drawing/2014/main" val="2864856784"/>
                    </a:ext>
                  </a:extLst>
                </a:gridCol>
                <a:gridCol w="1603468">
                  <a:extLst>
                    <a:ext uri="{9D8B030D-6E8A-4147-A177-3AD203B41FA5}">
                      <a16:colId xmlns:a16="http://schemas.microsoft.com/office/drawing/2014/main" val="3794306989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T5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cap="none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50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50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b="0" i="0" u="none" strike="noStrike" cap="none" dirty="0">
                          <a:solidFill>
                            <a:schemeClr val="dk1"/>
                          </a:solidFill>
                          <a:effectLst/>
                          <a:latin typeface="Calibri"/>
                          <a:ea typeface="Calibri"/>
                          <a:cs typeface="Calibri"/>
                          <a:sym typeface="Arial"/>
                        </a:rPr>
                        <a:t>?</a:t>
                      </a:r>
                    </a:p>
                  </a:txBody>
                  <a:tcPr marL="9525" marR="9525" marT="9525" marB="0" anchor="ctr">
                    <a:solidFill>
                      <a:schemeClr val="accent3">
                        <a:lumMod val="20000"/>
                        <a:lumOff val="80000"/>
                      </a:schemeClr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64668658"/>
                  </a:ext>
                </a:extLst>
              </a:tr>
            </a:tbl>
          </a:graphicData>
        </a:graphic>
      </p:graphicFrame>
      <p:sp>
        <p:nvSpPr>
          <p:cNvPr id="33" name="Rectangle 32"/>
          <p:cNvSpPr/>
          <p:nvPr/>
        </p:nvSpPr>
        <p:spPr>
          <a:xfrm>
            <a:off x="277797" y="156144"/>
            <a:ext cx="91082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Train Set</a:t>
            </a:r>
          </a:p>
        </p:txBody>
      </p:sp>
      <p:sp>
        <p:nvSpPr>
          <p:cNvPr id="37" name="Rectangle 36"/>
          <p:cNvSpPr/>
          <p:nvPr/>
        </p:nvSpPr>
        <p:spPr>
          <a:xfrm>
            <a:off x="277796" y="2599511"/>
            <a:ext cx="85151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Test Set</a:t>
            </a:r>
          </a:p>
        </p:txBody>
      </p:sp>
      <p:sp>
        <p:nvSpPr>
          <p:cNvPr id="36" name="Rectangle 35"/>
          <p:cNvSpPr/>
          <p:nvPr/>
        </p:nvSpPr>
        <p:spPr>
          <a:xfrm>
            <a:off x="10578037" y="4159196"/>
            <a:ext cx="849913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US" dirty="0"/>
              <a:t>(15,125)</a:t>
            </a:r>
            <a:endParaRPr lang="en-IN" dirty="0"/>
          </a:p>
        </p:txBody>
      </p:sp>
      <p:sp>
        <p:nvSpPr>
          <p:cNvPr id="38" name="Oval 37"/>
          <p:cNvSpPr/>
          <p:nvPr/>
        </p:nvSpPr>
        <p:spPr>
          <a:xfrm flipV="1">
            <a:off x="10896302" y="4159194"/>
            <a:ext cx="45719" cy="45719"/>
          </a:xfrm>
          <a:prstGeom prst="ellipse">
            <a:avLst/>
          </a:prstGeom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mc:AlternateContent xmlns:mc="http://schemas.openxmlformats.org/markup-compatibility/2006">
        <mc:Choice xmlns:p14="http://schemas.microsoft.com/office/powerpoint/2010/main" Requires="p14">
          <p:contentPart p14:bwMode="auto" r:id="rId4">
            <p14:nvContentPartPr>
              <p14:cNvPr id="8" name="Ink 7"/>
              <p14:cNvContentPartPr/>
              <p14:nvPr/>
            </p14:nvContentPartPr>
            <p14:xfrm>
              <a:off x="177480" y="99720"/>
              <a:ext cx="10983600" cy="4667040"/>
            </p14:xfrm>
          </p:contentPart>
        </mc:Choice>
        <mc:Fallback>
          <p:pic>
            <p:nvPicPr>
              <p:cNvPr id="8" name="Ink 7"/>
              <p:cNvPicPr/>
              <p:nvPr/>
            </p:nvPicPr>
            <p:blipFill>
              <a:blip r:embed="rId5"/>
              <a:stretch>
                <a:fillRect/>
              </a:stretch>
            </p:blipFill>
            <p:spPr>
              <a:xfrm>
                <a:off x="160920" y="83160"/>
                <a:ext cx="11016720" cy="4700160"/>
              </a:xfrm>
              <a:prstGeom prst="rect">
                <a:avLst/>
              </a:prstGeom>
            </p:spPr>
          </p:pic>
        </mc:Fallback>
      </mc:AlternateContent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3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2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4" fill="hold">
                      <p:stCondLst>
                        <p:cond delay="indefinite"/>
                      </p:stCondLst>
                      <p:childTnLst>
                        <p:par>
                          <p:cTn id="25" fill="hold">
                            <p:stCondLst>
                              <p:cond delay="0"/>
                            </p:stCondLst>
                            <p:childTnLst>
                              <p:par>
                                <p:cTn id="2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9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4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5" fill="hold">
                      <p:stCondLst>
                        <p:cond delay="indefinite"/>
                      </p:stCondLst>
                      <p:childTnLst>
                        <p:par>
                          <p:cTn id="36" fill="hold">
                            <p:stCondLst>
                              <p:cond delay="0"/>
                            </p:stCondLst>
                            <p:childTnLst>
                              <p:par>
                                <p:cTn id="37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9" dur="500"/>
                                        <p:tgtEl>
                                          <p:spTgt spid="3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3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0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1" fill="hold">
                      <p:stCondLst>
                        <p:cond delay="indefinite"/>
                      </p:stCondLst>
                      <p:childTnLst>
                        <p:par>
                          <p:cTn id="52" fill="hold">
                            <p:stCondLst>
                              <p:cond delay="0"/>
                            </p:stCondLst>
                            <p:childTnLst>
                              <p:par>
                                <p:cTn id="53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56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6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6" dur="500"/>
                                        <p:tgtEl>
                                          <p:spTgt spid="2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7" fill="hold">
                      <p:stCondLst>
                        <p:cond delay="indefinite"/>
                      </p:stCondLst>
                      <p:childTnLst>
                        <p:par>
                          <p:cTn id="68" fill="hold">
                            <p:stCondLst>
                              <p:cond delay="0"/>
                            </p:stCondLst>
                            <p:childTnLst>
                              <p:par>
                                <p:cTn id="6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1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7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4" dur="500"/>
                                        <p:tgtEl>
                                          <p:spTgt spid="3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5" fill="hold">
                      <p:stCondLst>
                        <p:cond delay="indefinite"/>
                      </p:stCondLst>
                      <p:childTnLst>
                        <p:par>
                          <p:cTn id="76" fill="hold">
                            <p:stCondLst>
                              <p:cond delay="0"/>
                            </p:stCondLst>
                            <p:childTnLst>
                              <p:par>
                                <p:cTn id="7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9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Graphic spid="229" grpId="0">
        <p:bldAsOne/>
      </p:bldGraphic>
      <p:bldP spid="4" grpId="0" animBg="1"/>
      <p:bldP spid="6" grpId="0"/>
      <p:bldP spid="25" grpId="0"/>
      <p:bldP spid="28" grpId="0"/>
      <p:bldP spid="29" grpId="0"/>
      <p:bldP spid="30" grpId="0"/>
      <p:bldP spid="33" grpId="0"/>
      <p:bldP spid="37" grpId="0"/>
      <p:bldP spid="36" grpId="0"/>
      <p:bldP spid="38" grpId="0" animBg="1"/>
    </p:bldLst>
  </p:timing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25" name="Group 24"/>
          <p:cNvGrpSpPr/>
          <p:nvPr/>
        </p:nvGrpSpPr>
        <p:grpSpPr>
          <a:xfrm>
            <a:off x="5270500" y="3284220"/>
            <a:ext cx="1823720" cy="2392680"/>
            <a:chOff x="5270500" y="3284220"/>
            <a:chExt cx="1823720" cy="2392680"/>
          </a:xfrm>
        </p:grpSpPr>
        <p:cxnSp>
          <p:nvCxnSpPr>
            <p:cNvPr id="15" name="Straight Connector 14"/>
            <p:cNvCxnSpPr/>
            <p:nvPr/>
          </p:nvCxnSpPr>
          <p:spPr>
            <a:xfrm flipV="1">
              <a:off x="6080760" y="3284220"/>
              <a:ext cx="1013460" cy="1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18" name="Straight Connector 17"/>
            <p:cNvCxnSpPr/>
            <p:nvPr/>
          </p:nvCxnSpPr>
          <p:spPr>
            <a:xfrm flipV="1">
              <a:off x="7094220" y="3284222"/>
              <a:ext cx="0" cy="2392678"/>
            </a:xfrm>
            <a:prstGeom prst="line">
              <a:avLst/>
            </a:prstGeom>
            <a:ln w="38100"/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  <p:cxnSp>
          <p:nvCxnSpPr>
            <p:cNvPr id="22" name="Straight Arrow Connector 21"/>
            <p:cNvCxnSpPr>
              <a:endCxn id="7" idx="3"/>
            </p:cNvCxnSpPr>
            <p:nvPr/>
          </p:nvCxnSpPr>
          <p:spPr>
            <a:xfrm flipH="1">
              <a:off x="5270500" y="5676900"/>
              <a:ext cx="1823720" cy="0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graphicFrame>
        <p:nvGraphicFramePr>
          <p:cNvPr id="3" name="Table 2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2132354883"/>
              </p:ext>
            </p:extLst>
          </p:nvPr>
        </p:nvGraphicFramePr>
        <p:xfrm>
          <a:off x="330200" y="569913"/>
          <a:ext cx="5842000" cy="1476375"/>
        </p:xfrm>
        <a:graphic>
          <a:graphicData uri="http://schemas.openxmlformats.org/drawingml/2006/table">
            <a:tbl>
              <a:tblPr firstRow="1" bandRow="1">
                <a:tableStyleId>{AE0CDCE9-8EFF-456A-BFA7-76C2DBC4E188}</a:tableStyleId>
              </a:tblPr>
              <a:tblGrid>
                <a:gridCol w="762000">
                  <a:extLst>
                    <a:ext uri="{9D8B030D-6E8A-4147-A177-3AD203B41FA5}">
                      <a16:colId xmlns:a16="http://schemas.microsoft.com/office/drawing/2014/main" val="2745694734"/>
                    </a:ext>
                  </a:extLst>
                </a:gridCol>
                <a:gridCol w="914400">
                  <a:extLst>
                    <a:ext uri="{9D8B030D-6E8A-4147-A177-3AD203B41FA5}">
                      <a16:colId xmlns:a16="http://schemas.microsoft.com/office/drawing/2014/main" val="4026790129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71838503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3438091924"/>
                    </a:ext>
                  </a:extLst>
                </a:gridCol>
                <a:gridCol w="1384300">
                  <a:extLst>
                    <a:ext uri="{9D8B030D-6E8A-4147-A177-3AD203B41FA5}">
                      <a16:colId xmlns:a16="http://schemas.microsoft.com/office/drawing/2014/main" val="869892287"/>
                    </a:ext>
                  </a:extLst>
                </a:gridCol>
                <a:gridCol w="1562100">
                  <a:extLst>
                    <a:ext uri="{9D8B030D-6E8A-4147-A177-3AD203B41FA5}">
                      <a16:colId xmlns:a16="http://schemas.microsoft.com/office/drawing/2014/main" val="845735518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Sl. No.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Distance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Train</a:t>
                      </a:r>
                      <a:endParaRPr lang="en-IN" sz="1800" b="1" i="0" u="none" strike="noStrike" dirty="0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Test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Class of Train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Distance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738452136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D1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T1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T5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Action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61.03277808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18258875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D2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T2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T5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Comedy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54.08326913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00195563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D3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T3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T5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Action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60.20797289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520306897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D4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T4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T5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Comedy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53.15072906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27132856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223667" y="313035"/>
            <a:ext cx="3345788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Step 1: Compute Euclidean Distance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330200" y="2540496"/>
            <a:ext cx="4078361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Step 2: Sort the data on the basis of Distance </a:t>
            </a:r>
          </a:p>
        </p:txBody>
      </p:sp>
      <p:graphicFrame>
        <p:nvGraphicFramePr>
          <p:cNvPr id="6" name="Table 5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762968008"/>
              </p:ext>
            </p:extLst>
          </p:nvPr>
        </p:nvGraphicFramePr>
        <p:xfrm>
          <a:off x="412750" y="2823766"/>
          <a:ext cx="5676900" cy="1476375"/>
        </p:xfrm>
        <a:graphic>
          <a:graphicData uri="http://schemas.openxmlformats.org/drawingml/2006/table">
            <a:tbl>
              <a:tblPr firstRow="1" bandRow="1">
                <a:tableStyleId>{AE0CDCE9-8EFF-456A-BFA7-76C2DBC4E188}</a:tableStyleId>
              </a:tblPr>
              <a:tblGrid>
                <a:gridCol w="876300">
                  <a:extLst>
                    <a:ext uri="{9D8B030D-6E8A-4147-A177-3AD203B41FA5}">
                      <a16:colId xmlns:a16="http://schemas.microsoft.com/office/drawing/2014/main" val="879997164"/>
                    </a:ext>
                  </a:extLst>
                </a:gridCol>
                <a:gridCol w="927100">
                  <a:extLst>
                    <a:ext uri="{9D8B030D-6E8A-4147-A177-3AD203B41FA5}">
                      <a16:colId xmlns:a16="http://schemas.microsoft.com/office/drawing/2014/main" val="3292364578"/>
                    </a:ext>
                  </a:extLst>
                </a:gridCol>
                <a:gridCol w="609600">
                  <a:extLst>
                    <a:ext uri="{9D8B030D-6E8A-4147-A177-3AD203B41FA5}">
                      <a16:colId xmlns:a16="http://schemas.microsoft.com/office/drawing/2014/main" val="2637721654"/>
                    </a:ext>
                  </a:extLst>
                </a:gridCol>
                <a:gridCol w="876300">
                  <a:extLst>
                    <a:ext uri="{9D8B030D-6E8A-4147-A177-3AD203B41FA5}">
                      <a16:colId xmlns:a16="http://schemas.microsoft.com/office/drawing/2014/main" val="3139031238"/>
                    </a:ext>
                  </a:extLst>
                </a:gridCol>
                <a:gridCol w="1422400">
                  <a:extLst>
                    <a:ext uri="{9D8B030D-6E8A-4147-A177-3AD203B41FA5}">
                      <a16:colId xmlns:a16="http://schemas.microsoft.com/office/drawing/2014/main" val="3152792653"/>
                    </a:ext>
                  </a:extLst>
                </a:gridCol>
                <a:gridCol w="965200">
                  <a:extLst>
                    <a:ext uri="{9D8B030D-6E8A-4147-A177-3AD203B41FA5}">
                      <a16:colId xmlns:a16="http://schemas.microsoft.com/office/drawing/2014/main" val="1163507559"/>
                    </a:ext>
                  </a:extLst>
                </a:gridCol>
              </a:tblGrid>
              <a:tr h="295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Sl. No.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Distance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Train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Test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Class of Train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Distance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670196623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D4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T4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T5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Comedy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53.1507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02084756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D2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T2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T5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Comedy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54.0833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303497653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D3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T3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T5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Action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60.208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6931756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D1 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T1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T5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Action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61.0328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692320252"/>
                  </a:ext>
                </a:extLst>
              </a:tr>
            </a:tbl>
          </a:graphicData>
        </a:graphic>
      </p:graphicFrame>
      <p:graphicFrame>
        <p:nvGraphicFramePr>
          <p:cNvPr id="7" name="Table 6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1105248618"/>
              </p:ext>
            </p:extLst>
          </p:nvPr>
        </p:nvGraphicFramePr>
        <p:xfrm>
          <a:off x="520700" y="4948238"/>
          <a:ext cx="4749800" cy="1457325"/>
        </p:xfrm>
        <a:graphic>
          <a:graphicData uri="http://schemas.openxmlformats.org/drawingml/2006/table">
            <a:tbl>
              <a:tblPr firstRow="1" bandRow="1">
                <a:tableStyleId>{AE0CDCE9-8EFF-456A-BFA7-76C2DBC4E188}</a:tableStyleId>
              </a:tblPr>
              <a:tblGrid>
                <a:gridCol w="1117600">
                  <a:extLst>
                    <a:ext uri="{9D8B030D-6E8A-4147-A177-3AD203B41FA5}">
                      <a16:colId xmlns:a16="http://schemas.microsoft.com/office/drawing/2014/main" val="1074943192"/>
                    </a:ext>
                  </a:extLst>
                </a:gridCol>
                <a:gridCol w="2743200">
                  <a:extLst>
                    <a:ext uri="{9D8B030D-6E8A-4147-A177-3AD203B41FA5}">
                      <a16:colId xmlns:a16="http://schemas.microsoft.com/office/drawing/2014/main" val="1574258301"/>
                    </a:ext>
                  </a:extLst>
                </a:gridCol>
                <a:gridCol w="889000">
                  <a:extLst>
                    <a:ext uri="{9D8B030D-6E8A-4147-A177-3AD203B41FA5}">
                      <a16:colId xmlns:a16="http://schemas.microsoft.com/office/drawing/2014/main" val="2909857642"/>
                    </a:ext>
                  </a:extLst>
                </a:gridCol>
              </a:tblGrid>
              <a:tr h="571500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Different </a:t>
                      </a:r>
                      <a:br>
                        <a:rPr lang="en-IN" sz="1800" u="none" strike="noStrike">
                          <a:effectLst/>
                        </a:rPr>
                      </a:br>
                      <a:r>
                        <a:rPr lang="en-IN" sz="1800" u="none" strike="noStrike">
                          <a:effectLst/>
                        </a:rPr>
                        <a:t>Values of k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Classes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Majority Vote</a:t>
                      </a:r>
                      <a:endParaRPr lang="en-IN" sz="1800" b="1" i="0" u="none" strike="noStrike">
                        <a:solidFill>
                          <a:srgbClr val="FFFFFF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79492000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1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800" u="none" strike="noStrike">
                          <a:effectLst/>
                        </a:rPr>
                        <a:t>{Comedy}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Comedy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4113429611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2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800" u="none" strike="noStrike" dirty="0">
                          <a:effectLst/>
                        </a:rPr>
                        <a:t>{Comedy, Comedy}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Comedy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264140804"/>
                  </a:ext>
                </a:extLst>
              </a:tr>
              <a:tr h="295275"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>
                          <a:effectLst/>
                        </a:rPr>
                        <a:t>3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l" rtl="0" fontAlgn="ctr"/>
                      <a:r>
                        <a:rPr lang="en-IN" sz="1800" u="none" strike="noStrike">
                          <a:effectLst/>
                        </a:rPr>
                        <a:t>{Comedy, Comedy, Action}</a:t>
                      </a:r>
                      <a:endParaRPr lang="en-IN" sz="1800" b="0" i="0" u="none" strike="noStrike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tc>
                  <a:txBody>
                    <a:bodyPr/>
                    <a:lstStyle/>
                    <a:p>
                      <a:pPr algn="ctr" rtl="0" fontAlgn="ctr"/>
                      <a:r>
                        <a:rPr lang="en-IN" sz="1800" u="none" strike="noStrike" dirty="0">
                          <a:effectLst/>
                        </a:rPr>
                        <a:t>Comedy</a:t>
                      </a:r>
                      <a:endParaRPr lang="en-IN" sz="1800" b="0" i="0" u="none" strike="noStrike" dirty="0">
                        <a:solidFill>
                          <a:srgbClr val="000000"/>
                        </a:solidFill>
                        <a:effectLst/>
                        <a:latin typeface="Calibri" panose="020F0502020204030204" pitchFamily="34" charset="0"/>
                      </a:endParaRPr>
                    </a:p>
                  </a:txBody>
                  <a:tcPr marL="9525" marR="9525" marT="9525" marB="0" anchor="ctr"/>
                </a:tc>
                <a:extLst>
                  <a:ext uri="{0D108BD9-81ED-4DB2-BD59-A6C34878D82A}">
                    <a16:rowId xmlns:a16="http://schemas.microsoft.com/office/drawing/2014/main" val="1985115436"/>
                  </a:ext>
                </a:extLst>
              </a:tr>
            </a:tbl>
          </a:graphicData>
        </a:graphic>
      </p:graphicFrame>
      <p:sp>
        <p:nvSpPr>
          <p:cNvPr id="8" name="TextBox 7"/>
          <p:cNvSpPr txBox="1"/>
          <p:nvPr/>
        </p:nvSpPr>
        <p:spPr>
          <a:xfrm>
            <a:off x="412750" y="4680743"/>
            <a:ext cx="2997937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b="1" dirty="0"/>
              <a:t>Step 2: Determine the value of k</a:t>
            </a:r>
          </a:p>
        </p:txBody>
      </p:sp>
      <p:grpSp>
        <p:nvGrpSpPr>
          <p:cNvPr id="49" name="Group 48"/>
          <p:cNvGrpSpPr/>
          <p:nvPr/>
        </p:nvGrpSpPr>
        <p:grpSpPr>
          <a:xfrm>
            <a:off x="5270498" y="2993854"/>
            <a:ext cx="5533190" cy="3681554"/>
            <a:chOff x="5270500" y="2993894"/>
            <a:chExt cx="5533190" cy="3681554"/>
          </a:xfrm>
        </p:grpSpPr>
        <p:grpSp>
          <p:nvGrpSpPr>
            <p:cNvPr id="45" name="Group 44"/>
            <p:cNvGrpSpPr/>
            <p:nvPr/>
          </p:nvGrpSpPr>
          <p:grpSpPr>
            <a:xfrm>
              <a:off x="5281584" y="2993894"/>
              <a:ext cx="5522106" cy="3681554"/>
              <a:chOff x="5281584" y="2993894"/>
              <a:chExt cx="5522106" cy="3681554"/>
            </a:xfrm>
          </p:grpSpPr>
          <p:sp>
            <p:nvSpPr>
              <p:cNvPr id="42" name="Rectangle 41"/>
              <p:cNvSpPr/>
              <p:nvPr/>
            </p:nvSpPr>
            <p:spPr>
              <a:xfrm>
                <a:off x="6089648" y="2993894"/>
                <a:ext cx="4714042" cy="28319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4" name="Rectangle 43"/>
              <p:cNvSpPr/>
              <p:nvPr/>
            </p:nvSpPr>
            <p:spPr>
              <a:xfrm>
                <a:off x="5281584" y="5038284"/>
                <a:ext cx="4714042" cy="1637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1" name="Group 30"/>
            <p:cNvGrpSpPr/>
            <p:nvPr/>
          </p:nvGrpSpPr>
          <p:grpSpPr>
            <a:xfrm>
              <a:off x="5270500" y="3124940"/>
              <a:ext cx="2233295" cy="2840854"/>
              <a:chOff x="5270500" y="3124940"/>
              <a:chExt cx="2233295" cy="2799836"/>
            </a:xfrm>
          </p:grpSpPr>
          <p:grpSp>
            <p:nvGrpSpPr>
              <p:cNvPr id="26" name="Group 25"/>
              <p:cNvGrpSpPr/>
              <p:nvPr/>
            </p:nvGrpSpPr>
            <p:grpSpPr>
              <a:xfrm>
                <a:off x="5270500" y="3395709"/>
                <a:ext cx="2233295" cy="2529067"/>
                <a:chOff x="4860925" y="3284220"/>
                <a:chExt cx="2233295" cy="2392680"/>
              </a:xfrm>
            </p:grpSpPr>
            <p:cxnSp>
              <p:nvCxnSpPr>
                <p:cNvPr id="27" name="Straight Connector 26"/>
                <p:cNvCxnSpPr/>
                <p:nvPr/>
              </p:nvCxnSpPr>
              <p:spPr>
                <a:xfrm flipV="1">
                  <a:off x="6080760" y="3284220"/>
                  <a:ext cx="1013460" cy="1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3"/>
                </a:lnRef>
                <a:fillRef idx="0">
                  <a:schemeClr val="accent3"/>
                </a:fillRef>
                <a:effectRef idx="0">
                  <a:schemeClr val="accent3"/>
                </a:effectRef>
                <a:fontRef idx="minor">
                  <a:schemeClr val="tx1"/>
                </a:fontRef>
              </p:style>
            </p:cxnSp>
            <p:cxnSp>
              <p:nvCxnSpPr>
                <p:cNvPr id="28" name="Straight Connector 27"/>
                <p:cNvCxnSpPr/>
                <p:nvPr/>
              </p:nvCxnSpPr>
              <p:spPr>
                <a:xfrm flipV="1">
                  <a:off x="7094220" y="3284222"/>
                  <a:ext cx="0" cy="2392678"/>
                </a:xfrm>
                <a:prstGeom prst="line">
                  <a:avLst/>
                </a:prstGeom>
                <a:ln w="38100"/>
              </p:spPr>
              <p:style>
                <a:lnRef idx="1">
                  <a:schemeClr val="accent3"/>
                </a:lnRef>
                <a:fillRef idx="0">
                  <a:schemeClr val="accent3"/>
                </a:fillRef>
                <a:effectRef idx="0">
                  <a:schemeClr val="accent3"/>
                </a:effectRef>
                <a:fontRef idx="minor">
                  <a:schemeClr val="tx1"/>
                </a:fontRef>
              </p:style>
            </p:cxnSp>
            <p:cxnSp>
              <p:nvCxnSpPr>
                <p:cNvPr id="29" name="Straight Arrow Connector 28"/>
                <p:cNvCxnSpPr/>
                <p:nvPr/>
              </p:nvCxnSpPr>
              <p:spPr>
                <a:xfrm flipH="1">
                  <a:off x="4860925" y="5676900"/>
                  <a:ext cx="2233295" cy="0"/>
                </a:xfrm>
                <a:prstGeom prst="straightConnector1">
                  <a:avLst/>
                </a:prstGeom>
                <a:ln w="38100">
                  <a:tailEnd type="triangle"/>
                </a:ln>
              </p:spPr>
              <p:style>
                <a:lnRef idx="1">
                  <a:schemeClr val="accent3"/>
                </a:lnRef>
                <a:fillRef idx="0">
                  <a:schemeClr val="accent3"/>
                </a:fillRef>
                <a:effectRef idx="0">
                  <a:schemeClr val="accent3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0" name="Right Brace 29"/>
              <p:cNvSpPr/>
              <p:nvPr/>
            </p:nvSpPr>
            <p:spPr>
              <a:xfrm>
                <a:off x="6089650" y="3124940"/>
                <a:ext cx="435437" cy="541538"/>
              </a:xfrm>
              <a:prstGeom prst="rightBrace">
                <a:avLst/>
              </a:prstGeom>
              <a:ln w="38100"/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  <p:grpSp>
        <p:nvGrpSpPr>
          <p:cNvPr id="50" name="Group 49"/>
          <p:cNvGrpSpPr/>
          <p:nvPr/>
        </p:nvGrpSpPr>
        <p:grpSpPr>
          <a:xfrm>
            <a:off x="5270497" y="3124940"/>
            <a:ext cx="5522106" cy="3683820"/>
            <a:chOff x="5270497" y="3124940"/>
            <a:chExt cx="5522106" cy="3683820"/>
          </a:xfrm>
        </p:grpSpPr>
        <p:grpSp>
          <p:nvGrpSpPr>
            <p:cNvPr id="46" name="Group 45"/>
            <p:cNvGrpSpPr/>
            <p:nvPr/>
          </p:nvGrpSpPr>
          <p:grpSpPr>
            <a:xfrm>
              <a:off x="5270497" y="3127206"/>
              <a:ext cx="5522106" cy="3681554"/>
              <a:chOff x="5281584" y="2993894"/>
              <a:chExt cx="5522106" cy="3681554"/>
            </a:xfrm>
          </p:grpSpPr>
          <p:sp>
            <p:nvSpPr>
              <p:cNvPr id="47" name="Rectangle 46"/>
              <p:cNvSpPr/>
              <p:nvPr/>
            </p:nvSpPr>
            <p:spPr>
              <a:xfrm>
                <a:off x="6089648" y="2993894"/>
                <a:ext cx="4714042" cy="2831976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  <p:sp>
            <p:nvSpPr>
              <p:cNvPr id="48" name="Rectangle 47"/>
              <p:cNvSpPr/>
              <p:nvPr/>
            </p:nvSpPr>
            <p:spPr>
              <a:xfrm>
                <a:off x="5281584" y="5038284"/>
                <a:ext cx="4714042" cy="1637164"/>
              </a:xfrm>
              <a:prstGeom prst="rect">
                <a:avLst/>
              </a:prstGeom>
              <a:solidFill>
                <a:schemeClr val="bg1"/>
              </a:solidFill>
              <a:ln>
                <a:solidFill>
                  <a:schemeClr val="bg1"/>
                </a:solidFill>
              </a:ln>
            </p:spPr>
            <p:style>
              <a:lnRef idx="2">
                <a:schemeClr val="accent1">
                  <a:shade val="50000"/>
                </a:schemeClr>
              </a:lnRef>
              <a:fillRef idx="1">
                <a:schemeClr val="accent1"/>
              </a:fillRef>
              <a:effectRef idx="0">
                <a:schemeClr val="accent1"/>
              </a:effectRef>
              <a:fontRef idx="minor">
                <a:schemeClr val="lt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  <p:grpSp>
          <p:nvGrpSpPr>
            <p:cNvPr id="33" name="Group 32"/>
            <p:cNvGrpSpPr/>
            <p:nvPr/>
          </p:nvGrpSpPr>
          <p:grpSpPr>
            <a:xfrm>
              <a:off x="5270499" y="3124940"/>
              <a:ext cx="2233295" cy="3140698"/>
              <a:chOff x="5270500" y="3124939"/>
              <a:chExt cx="2233295" cy="2799838"/>
            </a:xfrm>
          </p:grpSpPr>
          <p:grpSp>
            <p:nvGrpSpPr>
              <p:cNvPr id="34" name="Group 33"/>
              <p:cNvGrpSpPr/>
              <p:nvPr/>
            </p:nvGrpSpPr>
            <p:grpSpPr>
              <a:xfrm>
                <a:off x="5270500" y="3498598"/>
                <a:ext cx="2233295" cy="2426179"/>
                <a:chOff x="4860925" y="3381560"/>
                <a:chExt cx="2233295" cy="2295340"/>
              </a:xfrm>
            </p:grpSpPr>
            <p:cxnSp>
              <p:nvCxnSpPr>
                <p:cNvPr id="36" name="Straight Connector 35"/>
                <p:cNvCxnSpPr/>
                <p:nvPr/>
              </p:nvCxnSpPr>
              <p:spPr>
                <a:xfrm flipV="1">
                  <a:off x="6080760" y="3381560"/>
                  <a:ext cx="1013460" cy="1"/>
                </a:xfrm>
                <a:prstGeom prst="line">
                  <a:avLst/>
                </a:prstGeom>
                <a:ln w="38100">
                  <a:solidFill>
                    <a:schemeClr val="accent4"/>
                  </a:solidFill>
                </a:ln>
              </p:spPr>
              <p:style>
                <a:lnRef idx="1">
                  <a:schemeClr val="accent3"/>
                </a:lnRef>
                <a:fillRef idx="0">
                  <a:schemeClr val="accent3"/>
                </a:fillRef>
                <a:effectRef idx="0">
                  <a:schemeClr val="accent3"/>
                </a:effectRef>
                <a:fontRef idx="minor">
                  <a:schemeClr val="tx1"/>
                </a:fontRef>
              </p:style>
            </p:cxnSp>
            <p:cxnSp>
              <p:nvCxnSpPr>
                <p:cNvPr id="37" name="Straight Connector 36"/>
                <p:cNvCxnSpPr/>
                <p:nvPr/>
              </p:nvCxnSpPr>
              <p:spPr>
                <a:xfrm flipV="1">
                  <a:off x="7094220" y="3381560"/>
                  <a:ext cx="0" cy="2295340"/>
                </a:xfrm>
                <a:prstGeom prst="line">
                  <a:avLst/>
                </a:prstGeom>
                <a:ln w="38100">
                  <a:solidFill>
                    <a:schemeClr val="accent4"/>
                  </a:solidFill>
                </a:ln>
              </p:spPr>
              <p:style>
                <a:lnRef idx="1">
                  <a:schemeClr val="accent3"/>
                </a:lnRef>
                <a:fillRef idx="0">
                  <a:schemeClr val="accent3"/>
                </a:fillRef>
                <a:effectRef idx="0">
                  <a:schemeClr val="accent3"/>
                </a:effectRef>
                <a:fontRef idx="minor">
                  <a:schemeClr val="tx1"/>
                </a:fontRef>
              </p:style>
            </p:cxnSp>
            <p:cxnSp>
              <p:nvCxnSpPr>
                <p:cNvPr id="38" name="Straight Arrow Connector 37"/>
                <p:cNvCxnSpPr/>
                <p:nvPr/>
              </p:nvCxnSpPr>
              <p:spPr>
                <a:xfrm flipH="1">
                  <a:off x="4860925" y="5676900"/>
                  <a:ext cx="2233295" cy="0"/>
                </a:xfrm>
                <a:prstGeom prst="straightConnector1">
                  <a:avLst/>
                </a:prstGeom>
                <a:ln w="38100">
                  <a:solidFill>
                    <a:schemeClr val="accent4"/>
                  </a:solidFill>
                  <a:tailEnd type="triangle"/>
                </a:ln>
              </p:spPr>
              <p:style>
                <a:lnRef idx="1">
                  <a:schemeClr val="accent3"/>
                </a:lnRef>
                <a:fillRef idx="0">
                  <a:schemeClr val="accent3"/>
                </a:fillRef>
                <a:effectRef idx="0">
                  <a:schemeClr val="accent3"/>
                </a:effectRef>
                <a:fontRef idx="minor">
                  <a:schemeClr val="tx1"/>
                </a:fontRef>
              </p:style>
            </p:cxnSp>
          </p:grpSp>
          <p:sp>
            <p:nvSpPr>
              <p:cNvPr id="35" name="Right Brace 34"/>
              <p:cNvSpPr/>
              <p:nvPr/>
            </p:nvSpPr>
            <p:spPr>
              <a:xfrm>
                <a:off x="6089650" y="3124939"/>
                <a:ext cx="435437" cy="742364"/>
              </a:xfrm>
              <a:prstGeom prst="rightBrace">
                <a:avLst/>
              </a:prstGeom>
              <a:ln w="38100">
                <a:solidFill>
                  <a:schemeClr val="accent4"/>
                </a:solidFill>
              </a:ln>
            </p:spPr>
            <p:style>
              <a:lnRef idx="1">
                <a:schemeClr val="accent3"/>
              </a:lnRef>
              <a:fillRef idx="0">
                <a:schemeClr val="accent3"/>
              </a:fillRef>
              <a:effectRef idx="0">
                <a:schemeClr val="accent3"/>
              </a:effectRef>
              <a:fontRef idx="minor">
                <a:schemeClr val="tx1"/>
              </a:fontRef>
            </p:style>
            <p:txBody>
              <a:bodyPr rtlCol="0" anchor="ctr"/>
              <a:lstStyle/>
              <a:p>
                <a:pPr algn="ctr"/>
                <a:endParaRPr lang="en-IN"/>
              </a:p>
            </p:txBody>
          </p:sp>
        </p:grpSp>
      </p:grpSp>
    </p:spTree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8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0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1" fill="hold">
                      <p:stCondLst>
                        <p:cond delay="indefinite"/>
                      </p:stCondLst>
                      <p:childTnLst>
                        <p:par>
                          <p:cTn id="12" fill="hold">
                            <p:stCondLst>
                              <p:cond delay="0"/>
                            </p:stCondLst>
                            <p:childTnLst>
                              <p:par>
                                <p:cTn id="1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5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1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8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9" fill="hold">
                      <p:stCondLst>
                        <p:cond delay="indefinite"/>
                      </p:stCondLst>
                      <p:childTnLst>
                        <p:par>
                          <p:cTn id="20" fill="hold">
                            <p:stCondLst>
                              <p:cond delay="0"/>
                            </p:stCondLst>
                            <p:childTnLst>
                              <p:par>
                                <p:cTn id="2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3" dur="500"/>
                                        <p:tgtEl>
                                          <p:spTgt spid="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4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4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5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8" grpId="0"/>
    </p:bldLst>
  </p:timing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233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Rounded Rectangle 1"/>
          <p:cNvSpPr/>
          <p:nvPr/>
        </p:nvSpPr>
        <p:spPr>
          <a:xfrm>
            <a:off x="3676073" y="166255"/>
            <a:ext cx="1505527" cy="69272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Dataset</a:t>
            </a:r>
          </a:p>
        </p:txBody>
      </p:sp>
      <p:sp>
        <p:nvSpPr>
          <p:cNvPr id="39" name="Rounded Rectangle 38"/>
          <p:cNvSpPr/>
          <p:nvPr/>
        </p:nvSpPr>
        <p:spPr>
          <a:xfrm>
            <a:off x="1893455" y="1717964"/>
            <a:ext cx="1782618" cy="1080655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Train + Val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OR</a:t>
            </a:r>
          </a:p>
          <a:p>
            <a:pPr algn="ctr"/>
            <a:r>
              <a:rPr lang="en-IN" sz="2400" dirty="0">
                <a:solidFill>
                  <a:schemeClr val="tx1"/>
                </a:solidFill>
              </a:rPr>
              <a:t>Train</a:t>
            </a:r>
          </a:p>
        </p:txBody>
      </p:sp>
      <p:sp>
        <p:nvSpPr>
          <p:cNvPr id="40" name="Rounded Rectangle 39"/>
          <p:cNvSpPr/>
          <p:nvPr/>
        </p:nvSpPr>
        <p:spPr>
          <a:xfrm>
            <a:off x="5181600" y="1911927"/>
            <a:ext cx="1505527" cy="69272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Test</a:t>
            </a:r>
          </a:p>
        </p:txBody>
      </p:sp>
      <p:sp>
        <p:nvSpPr>
          <p:cNvPr id="41" name="Rounded Rectangle 40"/>
          <p:cNvSpPr/>
          <p:nvPr/>
        </p:nvSpPr>
        <p:spPr>
          <a:xfrm>
            <a:off x="387928" y="3745345"/>
            <a:ext cx="1505527" cy="69272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Train</a:t>
            </a:r>
          </a:p>
        </p:txBody>
      </p:sp>
      <p:sp>
        <p:nvSpPr>
          <p:cNvPr id="43" name="Rounded Rectangle 42"/>
          <p:cNvSpPr/>
          <p:nvPr/>
        </p:nvSpPr>
        <p:spPr>
          <a:xfrm>
            <a:off x="3676073" y="3745345"/>
            <a:ext cx="1505527" cy="692727"/>
          </a:xfrm>
          <a:prstGeom prst="roundRect">
            <a:avLst/>
          </a:prstGeom>
          <a:noFill/>
          <a:ln>
            <a:solidFill>
              <a:schemeClr val="tx1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r>
              <a:rPr lang="en-IN" sz="2400" dirty="0">
                <a:solidFill>
                  <a:schemeClr val="tx1"/>
                </a:solidFill>
              </a:rPr>
              <a:t>Val</a:t>
            </a:r>
          </a:p>
        </p:txBody>
      </p:sp>
      <p:cxnSp>
        <p:nvCxnSpPr>
          <p:cNvPr id="10" name="Straight Arrow Connector 9"/>
          <p:cNvCxnSpPr>
            <a:stCxn id="2" idx="2"/>
            <a:endCxn id="39" idx="0"/>
          </p:cNvCxnSpPr>
          <p:nvPr/>
        </p:nvCxnSpPr>
        <p:spPr>
          <a:xfrm flipH="1">
            <a:off x="2784764" y="858982"/>
            <a:ext cx="1644073" cy="858982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1" name="Straight Arrow Connector 50"/>
          <p:cNvCxnSpPr>
            <a:stCxn id="2" idx="2"/>
            <a:endCxn id="40" idx="0"/>
          </p:cNvCxnSpPr>
          <p:nvPr/>
        </p:nvCxnSpPr>
        <p:spPr>
          <a:xfrm>
            <a:off x="4428837" y="858982"/>
            <a:ext cx="1505527" cy="1052945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2" name="Straight Arrow Connector 51"/>
          <p:cNvCxnSpPr>
            <a:stCxn id="39" idx="2"/>
            <a:endCxn id="41" idx="0"/>
          </p:cNvCxnSpPr>
          <p:nvPr/>
        </p:nvCxnSpPr>
        <p:spPr>
          <a:xfrm flipH="1">
            <a:off x="1140692" y="2798619"/>
            <a:ext cx="1644072" cy="9467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53" name="Straight Arrow Connector 52"/>
          <p:cNvCxnSpPr>
            <a:stCxn id="39" idx="2"/>
            <a:endCxn id="43" idx="0"/>
          </p:cNvCxnSpPr>
          <p:nvPr/>
        </p:nvCxnSpPr>
        <p:spPr>
          <a:xfrm>
            <a:off x="2784764" y="2798619"/>
            <a:ext cx="1644073" cy="946726"/>
          </a:xfrm>
          <a:prstGeom prst="straightConnector1">
            <a:avLst/>
          </a:prstGeom>
          <a:ln w="28575">
            <a:solidFill>
              <a:schemeClr val="tx1"/>
            </a:solidFill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9" name="TextBox 18"/>
          <p:cNvSpPr txBox="1"/>
          <p:nvPr/>
        </p:nvSpPr>
        <p:spPr>
          <a:xfrm>
            <a:off x="2595418" y="1025237"/>
            <a:ext cx="801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80%</a:t>
            </a:r>
          </a:p>
        </p:txBody>
      </p:sp>
      <p:sp>
        <p:nvSpPr>
          <p:cNvPr id="54" name="TextBox 53"/>
          <p:cNvSpPr txBox="1"/>
          <p:nvPr/>
        </p:nvSpPr>
        <p:spPr>
          <a:xfrm>
            <a:off x="5320146" y="1025237"/>
            <a:ext cx="801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20%</a:t>
            </a:r>
          </a:p>
        </p:txBody>
      </p:sp>
      <p:sp>
        <p:nvSpPr>
          <p:cNvPr id="55" name="TextBox 54"/>
          <p:cNvSpPr txBox="1"/>
          <p:nvPr/>
        </p:nvSpPr>
        <p:spPr>
          <a:xfrm>
            <a:off x="1020618" y="2974185"/>
            <a:ext cx="801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80%</a:t>
            </a:r>
          </a:p>
        </p:txBody>
      </p:sp>
      <p:sp>
        <p:nvSpPr>
          <p:cNvPr id="56" name="TextBox 55"/>
          <p:cNvSpPr txBox="1"/>
          <p:nvPr/>
        </p:nvSpPr>
        <p:spPr>
          <a:xfrm>
            <a:off x="3763820" y="2944167"/>
            <a:ext cx="801823" cy="461665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sz="2400" dirty="0"/>
              <a:t>20%</a:t>
            </a:r>
          </a:p>
        </p:txBody>
      </p:sp>
      <p:sp>
        <p:nvSpPr>
          <p:cNvPr id="57" name="TextBox 56"/>
          <p:cNvSpPr txBox="1"/>
          <p:nvPr/>
        </p:nvSpPr>
        <p:spPr>
          <a:xfrm>
            <a:off x="2784763" y="4777585"/>
            <a:ext cx="3902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Compute Accuracy for Different Values of k using Validation Dataset,  select the </a:t>
            </a:r>
            <a:r>
              <a:rPr lang="en-IN" sz="1600" b="1" dirty="0"/>
              <a:t>k with the highest accuracy</a:t>
            </a:r>
            <a:endParaRPr lang="en-IN" sz="1600" dirty="0"/>
          </a:p>
        </p:txBody>
      </p:sp>
      <p:sp>
        <p:nvSpPr>
          <p:cNvPr id="58" name="TextBox 57"/>
          <p:cNvSpPr txBox="1"/>
          <p:nvPr/>
        </p:nvSpPr>
        <p:spPr>
          <a:xfrm>
            <a:off x="4821381" y="2789518"/>
            <a:ext cx="3902363" cy="830997"/>
          </a:xfrm>
          <a:prstGeom prst="rect">
            <a:avLst/>
          </a:prstGeom>
          <a:noFill/>
        </p:spPr>
        <p:txBody>
          <a:bodyPr wrap="square" rtlCol="0">
            <a:spAutoFit/>
          </a:bodyPr>
          <a:lstStyle/>
          <a:p>
            <a:r>
              <a:rPr lang="en-IN" sz="1600" dirty="0"/>
              <a:t>Compute the accuracy of the test set using the value of k which had the highest accuracy in validation data.</a:t>
            </a:r>
          </a:p>
        </p:txBody>
      </p:sp>
    </p:spTree>
    <p:extLst>
      <p:ext uri="{BB962C8B-B14F-4D97-AF65-F5344CB8AC3E}">
        <p14:creationId xmlns:p14="http://schemas.microsoft.com/office/powerpoint/2010/main" val="305702755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" fill="hold">
                      <p:stCondLst>
                        <p:cond delay="indefinite"/>
                      </p:stCondLst>
                      <p:childTnLst>
                        <p:par>
                          <p:cTn id="8" fill="hold">
                            <p:stCondLst>
                              <p:cond delay="0"/>
                            </p:stCondLst>
                            <p:childTnLst>
                              <p:par>
                                <p:cTn id="9" presetID="1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1" presetID="1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3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  <p:par>
                                <p:cTn id="15" presetID="1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7" fill="hold">
                      <p:stCondLst>
                        <p:cond delay="indefinite"/>
                      </p:stCondLst>
                      <p:childTnLst>
                        <p:par>
                          <p:cTn id="18" fill="hold">
                            <p:stCondLst>
                              <p:cond delay="0"/>
                            </p:stCondLst>
                            <p:childTnLst>
                              <p:par>
                                <p:cTn id="1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1" dur="500"/>
                                        <p:tgtEl>
                                          <p:spTgt spid="3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2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3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4" dur="500"/>
                                        <p:tgtEl>
                                          <p:spTgt spid="4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5" fill="hold">
                      <p:stCondLst>
                        <p:cond delay="indefinite"/>
                      </p:stCondLst>
                      <p:childTnLst>
                        <p:par>
                          <p:cTn id="26" fill="hold">
                            <p:stCondLst>
                              <p:cond delay="0"/>
                            </p:stCondLst>
                            <p:childTnLst>
                              <p:par>
                                <p:cTn id="27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8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9" dur="500"/>
                                        <p:tgtEl>
                                          <p:spTgt spid="5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0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3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5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36" presetID="10" presetClass="entr" presetSubtype="0" fill="hold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8" dur="500"/>
                                        <p:tgtEl>
                                          <p:spTgt spid="5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9" fill="hold">
                      <p:stCondLst>
                        <p:cond delay="indefinite"/>
                      </p:stCondLst>
                      <p:childTnLst>
                        <p:par>
                          <p:cTn id="40" fill="hold">
                            <p:stCondLst>
                              <p:cond delay="0"/>
                            </p:stCondLst>
                            <p:childTnLst>
                              <p:par>
                                <p:cTn id="4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4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4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5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5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2" grpId="0" animBg="1"/>
      <p:bldP spid="39" grpId="0" animBg="1"/>
      <p:bldP spid="40" grpId="0" animBg="1"/>
      <p:bldP spid="41" grpId="0" animBg="1"/>
      <p:bldP spid="43" grpId="0" animBg="1"/>
      <p:bldP spid="19" grpId="0"/>
      <p:bldP spid="54" grpId="0"/>
      <p:bldP spid="55" grpId="0"/>
      <p:bldP spid="56" grpId="0"/>
      <p:bldP spid="57" grpId="0"/>
      <p:bldP spid="58" grpId="0"/>
    </p:bldLst>
  </p:timing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5" name="Table 4"/>
          <p:cNvGraphicFramePr>
            <a:graphicFrameLocks noGrp="1"/>
          </p:cNvGraphicFramePr>
          <p:nvPr>
            <p:extLst>
              <p:ext uri="{D42A27DB-BD31-4B8C-83A1-F6EECF244321}">
                <p14:modId xmlns:p14="http://schemas.microsoft.com/office/powerpoint/2010/main" val="648792450"/>
              </p:ext>
            </p:extLst>
          </p:nvPr>
        </p:nvGraphicFramePr>
        <p:xfrm>
          <a:off x="64658" y="1930401"/>
          <a:ext cx="12044218" cy="2244436"/>
        </p:xfrm>
        <a:graphic>
          <a:graphicData uri="http://schemas.openxmlformats.org/drawingml/2006/table">
            <a:tbl>
              <a:tblPr/>
              <a:tblGrid>
                <a:gridCol w="1159429">
                  <a:extLst>
                    <a:ext uri="{9D8B030D-6E8A-4147-A177-3AD203B41FA5}">
                      <a16:colId xmlns:a16="http://schemas.microsoft.com/office/drawing/2014/main" val="952409986"/>
                    </a:ext>
                  </a:extLst>
                </a:gridCol>
                <a:gridCol w="1107514">
                  <a:extLst>
                    <a:ext uri="{9D8B030D-6E8A-4147-A177-3AD203B41FA5}">
                      <a16:colId xmlns:a16="http://schemas.microsoft.com/office/drawing/2014/main" val="724402998"/>
                    </a:ext>
                  </a:extLst>
                </a:gridCol>
                <a:gridCol w="1025316">
                  <a:extLst>
                    <a:ext uri="{9D8B030D-6E8A-4147-A177-3AD203B41FA5}">
                      <a16:colId xmlns:a16="http://schemas.microsoft.com/office/drawing/2014/main" val="58999608"/>
                    </a:ext>
                  </a:extLst>
                </a:gridCol>
                <a:gridCol w="1107514">
                  <a:extLst>
                    <a:ext uri="{9D8B030D-6E8A-4147-A177-3AD203B41FA5}">
                      <a16:colId xmlns:a16="http://schemas.microsoft.com/office/drawing/2014/main" val="4059029011"/>
                    </a:ext>
                  </a:extLst>
                </a:gridCol>
                <a:gridCol w="1025316">
                  <a:extLst>
                    <a:ext uri="{9D8B030D-6E8A-4147-A177-3AD203B41FA5}">
                      <a16:colId xmlns:a16="http://schemas.microsoft.com/office/drawing/2014/main" val="2165301154"/>
                    </a:ext>
                  </a:extLst>
                </a:gridCol>
                <a:gridCol w="1107514">
                  <a:extLst>
                    <a:ext uri="{9D8B030D-6E8A-4147-A177-3AD203B41FA5}">
                      <a16:colId xmlns:a16="http://schemas.microsoft.com/office/drawing/2014/main" val="2316531312"/>
                    </a:ext>
                  </a:extLst>
                </a:gridCol>
                <a:gridCol w="1025316">
                  <a:extLst>
                    <a:ext uri="{9D8B030D-6E8A-4147-A177-3AD203B41FA5}">
                      <a16:colId xmlns:a16="http://schemas.microsoft.com/office/drawing/2014/main" val="2560299523"/>
                    </a:ext>
                  </a:extLst>
                </a:gridCol>
                <a:gridCol w="1107514">
                  <a:extLst>
                    <a:ext uri="{9D8B030D-6E8A-4147-A177-3AD203B41FA5}">
                      <a16:colId xmlns:a16="http://schemas.microsoft.com/office/drawing/2014/main" val="1457998915"/>
                    </a:ext>
                  </a:extLst>
                </a:gridCol>
                <a:gridCol w="1025316">
                  <a:extLst>
                    <a:ext uri="{9D8B030D-6E8A-4147-A177-3AD203B41FA5}">
                      <a16:colId xmlns:a16="http://schemas.microsoft.com/office/drawing/2014/main" val="3686807266"/>
                    </a:ext>
                  </a:extLst>
                </a:gridCol>
                <a:gridCol w="1315174">
                  <a:extLst>
                    <a:ext uri="{9D8B030D-6E8A-4147-A177-3AD203B41FA5}">
                      <a16:colId xmlns:a16="http://schemas.microsoft.com/office/drawing/2014/main" val="3473204997"/>
                    </a:ext>
                  </a:extLst>
                </a:gridCol>
                <a:gridCol w="1038295">
                  <a:extLst>
                    <a:ext uri="{9D8B030D-6E8A-4147-A177-3AD203B41FA5}">
                      <a16:colId xmlns:a16="http://schemas.microsoft.com/office/drawing/2014/main" val="156763403"/>
                    </a:ext>
                  </a:extLst>
                </a:gridCol>
              </a:tblGrid>
              <a:tr h="535474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 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 (50)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Test(50)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 (60)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Test(40)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 (70)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Test(30)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 (80)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Test(20)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Train (99.5)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Test(0.5)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365020082"/>
                  </a:ext>
                </a:extLst>
              </a:tr>
              <a:tr h="2848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0.5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526587576"/>
                  </a:ext>
                </a:extLst>
              </a:tr>
              <a:tr h="2848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70153510"/>
                  </a:ext>
                </a:extLst>
              </a:tr>
              <a:tr h="2848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717276902"/>
                  </a:ext>
                </a:extLst>
              </a:tr>
              <a:tr h="2848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1,00,000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490924268"/>
                  </a:ext>
                </a:extLst>
              </a:tr>
              <a:tr h="2848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10,00,000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995000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215715771"/>
                  </a:ext>
                </a:extLst>
              </a:tr>
              <a:tr h="284827"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1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1,00,00,000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6000000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4000000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7000000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3000000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8000000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2000000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9950000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ctr"/>
                      <a:r>
                        <a:rPr lang="en-IN" sz="1800" b="0" i="0" u="none" strike="noStrike" dirty="0">
                          <a:solidFill>
                            <a:srgbClr val="000000"/>
                          </a:solidFill>
                          <a:effectLst/>
                          <a:latin typeface="Calibri" panose="020F0502020204030204" pitchFamily="34" charset="0"/>
                        </a:rPr>
                        <a:t>50000</a:t>
                      </a:r>
                    </a:p>
                  </a:txBody>
                  <a:tcPr marL="9525" marR="9525" marT="9525" marB="0" anchor="ctr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FCE4D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060319001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80329568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</p:timing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2" name="Google Shape;362;p45"/>
          <p:cNvSpPr/>
          <p:nvPr/>
        </p:nvSpPr>
        <p:spPr>
          <a:xfrm>
            <a:off x="0" y="0"/>
            <a:ext cx="12191999" cy="6857996"/>
          </a:xfrm>
          <a:prstGeom prst="rect">
            <a:avLst/>
          </a:prstGeom>
          <a:blipFill rotWithShape="1">
            <a:blip r:embed="rId3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3" name="Google Shape;363;p45"/>
          <p:cNvSpPr/>
          <p:nvPr/>
        </p:nvSpPr>
        <p:spPr>
          <a:xfrm>
            <a:off x="5013959" y="1475232"/>
            <a:ext cx="2353056" cy="2641092"/>
          </a:xfrm>
          <a:prstGeom prst="rect">
            <a:avLst/>
          </a:prstGeom>
          <a:blipFill rotWithShape="1">
            <a:blip r:embed="rId4">
              <a:alphaModFix/>
            </a:blip>
            <a:stretch>
              <a:fillRect/>
            </a:stretch>
          </a:blipFill>
          <a:ln>
            <a:noFill/>
          </a:ln>
        </p:spPr>
        <p:txBody>
          <a:bodyPr spcFirstLastPara="1" wrap="square" lIns="0" tIns="0" rIns="0" bIns="0" anchor="t" anchorCtr="0">
            <a:noAutofit/>
          </a:bodyPr>
          <a:lstStyle/>
          <a:p>
            <a:pPr marL="0" marR="0" lvl="0" indent="0" algn="l" rtl="0">
              <a:spcBef>
                <a:spcPts val="0"/>
              </a:spcBef>
              <a:spcAft>
                <a:spcPts val="0"/>
              </a:spcAft>
              <a:buNone/>
            </a:pPr>
            <a:endParaRPr sz="1800">
              <a:solidFill>
                <a:schemeClr val="dk1"/>
              </a:solidFill>
              <a:latin typeface="Calibri"/>
              <a:ea typeface="Calibri"/>
              <a:cs typeface="Calibri"/>
              <a:sym typeface="Calibri"/>
            </a:endParaRPr>
          </a:p>
        </p:txBody>
      </p:sp>
      <p:sp>
        <p:nvSpPr>
          <p:cNvPr id="364" name="Google Shape;364;p45"/>
          <p:cNvSpPr txBox="1">
            <a:spLocks noGrp="1"/>
          </p:cNvSpPr>
          <p:nvPr>
            <p:ph type="title"/>
          </p:nvPr>
        </p:nvSpPr>
        <p:spPr>
          <a:xfrm>
            <a:off x="3371215" y="3084195"/>
            <a:ext cx="5972810" cy="690245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3325" rIns="0" bIns="0" anchor="t" anchorCtr="0">
            <a:spAutoFit/>
          </a:bodyPr>
          <a:lstStyle/>
          <a:p>
            <a:pPr marL="1270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/>
              <a:t>Naive Bayes</a:t>
            </a:r>
            <a:endParaRPr/>
          </a:p>
        </p:txBody>
      </p:sp>
    </p:spTree>
    <p:extLst>
      <p:ext uri="{BB962C8B-B14F-4D97-AF65-F5344CB8AC3E}">
        <p14:creationId xmlns:p14="http://schemas.microsoft.com/office/powerpoint/2010/main" val="4106165504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68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69" name="Google Shape;369;p46"/>
          <p:cNvSpPr txBox="1"/>
          <p:nvPr/>
        </p:nvSpPr>
        <p:spPr>
          <a:xfrm>
            <a:off x="304800" y="381000"/>
            <a:ext cx="7615546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Bayesian Framework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pSp>
        <p:nvGrpSpPr>
          <p:cNvPr id="12" name="Group 11"/>
          <p:cNvGrpSpPr/>
          <p:nvPr/>
        </p:nvGrpSpPr>
        <p:grpSpPr>
          <a:xfrm>
            <a:off x="417250" y="1294937"/>
            <a:ext cx="6241002" cy="4484426"/>
            <a:chOff x="417250" y="1294937"/>
            <a:chExt cx="6241002" cy="4484426"/>
          </a:xfrm>
        </p:grpSpPr>
        <p:sp>
          <p:nvSpPr>
            <p:cNvPr id="2" name="Rectangle 1"/>
            <p:cNvSpPr/>
            <p:nvPr/>
          </p:nvSpPr>
          <p:spPr>
            <a:xfrm>
              <a:off x="417250" y="1633491"/>
              <a:ext cx="6241002" cy="4145872"/>
            </a:xfrm>
            <a:prstGeom prst="rect">
              <a:avLst/>
            </a:prstGeom>
            <a:noFill/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3" name="Oval 2"/>
            <p:cNvSpPr/>
            <p:nvPr/>
          </p:nvSpPr>
          <p:spPr>
            <a:xfrm>
              <a:off x="745724" y="2237173"/>
              <a:ext cx="2237173" cy="2432482"/>
            </a:xfrm>
            <a:prstGeom prst="ellipse">
              <a:avLst/>
            </a:prstGeom>
            <a:noFill/>
            <a:ln>
              <a:solidFill>
                <a:srgbClr val="FF000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6" name="Oval 5"/>
            <p:cNvSpPr/>
            <p:nvPr/>
          </p:nvSpPr>
          <p:spPr>
            <a:xfrm>
              <a:off x="2419164" y="2237173"/>
              <a:ext cx="2237173" cy="2432482"/>
            </a:xfrm>
            <a:prstGeom prst="ellipse">
              <a:avLst/>
            </a:prstGeom>
            <a:noFill/>
            <a:ln>
              <a:solidFill>
                <a:srgbClr val="00B050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sp>
          <p:nvSpPr>
            <p:cNvPr id="4" name="TextBox 3"/>
            <p:cNvSpPr txBox="1"/>
            <p:nvPr/>
          </p:nvSpPr>
          <p:spPr>
            <a:xfrm>
              <a:off x="652463" y="2310721"/>
              <a:ext cx="3209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/>
                <a:t>A</a:t>
              </a:r>
            </a:p>
          </p:txBody>
        </p:sp>
        <p:sp>
          <p:nvSpPr>
            <p:cNvPr id="8" name="TextBox 7"/>
            <p:cNvSpPr txBox="1"/>
            <p:nvPr/>
          </p:nvSpPr>
          <p:spPr>
            <a:xfrm>
              <a:off x="4311450" y="2320021"/>
              <a:ext cx="32092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/>
                <a:t>B</a:t>
              </a:r>
            </a:p>
          </p:txBody>
        </p:sp>
        <p:sp>
          <p:nvSpPr>
            <p:cNvPr id="9" name="TextBox 8"/>
            <p:cNvSpPr txBox="1"/>
            <p:nvPr/>
          </p:nvSpPr>
          <p:spPr>
            <a:xfrm>
              <a:off x="417250" y="1294937"/>
              <a:ext cx="1596912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/>
                <a:t>Universal Set </a:t>
              </a:r>
              <a:r>
                <a:rPr lang="en-IN" sz="1600" b="1" dirty="0"/>
                <a:t>S</a:t>
              </a:r>
            </a:p>
          </p:txBody>
        </p:sp>
      </p:grpSp>
      <p:grpSp>
        <p:nvGrpSpPr>
          <p:cNvPr id="15" name="Group 14"/>
          <p:cNvGrpSpPr/>
          <p:nvPr/>
        </p:nvGrpSpPr>
        <p:grpSpPr>
          <a:xfrm>
            <a:off x="2631284" y="3326505"/>
            <a:ext cx="2318484" cy="2960689"/>
            <a:chOff x="2631284" y="3326505"/>
            <a:chExt cx="2318484" cy="2960689"/>
          </a:xfrm>
        </p:grpSpPr>
        <p:sp>
          <p:nvSpPr>
            <p:cNvPr id="5" name="Oval 4"/>
            <p:cNvSpPr/>
            <p:nvPr/>
          </p:nvSpPr>
          <p:spPr>
            <a:xfrm>
              <a:off x="2631284" y="3326505"/>
              <a:ext cx="147427" cy="126909"/>
            </a:xfrm>
            <a:prstGeom prst="ellipse">
              <a:avLst/>
            </a:prstGeom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cxnSp>
          <p:nvCxnSpPr>
            <p:cNvPr id="10" name="Straight Arrow Connector 9"/>
            <p:cNvCxnSpPr>
              <a:stCxn id="5" idx="5"/>
              <a:endCxn id="13" idx="0"/>
            </p:cNvCxnSpPr>
            <p:nvPr/>
          </p:nvCxnSpPr>
          <p:spPr>
            <a:xfrm>
              <a:off x="2757121" y="3434829"/>
              <a:ext cx="1832613" cy="251381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1"/>
            </a:lnRef>
            <a:fillRef idx="0">
              <a:schemeClr val="accent1"/>
            </a:fillRef>
            <a:effectRef idx="0">
              <a:schemeClr val="accent1"/>
            </a:effectRef>
            <a:fontRef idx="minor">
              <a:schemeClr val="tx1"/>
            </a:fontRef>
          </p:style>
        </p:cxnSp>
        <p:sp>
          <p:nvSpPr>
            <p:cNvPr id="13" name="TextBox 12"/>
            <p:cNvSpPr txBox="1"/>
            <p:nvPr/>
          </p:nvSpPr>
          <p:spPr>
            <a:xfrm>
              <a:off x="4229699" y="5948640"/>
              <a:ext cx="720069" cy="338554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sz="1600" dirty="0"/>
                <a:t>A ∩ B</a:t>
              </a:r>
            </a:p>
          </p:txBody>
        </p:sp>
      </p:grpSp>
      <p:sp>
        <p:nvSpPr>
          <p:cNvPr id="16" name="Rectangle 15"/>
          <p:cNvSpPr/>
          <p:nvPr/>
        </p:nvSpPr>
        <p:spPr>
          <a:xfrm>
            <a:off x="7654263" y="3462073"/>
            <a:ext cx="1327608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A ∩ B = B ∩ A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7" name="TextBox 16"/>
              <p:cNvSpPr txBox="1"/>
              <p:nvPr/>
            </p:nvSpPr>
            <p:spPr>
              <a:xfrm>
                <a:off x="7654263" y="1459755"/>
                <a:ext cx="1570045" cy="4508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b="0" i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A</m:t>
                          </m:r>
                          <m:r>
                            <m:rPr>
                              <m:nor/>
                            </m:rPr>
                            <a:rPr lang="en-IN" dirty="0"/>
                            <m:t>∩</m:t>
                          </m:r>
                          <m:r>
                            <m:rPr>
                              <m:nor/>
                            </m:rPr>
                            <a:rPr lang="en-IN" b="0" i="0" dirty="0" smtClean="0"/>
                            <m:t>B</m:t>
                          </m:r>
                          <m:r>
                            <m:rPr>
                              <m:nor/>
                            </m:rPr>
                            <a:rPr lang="en-IN" b="0" i="0" dirty="0" smtClean="0"/>
                            <m:t>)</m:t>
                          </m:r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b="0" i="0" dirty="0" smtClean="0"/>
                            <m:t>P</m:t>
                          </m:r>
                          <m:r>
                            <m:rPr>
                              <m:nor/>
                            </m:rPr>
                            <a:rPr lang="en-IN" b="0" i="0" dirty="0" smtClean="0"/>
                            <m:t>(</m:t>
                          </m:r>
                          <m:r>
                            <m:rPr>
                              <m:nor/>
                            </m:rPr>
                            <a:rPr lang="en-IN" b="0" i="0" dirty="0" smtClean="0"/>
                            <m:t>B</m:t>
                          </m:r>
                          <m:r>
                            <m:rPr>
                              <m:nor/>
                            </m:rPr>
                            <a:rPr lang="en-IN" b="0" i="0" dirty="0" smtClean="0"/>
                            <m:t>)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" name="TextBox 1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263" y="1459755"/>
                <a:ext cx="1570045" cy="450893"/>
              </a:xfrm>
              <a:prstGeom prst="rect">
                <a:avLst/>
              </a:prstGeom>
              <a:blipFill>
                <a:blip r:embed="rId3"/>
                <a:stretch>
                  <a:fillRect l="-1556" t="-2703" b="-175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1" name="TextBox 20"/>
              <p:cNvSpPr txBox="1"/>
              <p:nvPr/>
            </p:nvSpPr>
            <p:spPr>
              <a:xfrm>
                <a:off x="7654263" y="2460914"/>
                <a:ext cx="1570045" cy="45089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m:rPr>
                              <m:sty m:val="p"/>
                            </m:rPr>
                            <a:rPr lang="en-IN" b="0" i="0">
                              <a:latin typeface="Cambria Math" panose="02040503050406030204" pitchFamily="18" charset="0"/>
                            </a:rPr>
                            <m:t>P</m:t>
                          </m:r>
                          <m:r>
                            <m:rPr>
                              <m:nor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m:rPr>
                              <m:nor/>
                            </m:rPr>
                            <a:rPr lang="en-IN" b="0" i="0" smtClean="0">
                              <a:latin typeface="Cambria Math" panose="02040503050406030204" pitchFamily="18" charset="0"/>
                            </a:rPr>
                            <m:t>B</m:t>
                          </m:r>
                          <m:r>
                            <m:rPr>
                              <m:nor/>
                            </m:rPr>
                            <a:rPr lang="en-IN" dirty="0"/>
                            <m:t>∩</m:t>
                          </m:r>
                          <m:r>
                            <m:rPr>
                              <m:nor/>
                            </m:rPr>
                            <a:rPr lang="en-IN" b="0" i="0" dirty="0" smtClean="0"/>
                            <m:t>A</m:t>
                          </m:r>
                          <m:r>
                            <m:rPr>
                              <m:nor/>
                            </m:rPr>
                            <a:rPr lang="en-IN" b="0" i="0" dirty="0" smtClean="0"/>
                            <m:t>)</m:t>
                          </m:r>
                          <m:r>
                            <a:rPr lang="en-IN" i="1" dirty="0" smtClean="0">
                              <a:latin typeface="Cambria Math" panose="02040503050406030204" pitchFamily="18" charset="0"/>
                            </a:rPr>
                            <m:t> </m:t>
                          </m:r>
                        </m:num>
                        <m:den>
                          <m:r>
                            <m:rPr>
                              <m:nor/>
                            </m:rPr>
                            <a:rPr lang="en-IN" b="0" i="0" dirty="0" smtClean="0"/>
                            <m:t>P</m:t>
                          </m:r>
                          <m:r>
                            <m:rPr>
                              <m:nor/>
                            </m:rPr>
                            <a:rPr lang="en-IN" b="0" i="0" dirty="0" smtClean="0"/>
                            <m:t>(</m:t>
                          </m:r>
                          <m:r>
                            <m:rPr>
                              <m:nor/>
                            </m:rPr>
                            <a:rPr lang="en-IN" b="0" i="0" dirty="0" smtClean="0"/>
                            <m:t>A</m:t>
                          </m:r>
                          <m:r>
                            <m:rPr>
                              <m:nor/>
                            </m:rPr>
                            <a:rPr lang="en-IN" b="0" i="0" dirty="0" smtClean="0"/>
                            <m:t>)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1" name="TextBox 2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263" y="2460914"/>
                <a:ext cx="1570045" cy="450893"/>
              </a:xfrm>
              <a:prstGeom prst="rect">
                <a:avLst/>
              </a:prstGeom>
              <a:blipFill>
                <a:blip r:embed="rId4"/>
                <a:stretch>
                  <a:fillRect l="-1556" t="-4054" b="-1756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2" name="Rectangle 21"/>
          <p:cNvSpPr/>
          <p:nvPr/>
        </p:nvSpPr>
        <p:spPr>
          <a:xfrm>
            <a:off x="7654263" y="601712"/>
            <a:ext cx="1967205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u="sng" dirty="0"/>
              <a:t>Conditional Probability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TextBox 23"/>
              <p:cNvSpPr txBox="1"/>
              <p:nvPr/>
            </p:nvSpPr>
            <p:spPr>
              <a:xfrm>
                <a:off x="9769688" y="2579652"/>
                <a:ext cx="185345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m:rPr>
                          <m:nor/>
                        </m:rPr>
                        <a:rPr lang="en-IN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IN"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IN" dirty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m:rPr>
                          <m:nor/>
                        </m:rPr>
                        <a:rPr lang="en-IN" dirty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IN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𝐴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4" name="TextBox 2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9688" y="2579652"/>
                <a:ext cx="1853456" cy="215444"/>
              </a:xfrm>
              <a:prstGeom prst="rect">
                <a:avLst/>
              </a:prstGeom>
              <a:blipFill>
                <a:blip r:embed="rId5"/>
                <a:stretch>
                  <a:fillRect l="-1645" r="-2632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5" name="TextBox 24"/>
              <p:cNvSpPr txBox="1"/>
              <p:nvPr/>
            </p:nvSpPr>
            <p:spPr>
              <a:xfrm>
                <a:off x="9769688" y="1575064"/>
                <a:ext cx="1853456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m:rPr>
                          <m:nor/>
                        </m:rPr>
                        <a:rPr lang="en-IN">
                          <a:latin typeface="Cambria Math" panose="02040503050406030204" pitchFamily="18" charset="0"/>
                        </a:rPr>
                        <m:t>(</m:t>
                      </m:r>
                      <m:r>
                        <m:rPr>
                          <m:nor/>
                        </m:rPr>
                        <a:rPr lang="en-IN" b="0" i="0" smtClean="0">
                          <a:latin typeface="Cambria Math" panose="02040503050406030204" pitchFamily="18" charset="0"/>
                        </a:rPr>
                        <m:t>A</m:t>
                      </m:r>
                      <m:r>
                        <m:rPr>
                          <m:nor/>
                        </m:rPr>
                        <a:rPr lang="en-IN" dirty="0">
                          <a:latin typeface="Cambria Math" panose="02040503050406030204" pitchFamily="18" charset="0"/>
                        </a:rPr>
                        <m:t>∩</m:t>
                      </m:r>
                      <m:r>
                        <m:rPr>
                          <m:nor/>
                        </m:rPr>
                        <a:rPr lang="en-IN" b="0" i="0" dirty="0" smtClean="0">
                          <a:latin typeface="Cambria Math" panose="02040503050406030204" pitchFamily="18" charset="0"/>
                        </a:rPr>
                        <m:t>B</m:t>
                      </m:r>
                      <m:r>
                        <m:rPr>
                          <m:nor/>
                        </m:rPr>
                        <a:rPr lang="en-IN" dirty="0">
                          <a:latin typeface="Cambria Math" panose="02040503050406030204" pitchFamily="18" charset="0"/>
                        </a:rPr>
                        <m:t>)</m:t>
                      </m:r>
                      <m:r>
                        <a:rPr lang="en-IN" i="1" dirty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5" name="TextBox 24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769688" y="1575064"/>
                <a:ext cx="1853456" cy="215444"/>
              </a:xfrm>
              <a:prstGeom prst="rect">
                <a:avLst/>
              </a:prstGeom>
              <a:blipFill>
                <a:blip r:embed="rId6"/>
                <a:stretch>
                  <a:fillRect l="-1974" r="-2961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6" name="TextBox 25"/>
              <p:cNvSpPr txBox="1"/>
              <p:nvPr/>
            </p:nvSpPr>
            <p:spPr>
              <a:xfrm>
                <a:off x="7654263" y="4320116"/>
                <a:ext cx="219951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𝐵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6" name="TextBox 25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54263" y="4320116"/>
                <a:ext cx="2199512" cy="215444"/>
              </a:xfrm>
              <a:prstGeom prst="rect">
                <a:avLst/>
              </a:prstGeom>
              <a:blipFill>
                <a:blip r:embed="rId7"/>
                <a:stretch>
                  <a:fillRect l="-1389" r="-2500" b="-34286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7" name="TextBox 26"/>
              <p:cNvSpPr txBox="1"/>
              <p:nvPr/>
            </p:nvSpPr>
            <p:spPr>
              <a:xfrm>
                <a:off x="7677013" y="5213177"/>
                <a:ext cx="1819985" cy="448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7" name="TextBox 2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77013" y="5213177"/>
                <a:ext cx="1819985" cy="448584"/>
              </a:xfrm>
              <a:prstGeom prst="rect">
                <a:avLst/>
              </a:prstGeom>
              <a:blipFill>
                <a:blip r:embed="rId8"/>
                <a:stretch>
                  <a:fillRect l="-1672" t="-1351" r="-3010" b="-405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18" name="Rectangle 17"/>
          <p:cNvSpPr/>
          <p:nvPr/>
        </p:nvSpPr>
        <p:spPr>
          <a:xfrm>
            <a:off x="7473700" y="5085826"/>
            <a:ext cx="2295988" cy="70328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grpSp>
        <p:nvGrpSpPr>
          <p:cNvPr id="34" name="Group 33"/>
          <p:cNvGrpSpPr/>
          <p:nvPr/>
        </p:nvGrpSpPr>
        <p:grpSpPr>
          <a:xfrm>
            <a:off x="9769688" y="4519382"/>
            <a:ext cx="2325836" cy="918088"/>
            <a:chOff x="9866164" y="3601296"/>
            <a:chExt cx="2325836" cy="918088"/>
          </a:xfrm>
        </p:grpSpPr>
        <p:sp>
          <p:nvSpPr>
            <p:cNvPr id="28" name="TextBox 27"/>
            <p:cNvSpPr txBox="1"/>
            <p:nvPr/>
          </p:nvSpPr>
          <p:spPr>
            <a:xfrm>
              <a:off x="10234413" y="3601296"/>
              <a:ext cx="1957587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Naïve Bayes Equation</a:t>
              </a:r>
            </a:p>
          </p:txBody>
        </p:sp>
        <p:cxnSp>
          <p:nvCxnSpPr>
            <p:cNvPr id="30" name="Straight Arrow Connector 29"/>
            <p:cNvCxnSpPr>
              <a:stCxn id="28" idx="2"/>
              <a:endCxn id="18" idx="3"/>
            </p:cNvCxnSpPr>
            <p:nvPr/>
          </p:nvCxnSpPr>
          <p:spPr>
            <a:xfrm flipH="1">
              <a:off x="9866164" y="3909073"/>
              <a:ext cx="1347043" cy="610311"/>
            </a:xfrm>
            <a:prstGeom prst="straightConnector1">
              <a:avLst/>
            </a:prstGeom>
            <a:ln w="38100">
              <a:tailEnd type="triangle"/>
            </a:ln>
          </p:spPr>
          <p:style>
            <a:lnRef idx="1">
              <a:schemeClr val="accent6"/>
            </a:lnRef>
            <a:fillRef idx="0">
              <a:schemeClr val="accent6"/>
            </a:fillRef>
            <a:effectRef idx="0">
              <a:schemeClr val="accent6"/>
            </a:effectRef>
            <a:fontRef idx="minor">
              <a:schemeClr val="tx1"/>
            </a:fontRef>
          </p:style>
        </p:cxnSp>
      </p:grpSp>
      <p:cxnSp>
        <p:nvCxnSpPr>
          <p:cNvPr id="37" name="Straight Arrow Connector 36"/>
          <p:cNvCxnSpPr>
            <a:stCxn id="17" idx="3"/>
            <a:endCxn id="25" idx="1"/>
          </p:cNvCxnSpPr>
          <p:nvPr/>
        </p:nvCxnSpPr>
        <p:spPr>
          <a:xfrm flipV="1">
            <a:off x="9224308" y="1682786"/>
            <a:ext cx="545380" cy="2416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cxnSp>
        <p:nvCxnSpPr>
          <p:cNvPr id="41" name="Straight Arrow Connector 40"/>
          <p:cNvCxnSpPr>
            <a:stCxn id="21" idx="3"/>
            <a:endCxn id="24" idx="1"/>
          </p:cNvCxnSpPr>
          <p:nvPr/>
        </p:nvCxnSpPr>
        <p:spPr>
          <a:xfrm>
            <a:off x="9224308" y="2686361"/>
            <a:ext cx="545380" cy="1013"/>
          </a:xfrm>
          <a:prstGeom prst="straightConnector1">
            <a:avLst/>
          </a:prstGeom>
          <a:ln>
            <a:tailEnd type="triangle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</p:spTree>
    <p:extLst>
      <p:ext uri="{BB962C8B-B14F-4D97-AF65-F5344CB8AC3E}">
        <p14:creationId xmlns:p14="http://schemas.microsoft.com/office/powerpoint/2010/main" val="4259316571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3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28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0" dur="500"/>
                                        <p:tgtEl>
                                          <p:spTgt spid="2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1" fill="hold">
                      <p:stCondLst>
                        <p:cond delay="indefinite"/>
                      </p:stCondLst>
                      <p:childTnLst>
                        <p:par>
                          <p:cTn id="32" fill="hold">
                            <p:stCondLst>
                              <p:cond delay="0"/>
                            </p:stCondLst>
                            <p:childTnLst>
                              <p:par>
                                <p:cTn id="33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5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6" fill="hold">
                      <p:stCondLst>
                        <p:cond delay="indefinite"/>
                      </p:stCondLst>
                      <p:childTnLst>
                        <p:par>
                          <p:cTn id="37" fill="hold">
                            <p:stCondLst>
                              <p:cond delay="0"/>
                            </p:stCondLst>
                            <p:childTnLst>
                              <p:par>
                                <p:cTn id="38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9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0" dur="500"/>
                                        <p:tgtEl>
                                          <p:spTgt spid="4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  <p:par>
                                <p:cTn id="41" presetID="10" presetClass="entr" presetSubtype="0" fill="hold" grpId="0" nodeType="with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3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4" fill="hold">
                      <p:stCondLst>
                        <p:cond delay="indefinite"/>
                      </p:stCondLst>
                      <p:childTnLst>
                        <p:par>
                          <p:cTn id="45" fill="hold">
                            <p:stCondLst>
                              <p:cond delay="0"/>
                            </p:stCondLst>
                            <p:childTnLst>
                              <p:par>
                                <p:cTn id="4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8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9" fill="hold">
                      <p:stCondLst>
                        <p:cond delay="indefinite"/>
                      </p:stCondLst>
                      <p:childTnLst>
                        <p:par>
                          <p:cTn id="50" fill="hold">
                            <p:stCondLst>
                              <p:cond delay="0"/>
                            </p:stCondLst>
                            <p:childTnLst>
                              <p:par>
                                <p:cTn id="5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3" dur="500"/>
                                        <p:tgtEl>
                                          <p:spTgt spid="2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4" fill="hold">
                      <p:stCondLst>
                        <p:cond delay="indefinite"/>
                      </p:stCondLst>
                      <p:childTnLst>
                        <p:par>
                          <p:cTn id="55" fill="hold">
                            <p:stCondLst>
                              <p:cond delay="0"/>
                            </p:stCondLst>
                            <p:childTnLst>
                              <p:par>
                                <p:cTn id="56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8" dur="500"/>
                                        <p:tgtEl>
                                          <p:spTgt spid="2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9" fill="hold">
                      <p:stCondLst>
                        <p:cond delay="indefinite"/>
                      </p:stCondLst>
                      <p:childTnLst>
                        <p:par>
                          <p:cTn id="60" fill="hold">
                            <p:stCondLst>
                              <p:cond delay="0"/>
                            </p:stCondLst>
                            <p:childTnLst>
                              <p:par>
                                <p:cTn id="61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2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3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4" fill="hold">
                      <p:stCondLst>
                        <p:cond delay="indefinite"/>
                      </p:stCondLst>
                      <p:childTnLst>
                        <p:par>
                          <p:cTn id="65" fill="hold">
                            <p:stCondLst>
                              <p:cond delay="0"/>
                            </p:stCondLst>
                            <p:childTnLst>
                              <p:par>
                                <p:cTn id="66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7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8" dur="500"/>
                                        <p:tgtEl>
                                          <p:spTgt spid="3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6" grpId="0"/>
      <p:bldP spid="17" grpId="0"/>
      <p:bldP spid="21" grpId="0"/>
      <p:bldP spid="22" grpId="0"/>
      <p:bldP spid="24" grpId="0"/>
      <p:bldP spid="25" grpId="0"/>
      <p:bldP spid="26" grpId="0"/>
      <p:bldP spid="27" grpId="0"/>
      <p:bldP spid="18" grpId="0" animBg="1"/>
    </p:bldLst>
  </p:timing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74"/>
        <p:cNvGrpSpPr/>
        <p:nvPr/>
      </p:nvGrpSpPr>
      <p:grpSpPr>
        <a:xfrm>
          <a:off x="0" y="0"/>
          <a:ext cx="0" cy="0"/>
          <a:chOff x="0" y="0"/>
          <a:chExt cx="0" cy="0"/>
        </a:xfrm>
      </p:grpSpPr>
      <mc:AlternateContent xmlns:mc="http://schemas.openxmlformats.org/markup-compatibility/2006" xmlns:a14="http://schemas.microsoft.com/office/drawing/2010/main">
        <mc:Choice Requires="a14">
          <p:sp>
            <p:nvSpPr>
              <p:cNvPr id="3" name="TextBox 2"/>
              <p:cNvSpPr txBox="1"/>
              <p:nvPr/>
            </p:nvSpPr>
            <p:spPr>
              <a:xfrm>
                <a:off x="463350" y="437125"/>
                <a:ext cx="1819985" cy="44858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𝐵</m:t>
                          </m:r>
                        </m:e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𝐴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𝐵</m:t>
                              </m:r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𝐵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𝐴</m:t>
                              </m:r>
                            </m:e>
                          </m:d>
                        </m:den>
                      </m:f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3" name="TextBox 2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50" y="437125"/>
                <a:ext cx="1819985" cy="448584"/>
              </a:xfrm>
              <a:prstGeom prst="rect">
                <a:avLst/>
              </a:prstGeom>
              <a:blipFill>
                <a:blip r:embed="rId3"/>
                <a:stretch>
                  <a:fillRect l="-1672" t="-1370" r="-3010" b="-547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4" name="TextBox 3"/>
              <p:cNvSpPr txBox="1"/>
              <p:nvPr/>
            </p:nvSpPr>
            <p:spPr>
              <a:xfrm>
                <a:off x="463350" y="2215854"/>
                <a:ext cx="3860544" cy="4544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𝛳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𝛳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𝛳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𝛳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𝛳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𝛳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,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𝛳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…</m:t>
                              </m:r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𝛳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4" name="TextBox 3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50" y="2215854"/>
                <a:ext cx="3860544" cy="454483"/>
              </a:xfrm>
              <a:prstGeom prst="rect">
                <a:avLst/>
              </a:prstGeom>
              <a:blipFill>
                <a:blip r:embed="rId4"/>
                <a:stretch>
                  <a:fillRect l="-632" t="-1333" r="-1264" b="-6667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463350" y="1396893"/>
                <a:ext cx="4751301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IN" i="1" smtClean="0">
                        <a:latin typeface="Cambria Math" panose="02040503050406030204" pitchFamily="18" charset="0"/>
                      </a:rPr>
                      <m:t>𝐴</m:t>
                    </m:r>
                    <m:r>
                      <a:rPr lang="en-IN" b="0" i="0" smtClean="0">
                        <a:latin typeface="Cambria Math" panose="02040503050406030204" pitchFamily="18" charset="0"/>
                      </a:rPr>
                      <m:t>={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𝛳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1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𝛳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2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,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𝛳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3</m:t>
                        </m:r>
                      </m:sub>
                    </m:sSub>
                    <m:r>
                      <a:rPr lang="en-IN" i="1">
                        <a:latin typeface="Cambria Math" panose="02040503050406030204" pitchFamily="18" charset="0"/>
                      </a:rPr>
                      <m:t>…</m:t>
                    </m:r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𝛳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𝑛</m:t>
                        </m:r>
                      </m:sub>
                    </m:sSub>
                    <m:r>
                      <a:rPr lang="en-IN" b="0" i="0" smtClean="0">
                        <a:latin typeface="Cambria Math" panose="02040503050406030204" pitchFamily="18" charset="0"/>
                      </a:rPr>
                      <m:t>}</m:t>
                    </m:r>
                  </m:oMath>
                </a14:m>
                <a:r>
                  <a:rPr lang="en-IN" dirty="0"/>
                  <a:t>; Set of Independent Events/Features</a:t>
                </a:r>
              </a:p>
              <a:p>
                <a:pPr/>
                <a14:m>
                  <m:oMathPara xmlns:m="http://schemas.openxmlformats.org/officeDocument/2006/math">
                    <m:oMathParaPr>
                      <m:jc m:val="left"/>
                    </m:oMathParaPr>
                    <m:oMath xmlns:m="http://schemas.openxmlformats.org/officeDocument/2006/math"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𝐿𝑎𝑏𝑒𝑙𝑠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/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𝑇𝑎𝑟𝑔𝑒𝑡𝑠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50" y="1396893"/>
                <a:ext cx="4751301" cy="523220"/>
              </a:xfrm>
              <a:prstGeom prst="rect">
                <a:avLst/>
              </a:prstGeom>
              <a:blipFill>
                <a:blip r:embed="rId5"/>
                <a:stretch>
                  <a:fillRect t="-2326" b="-46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7" name="TextBox 6"/>
              <p:cNvSpPr txBox="1"/>
              <p:nvPr/>
            </p:nvSpPr>
            <p:spPr>
              <a:xfrm>
                <a:off x="463350" y="3181521"/>
                <a:ext cx="5108258" cy="454483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𝛳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𝛳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𝛳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en-IN" dirty="0"/>
                            <m:t>…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𝛳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en-IN" dirty="0"/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(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)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𝛳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1</m:t>
                                  </m:r>
                                </m:sub>
                              </m:sSub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𝛳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2</m:t>
                                  </m:r>
                                </m:sub>
                              </m:sSub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𝛳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3</m:t>
                                  </m:r>
                                </m:sub>
                              </m:sSub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𝛳</m:t>
                                  </m:r>
                                </m:e>
                                <m:sub>
                                  <m:r>
                                    <a:rPr lang="en-IN" b="0" i="1" smtClean="0">
                                      <a:latin typeface="Cambria Math" panose="02040503050406030204" pitchFamily="18" charset="0"/>
                                    </a:rPr>
                                    <m:t>𝑛</m:t>
                                  </m:r>
                                </m:sub>
                              </m:sSub>
                            </m:e>
                          </m:d>
                        </m:den>
                      </m:f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7" name="TextBox 6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50" y="3181521"/>
                <a:ext cx="5108258" cy="454483"/>
              </a:xfrm>
              <a:prstGeom prst="rect">
                <a:avLst/>
              </a:prstGeom>
              <a:blipFill>
                <a:blip r:embed="rId6"/>
                <a:stretch>
                  <a:fillRect l="-597" t="-1351" r="-1074" b="-810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10" name="Group 9"/>
          <p:cNvGrpSpPr/>
          <p:nvPr/>
        </p:nvGrpSpPr>
        <p:grpSpPr>
          <a:xfrm>
            <a:off x="6180598" y="2134118"/>
            <a:ext cx="4759573" cy="552065"/>
            <a:chOff x="6424398" y="353640"/>
            <a:chExt cx="4759573" cy="552065"/>
          </a:xfrm>
        </p:grpSpPr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6424398" y="597928"/>
                  <a:ext cx="4759573" cy="307777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14:m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IN" dirty="0"/>
                    <a:t>= </a:t>
                  </a:r>
                  <a14:m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a14:m>
                  <a:r>
                    <a:rPr lang="en-IN" dirty="0"/>
                    <a:t>…</a:t>
                  </a:r>
                  <a14:m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</m:oMath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424398" y="597928"/>
                  <a:ext cx="4759573" cy="307777"/>
                </a:xfrm>
                <a:prstGeom prst="rect">
                  <a:avLst/>
                </a:prstGeom>
                <a:blipFill>
                  <a:blip r:embed="rId7"/>
                  <a:stretch>
                    <a:fillRect t="-3922" b="-19608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p:sp>
          <p:nvSpPr>
            <p:cNvPr id="8" name="Rectangle 7"/>
            <p:cNvSpPr/>
            <p:nvPr/>
          </p:nvSpPr>
          <p:spPr>
            <a:xfrm>
              <a:off x="6424398" y="353640"/>
              <a:ext cx="3807453" cy="307777"/>
            </a:xfrm>
            <a:prstGeom prst="rect">
              <a:avLst/>
            </a:prstGeom>
          </p:spPr>
          <p:txBody>
            <a:bodyPr wrap="none">
              <a:spAutoFit/>
            </a:bodyPr>
            <a:lstStyle/>
            <a:p>
              <a:r>
                <a:rPr lang="en-IN" dirty="0"/>
                <a:t>Conditional Probability of Independent Events</a:t>
              </a:r>
            </a:p>
          </p:txBody>
        </p:sp>
      </p:grpSp>
      <p:sp>
        <p:nvSpPr>
          <p:cNvPr id="9" name="Rectangle 8"/>
          <p:cNvSpPr/>
          <p:nvPr/>
        </p:nvSpPr>
        <p:spPr>
          <a:xfrm>
            <a:off x="6304885" y="3254873"/>
            <a:ext cx="2720617" cy="307777"/>
          </a:xfrm>
          <a:prstGeom prst="rect">
            <a:avLst/>
          </a:prstGeom>
        </p:spPr>
        <p:txBody>
          <a:bodyPr wrap="none">
            <a:spAutoFit/>
          </a:bodyPr>
          <a:lstStyle/>
          <a:p>
            <a:r>
              <a:rPr lang="en-IN" dirty="0"/>
              <a:t>We can Ignore the Denominator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11" name="TextBox 10"/>
              <p:cNvSpPr txBox="1"/>
              <p:nvPr/>
            </p:nvSpPr>
            <p:spPr>
              <a:xfrm>
                <a:off x="463350" y="4147188"/>
                <a:ext cx="5068182" cy="21544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IN" dirty="0"/>
                        <m:t>…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e>
                      </m:d>
                      <m:r>
                        <m:rPr>
                          <m:nor/>
                        </m:rPr>
                        <a:rPr lang="en-IN" dirty="0"/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i="1">
                          <a:latin typeface="Cambria Math" panose="02040503050406030204" pitchFamily="18" charset="0"/>
                        </a:rPr>
                        <m:t>)</m:t>
                      </m:r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1" name="TextBox 10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50" y="4147188"/>
                <a:ext cx="5068182" cy="215444"/>
              </a:xfrm>
              <a:prstGeom prst="rect">
                <a:avLst/>
              </a:prstGeom>
              <a:blipFill>
                <a:blip r:embed="rId8"/>
                <a:stretch>
                  <a:fillRect l="-602" r="-1083" b="-3333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TextBox 11"/>
              <p:cNvSpPr txBox="1"/>
              <p:nvPr/>
            </p:nvSpPr>
            <p:spPr>
              <a:xfrm>
                <a:off x="463350" y="4873816"/>
                <a:ext cx="3742178" cy="5881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𝑃𝑟𝑒𝑑𝑖𝑐𝑡𝑒𝑑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𝐶𝑙𝑎𝑠𝑠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𝑎𝑟𝑔𝑚𝑎𝑥</m:t>
                          </m:r>
                        </m:e>
                        <m:sub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∏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𝛳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en-IN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2" name="TextBox 1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63350" y="4873816"/>
                <a:ext cx="3742178" cy="588174"/>
              </a:xfrm>
              <a:prstGeom prst="rect">
                <a:avLst/>
              </a:prstGeom>
              <a:blipFill>
                <a:blip r:embed="rId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grpSp>
        <p:nvGrpSpPr>
          <p:cNvPr id="23" name="Group 22"/>
          <p:cNvGrpSpPr/>
          <p:nvPr/>
        </p:nvGrpSpPr>
        <p:grpSpPr>
          <a:xfrm>
            <a:off x="422725" y="4768766"/>
            <a:ext cx="3859233" cy="1575874"/>
            <a:chOff x="374363" y="4131754"/>
            <a:chExt cx="3859233" cy="1575874"/>
          </a:xfrm>
        </p:grpSpPr>
        <p:sp>
          <p:nvSpPr>
            <p:cNvPr id="13" name="Rectangle 12"/>
            <p:cNvSpPr/>
            <p:nvPr/>
          </p:nvSpPr>
          <p:spPr>
            <a:xfrm>
              <a:off x="374363" y="4131754"/>
              <a:ext cx="3859233" cy="756913"/>
            </a:xfrm>
            <a:prstGeom prst="rect">
              <a:avLst/>
            </a:prstGeom>
            <a:noFill/>
            <a:ln>
              <a:solidFill>
                <a:schemeClr val="accent6"/>
              </a:solidFill>
            </a:ln>
          </p:spPr>
          <p:style>
            <a:lnRef idx="2">
              <a:schemeClr val="accent1">
                <a:shade val="50000"/>
              </a:schemeClr>
            </a:lnRef>
            <a:fillRef idx="1">
              <a:schemeClr val="accent1"/>
            </a:fillRef>
            <a:effectRef idx="0">
              <a:schemeClr val="accent1"/>
            </a:effectRef>
            <a:fontRef idx="minor">
              <a:schemeClr val="lt1"/>
            </a:fontRef>
          </p:style>
          <p:txBody>
            <a:bodyPr rtlCol="0" anchor="ctr"/>
            <a:lstStyle/>
            <a:p>
              <a:pPr algn="ctr"/>
              <a:endParaRPr lang="en-IN"/>
            </a:p>
          </p:txBody>
        </p:sp>
        <p:grpSp>
          <p:nvGrpSpPr>
            <p:cNvPr id="14" name="Group 13"/>
            <p:cNvGrpSpPr/>
            <p:nvPr/>
          </p:nvGrpSpPr>
          <p:grpSpPr>
            <a:xfrm>
              <a:off x="1309956" y="4888667"/>
              <a:ext cx="1988045" cy="818961"/>
              <a:chOff x="4995409" y="4802831"/>
              <a:chExt cx="1988045" cy="818961"/>
            </a:xfrm>
          </p:grpSpPr>
          <p:sp>
            <p:nvSpPr>
              <p:cNvPr id="15" name="TextBox 14"/>
              <p:cNvSpPr txBox="1"/>
              <p:nvPr/>
            </p:nvSpPr>
            <p:spPr>
              <a:xfrm>
                <a:off x="4995409" y="5314015"/>
                <a:ext cx="1988045" cy="307777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r>
                  <a:rPr lang="en-IN" dirty="0"/>
                  <a:t>Naïve Bayes Classifier</a:t>
                </a:r>
              </a:p>
            </p:txBody>
          </p:sp>
          <p:cxnSp>
            <p:nvCxnSpPr>
              <p:cNvPr id="16" name="Straight Arrow Connector 15"/>
              <p:cNvCxnSpPr>
                <a:stCxn id="15" idx="0"/>
                <a:endCxn id="13" idx="2"/>
              </p:cNvCxnSpPr>
              <p:nvPr/>
            </p:nvCxnSpPr>
            <p:spPr>
              <a:xfrm flipV="1">
                <a:off x="5989432" y="4802831"/>
                <a:ext cx="1" cy="511184"/>
              </a:xfrm>
              <a:prstGeom prst="straightConnector1">
                <a:avLst/>
              </a:prstGeom>
              <a:ln w="38100">
                <a:tailEnd type="triangle"/>
              </a:ln>
            </p:spPr>
            <p:style>
              <a:lnRef idx="1">
                <a:schemeClr val="accent6"/>
              </a:lnRef>
              <a:fillRef idx="0">
                <a:schemeClr val="accent6"/>
              </a:fillRef>
              <a:effectRef idx="0">
                <a:schemeClr val="accent6"/>
              </a:effectRef>
              <a:fontRef idx="minor">
                <a:schemeClr val="tx1"/>
              </a:fontRef>
            </p:style>
          </p:cxnSp>
        </p:grpSp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24" name="Google Shape;381;p48"/>
              <p:cNvSpPr txBox="1"/>
              <p:nvPr/>
            </p:nvSpPr>
            <p:spPr>
              <a:xfrm>
                <a:off x="6211574" y="4159466"/>
                <a:ext cx="5037583" cy="2031285"/>
              </a:xfrm>
              <a:prstGeom prst="rect">
                <a:avLst/>
              </a:prstGeom>
              <a:noFill/>
              <a:ln>
                <a:noFill/>
              </a:ln>
            </p:spPr>
            <p:txBody>
              <a:bodyPr spcFirstLastPara="1" wrap="square" lIns="91425" tIns="45700" rIns="91425" bIns="45700" anchor="t" anchorCtr="0">
                <a:spAutoFit/>
              </a:bodyPr>
              <a:lstStyle/>
              <a:p>
                <a:pPr marL="285750" lvl="0" indent="-285750">
                  <a:buClr>
                    <a:schemeClr val="dk1"/>
                  </a:buClr>
                  <a:buSzPts val="24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  <a:sym typeface="Calibri"/>
                  </a:rPr>
                  <a:t>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 err="1">
                    <a:solidFill>
                      <a:schemeClr val="dk1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  <a:sym typeface="Calibri"/>
                  </a:rPr>
                  <a:t>|</a:t>
                </a:r>
                <a:r>
                  <a:rPr lang="en-IN" dirty="0"/>
                  <a:t> 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𝛳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  <a:sym typeface="Calibri"/>
                  </a:rPr>
                  <a:t>) is the posterior probability of class 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  <a:sym typeface="Calibri"/>
                  </a:rPr>
                  <a:t>, target/</a:t>
                </a:r>
                <a:r>
                  <a:rPr lang="en-US" dirty="0" err="1">
                    <a:solidFill>
                      <a:schemeClr val="dk1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  <a:sym typeface="Calibri"/>
                  </a:rPr>
                  <a:t>lables</a:t>
                </a:r>
                <a:r>
                  <a:rPr lang="en-US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  <a:sym typeface="Calibri"/>
                  </a:rPr>
                  <a:t>) given predictor 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𝛳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  <a:sym typeface="Calibri"/>
                  </a:rPr>
                  <a:t>, attributes)</a:t>
                </a:r>
                <a:endParaRPr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  <a:p>
                <a:pPr marL="285750" marR="0" lvl="0" indent="-1333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  <a:p>
                <a:pPr marL="285750" lvl="0" indent="-285750">
                  <a:buClr>
                    <a:schemeClr val="dk1"/>
                  </a:buClr>
                  <a:buSzPts val="24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  <a:sym typeface="Calibri"/>
                  </a:rPr>
                  <a:t>P(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  <a:sym typeface="Calibri"/>
                  </a:rPr>
                  <a:t>) is the prior probability of class</a:t>
                </a:r>
                <a:endParaRPr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  <a:p>
                <a:pPr marL="285750" marR="0" lvl="0" indent="-1333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  <a:p>
                <a:pPr marL="285750" lvl="0" indent="-285750">
                  <a:buClr>
                    <a:schemeClr val="dk1"/>
                  </a:buClr>
                  <a:buSzPts val="24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  <a:sym typeface="Calibri"/>
                  </a:rPr>
                  <a:t>P(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𝛳</m:t>
                    </m:r>
                    <m:r>
                      <a:rPr lang="en-IN" i="1">
                        <a:latin typeface="Cambria Math" panose="02040503050406030204" pitchFamily="18" charset="0"/>
                      </a:rPr>
                      <m:t> </m:t>
                    </m:r>
                  </m:oMath>
                </a14:m>
                <a:r>
                  <a:rPr lang="en-US" dirty="0" err="1">
                    <a:solidFill>
                      <a:schemeClr val="dk1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  <a:sym typeface="Calibri"/>
                  </a:rPr>
                  <a:t>|</a:t>
                </a:r>
                <a14:m>
                  <m:oMath xmlns:m="http://schemas.openxmlformats.org/officeDocument/2006/math">
                    <m:sSub>
                      <m:sSubPr>
                        <m:ctrlPr>
                          <a:rPr lang="en-IN" i="1">
                            <a:latin typeface="Cambria Math" panose="02040503050406030204" pitchFamily="18" charset="0"/>
                          </a:rPr>
                        </m:ctrlPr>
                      </m:sSubPr>
                      <m:e>
                        <m:r>
                          <a:rPr lang="en-IN" i="1">
                            <a:latin typeface="Cambria Math" panose="02040503050406030204" pitchFamily="18" charset="0"/>
                          </a:rPr>
                          <m:t>𝑐</m:t>
                        </m:r>
                      </m:e>
                      <m:sub>
                        <m:r>
                          <a:rPr lang="en-IN" i="1">
                            <a:latin typeface="Cambria Math" panose="02040503050406030204" pitchFamily="18" charset="0"/>
                          </a:rPr>
                          <m:t>𝑖</m:t>
                        </m:r>
                      </m:sub>
                    </m:sSub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  <a:sym typeface="Calibri"/>
                  </a:rPr>
                  <a:t>) is the likelihood which is the probability of predictor given class</a:t>
                </a:r>
                <a:endParaRPr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  <a:p>
                <a:pPr marL="285750" marR="0" lvl="0" indent="-133350" algn="l" rtl="0">
                  <a:spcBef>
                    <a:spcPts val="0"/>
                  </a:spcBef>
                  <a:spcAft>
                    <a:spcPts val="0"/>
                  </a:spcAft>
                  <a:buClr>
                    <a:schemeClr val="dk1"/>
                  </a:buClr>
                  <a:buSzPts val="2400"/>
                  <a:buFont typeface="Arial"/>
                  <a:buNone/>
                </a:pPr>
                <a:endParaRPr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  <a:p>
                <a:pPr marL="285750" lvl="0" indent="-285750">
                  <a:buClr>
                    <a:schemeClr val="dk1"/>
                  </a:buClr>
                  <a:buSzPts val="2400"/>
                  <a:buFont typeface="Arial"/>
                  <a:buChar char="•"/>
                </a:pPr>
                <a:r>
                  <a:rPr lang="en-US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  <a:sym typeface="Calibri"/>
                  </a:rPr>
                  <a:t>P(</a:t>
                </a:r>
                <a14:m>
                  <m:oMath xmlns:m="http://schemas.openxmlformats.org/officeDocument/2006/math">
                    <m:r>
                      <a:rPr lang="en-IN" i="1">
                        <a:latin typeface="Cambria Math" panose="02040503050406030204" pitchFamily="18" charset="0"/>
                      </a:rPr>
                      <m:t>𝛳</m:t>
                    </m:r>
                  </m:oMath>
                </a14:m>
                <a:r>
                  <a:rPr lang="en-US" dirty="0">
                    <a:solidFill>
                      <a:schemeClr val="dk1"/>
                    </a:solidFill>
                    <a:latin typeface="Times New Roman" panose="02020603050405020304" pitchFamily="18" charset="0"/>
                    <a:ea typeface="Calibri"/>
                    <a:cs typeface="Times New Roman" panose="02020603050405020304" pitchFamily="18" charset="0"/>
                    <a:sym typeface="Calibri"/>
                  </a:rPr>
                  <a:t>) is the prior probability of predictor</a:t>
                </a:r>
                <a:endParaRPr dirty="0">
                  <a:solidFill>
                    <a:schemeClr val="dk1"/>
                  </a:solidFill>
                  <a:latin typeface="Times New Roman" panose="02020603050405020304" pitchFamily="18" charset="0"/>
                  <a:ea typeface="Calibri"/>
                  <a:cs typeface="Times New Roman" panose="02020603050405020304" pitchFamily="18" charset="0"/>
                  <a:sym typeface="Calibri"/>
                </a:endParaRPr>
              </a:p>
            </p:txBody>
          </p:sp>
        </mc:Choice>
        <mc:Fallback xmlns="">
          <p:sp>
            <p:nvSpPr>
              <p:cNvPr id="24" name="Google Shape;381;p48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211574" y="4159466"/>
                <a:ext cx="5037583" cy="2031285"/>
              </a:xfrm>
              <a:prstGeom prst="rect">
                <a:avLst/>
              </a:prstGeom>
              <a:blipFill>
                <a:blip r:embed="rId10"/>
                <a:stretch>
                  <a:fillRect l="-1695" t="-7186" b="-6287"/>
                </a:stretch>
              </a:blipFill>
              <a:ln>
                <a:noFill/>
              </a:ln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6180598" y="2711306"/>
                <a:ext cx="3924857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,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…</m:t>
                          </m:r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1</m:t>
                              </m:r>
                            </m:sub>
                          </m:sSub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2</m:t>
                              </m:r>
                            </m:sub>
                          </m:sSub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3</m:t>
                              </m:r>
                            </m:sub>
                          </m:sSub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…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sSub>
                            <m:sSub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𝛳</m:t>
                              </m:r>
                            </m:e>
                            <m:sub>
                              <m:r>
                                <a:rPr lang="en-IN" i="1">
                                  <a:latin typeface="Cambria Math" panose="02040503050406030204" pitchFamily="18" charset="0"/>
                                </a:rPr>
                                <m:t>𝑛</m:t>
                              </m:r>
                            </m:sub>
                          </m:sSub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6180598" y="2711306"/>
                <a:ext cx="3924857" cy="307777"/>
              </a:xfrm>
              <a:prstGeom prst="rect">
                <a:avLst/>
              </a:prstGeom>
              <a:blipFill>
                <a:blip r:embed="rId11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1810619410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2" fill="hold">
                      <p:stCondLst>
                        <p:cond delay="indefinite"/>
                      </p:stCondLst>
                      <p:childTnLst>
                        <p:par>
                          <p:cTn id="43" fill="hold">
                            <p:stCondLst>
                              <p:cond delay="0"/>
                            </p:stCondLst>
                            <p:childTnLst>
                              <p:par>
                                <p:cTn id="4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6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7" fill="hold">
                      <p:stCondLst>
                        <p:cond delay="indefinite"/>
                      </p:stCondLst>
                      <p:childTnLst>
                        <p:par>
                          <p:cTn id="48" fill="hold">
                            <p:stCondLst>
                              <p:cond delay="0"/>
                            </p:stCondLst>
                            <p:childTnLst>
                              <p:par>
                                <p:cTn id="49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1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2" fill="hold">
                      <p:stCondLst>
                        <p:cond delay="indefinite"/>
                      </p:stCondLst>
                      <p:childTnLst>
                        <p:par>
                          <p:cTn id="53" fill="hold">
                            <p:stCondLst>
                              <p:cond delay="0"/>
                            </p:stCondLst>
                            <p:childTnLst>
                              <p:par>
                                <p:cTn id="5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6" dur="500"/>
                                        <p:tgtEl>
                                          <p:spTgt spid="2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3" grpId="0"/>
      <p:bldP spid="4" grpId="0"/>
      <p:bldP spid="5" grpId="0"/>
      <p:bldP spid="7" grpId="0"/>
      <p:bldP spid="9" grpId="0"/>
      <p:bldP spid="11" grpId="0"/>
      <p:bldP spid="12" grpId="0"/>
      <p:bldP spid="24" grpId="0"/>
      <p:bldP spid="2" grpId="0"/>
    </p:bldLst>
  </p:timing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15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6" name="Google Shape;316;p35"/>
          <p:cNvSpPr txBox="1"/>
          <p:nvPr/>
        </p:nvSpPr>
        <p:spPr>
          <a:xfrm>
            <a:off x="304799" y="381000"/>
            <a:ext cx="8454189" cy="689610"/>
          </a:xfrm>
          <a:prstGeom prst="rect">
            <a:avLst/>
          </a:prstGeom>
          <a:noFill/>
          <a:ln>
            <a:noFill/>
          </a:ln>
        </p:spPr>
        <p:txBody>
          <a:bodyPr spcFirstLastPara="1" wrap="square" lIns="0" tIns="12700" rIns="0" bIns="0" anchor="t" anchorCtr="0">
            <a:spAutoFit/>
          </a:bodyPr>
          <a:lstStyle/>
          <a:p>
            <a:pPr marL="12700" marR="0" lvl="0" indent="0" algn="l" rtl="0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None/>
            </a:pPr>
            <a:r>
              <a:rPr lang="en-US" sz="4400" b="0" i="0" dirty="0">
                <a:solidFill>
                  <a:srgbClr val="000000"/>
                </a:solidFill>
                <a:latin typeface="Arial"/>
                <a:ea typeface="Arial"/>
                <a:cs typeface="Arial"/>
                <a:sym typeface="Arial"/>
              </a:rPr>
              <a:t>Decision Tree: Information Gain</a:t>
            </a:r>
            <a:endParaRPr sz="4400" b="0" i="0" dirty="0">
              <a:solidFill>
                <a:srgbClr val="000000"/>
              </a:solidFill>
              <a:latin typeface="Arial"/>
              <a:ea typeface="Arial"/>
              <a:cs typeface="Arial"/>
              <a:sym typeface="Arial"/>
            </a:endParaRPr>
          </a:p>
        </p:txBody>
      </p:sp>
      <p:graphicFrame>
        <p:nvGraphicFramePr>
          <p:cNvPr id="4" name="Table 3"/>
          <p:cNvGraphicFramePr>
            <a:graphicFrameLocks noGrp="1"/>
          </p:cNvGraphicFramePr>
          <p:nvPr/>
        </p:nvGraphicFramePr>
        <p:xfrm>
          <a:off x="1652336" y="1556672"/>
          <a:ext cx="8470232" cy="4670475"/>
        </p:xfrm>
        <a:graphic>
          <a:graphicData uri="http://schemas.openxmlformats.org/drawingml/2006/table">
            <a:tbl>
              <a:tblPr/>
              <a:tblGrid>
                <a:gridCol w="1372779">
                  <a:extLst>
                    <a:ext uri="{9D8B030D-6E8A-4147-A177-3AD203B41FA5}">
                      <a16:colId xmlns:a16="http://schemas.microsoft.com/office/drawing/2014/main" val="166730754"/>
                    </a:ext>
                  </a:extLst>
                </a:gridCol>
                <a:gridCol w="1372779">
                  <a:extLst>
                    <a:ext uri="{9D8B030D-6E8A-4147-A177-3AD203B41FA5}">
                      <a16:colId xmlns:a16="http://schemas.microsoft.com/office/drawing/2014/main" val="3705911863"/>
                    </a:ext>
                  </a:extLst>
                </a:gridCol>
                <a:gridCol w="1449044">
                  <a:extLst>
                    <a:ext uri="{9D8B030D-6E8A-4147-A177-3AD203B41FA5}">
                      <a16:colId xmlns:a16="http://schemas.microsoft.com/office/drawing/2014/main" val="401773213"/>
                    </a:ext>
                  </a:extLst>
                </a:gridCol>
                <a:gridCol w="1468111">
                  <a:extLst>
                    <a:ext uri="{9D8B030D-6E8A-4147-A177-3AD203B41FA5}">
                      <a16:colId xmlns:a16="http://schemas.microsoft.com/office/drawing/2014/main" val="4272906104"/>
                    </a:ext>
                  </a:extLst>
                </a:gridCol>
                <a:gridCol w="1391843">
                  <a:extLst>
                    <a:ext uri="{9D8B030D-6E8A-4147-A177-3AD203B41FA5}">
                      <a16:colId xmlns:a16="http://schemas.microsoft.com/office/drawing/2014/main" val="4125339830"/>
                    </a:ext>
                  </a:extLst>
                </a:gridCol>
                <a:gridCol w="1415676">
                  <a:extLst>
                    <a:ext uri="{9D8B030D-6E8A-4147-A177-3AD203B41FA5}">
                      <a16:colId xmlns:a16="http://schemas.microsoft.com/office/drawing/2014/main" val="803712746"/>
                    </a:ext>
                  </a:extLst>
                </a:gridCol>
              </a:tblGrid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Sl. No.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Outlook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Temp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Humidity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Windy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Play Golf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256919871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319502385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2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43662295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3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3838145677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4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7693404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5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1700931757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6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455776579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7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8369177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8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927887860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9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Cool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44097314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10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558984871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11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Rainy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830320933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12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987588799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13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Overcast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Hot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Normal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Weak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Yes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2EFDA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186908151"/>
                  </a:ext>
                </a:extLst>
              </a:tr>
              <a:tr h="203517"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1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14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E7E6E6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Sunny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Mild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High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Strong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tc>
                  <a:txBody>
                    <a:bodyPr/>
                    <a:lstStyle/>
                    <a:p>
                      <a:pPr algn="ctr" fontAlgn="b"/>
                      <a:r>
                        <a:rPr lang="en-IN" sz="2000" b="0" i="0" u="none" strike="noStrike" dirty="0">
                          <a:solidFill>
                            <a:srgbClr val="000000"/>
                          </a:solidFill>
                          <a:effectLst/>
                          <a:latin typeface="Times New Roman" panose="02020603050405020304" pitchFamily="18" charset="0"/>
                          <a:cs typeface="Times New Roman" panose="02020603050405020304" pitchFamily="18" charset="0"/>
                        </a:rPr>
                        <a:t>No</a:t>
                      </a:r>
                    </a:p>
                  </a:txBody>
                  <a:tcPr marL="6565" marR="6565" marT="6565" marB="0" anchor="b">
                    <a:lnL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L>
                    <a:lnR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R>
                    <a:lnT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T>
                    <a:lnB w="6350" cap="flat" cmpd="sng" algn="ctr">
                      <a:solidFill>
                        <a:srgbClr val="000000"/>
                      </a:solidFill>
                      <a:prstDash val="solid"/>
                      <a:round/>
                      <a:headEnd type="none" w="med" len="med"/>
                      <a:tailEnd type="none" w="med" len="med"/>
                    </a:lnB>
                    <a:solidFill>
                      <a:srgbClr val="DDEBF7"/>
                    </a:solidFill>
                  </a:tcPr>
                </a:tc>
                <a:extLst>
                  <a:ext uri="{0D108BD9-81ED-4DB2-BD59-A6C34878D82A}">
                    <a16:rowId xmlns:a16="http://schemas.microsoft.com/office/drawing/2014/main" val="2250965319"/>
                  </a:ext>
                </a:extLst>
              </a:tr>
            </a:tbl>
          </a:graphicData>
        </a:graphic>
      </p:graphicFrame>
    </p:spTree>
    <p:extLst>
      <p:ext uri="{BB962C8B-B14F-4D97-AF65-F5344CB8AC3E}">
        <p14:creationId xmlns:p14="http://schemas.microsoft.com/office/powerpoint/2010/main" val="1046002531"/>
      </p:ext>
    </p:extLst>
  </p:cSld>
  <p:clrMapOvr>
    <a:masterClrMapping/>
  </p:clrMapOvr>
  <p:transition>
    <p:fade thruBlk="1"/>
  </p:transition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1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aphicFrame>
        <p:nvGraphicFramePr>
          <p:cNvPr id="392" name="Google Shape;392;p50"/>
          <p:cNvGraphicFramePr/>
          <p:nvPr>
            <p:extLst>
              <p:ext uri="{D42A27DB-BD31-4B8C-83A1-F6EECF244321}">
                <p14:modId xmlns:p14="http://schemas.microsoft.com/office/powerpoint/2010/main" val="4275579624"/>
              </p:ext>
            </p:extLst>
          </p:nvPr>
        </p:nvGraphicFramePr>
        <p:xfrm>
          <a:off x="569595" y="268606"/>
          <a:ext cx="4270325" cy="1953591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1055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79120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79120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79120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79120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68595"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Outlook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67380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P(Yes)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P(No)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6859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Sunny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3/9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2/5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6859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Overcast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4/9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0/5    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68595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Rainy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2/9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3/5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36701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93" name="Google Shape;393;p50"/>
          <p:cNvGraphicFramePr/>
          <p:nvPr>
            <p:extLst>
              <p:ext uri="{D42A27DB-BD31-4B8C-83A1-F6EECF244321}">
                <p14:modId xmlns:p14="http://schemas.microsoft.com/office/powerpoint/2010/main" val="2943579180"/>
              </p:ext>
            </p:extLst>
          </p:nvPr>
        </p:nvGraphicFramePr>
        <p:xfrm>
          <a:off x="5955665" y="268605"/>
          <a:ext cx="5232375" cy="1828800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104647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104647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104647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104647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104647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9268"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Temperature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279268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P(Yes)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P(No)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926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Hot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2/9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2/5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27926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Mild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4/9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2/5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27926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Cool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3/9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1/5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  <a:tr h="27926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5"/>
                  </a:ext>
                </a:extLst>
              </a:tr>
            </a:tbl>
          </a:graphicData>
        </a:graphic>
      </p:graphicFrame>
      <p:graphicFrame>
        <p:nvGraphicFramePr>
          <p:cNvPr id="394" name="Google Shape;394;p50"/>
          <p:cNvGraphicFramePr/>
          <p:nvPr>
            <p:extLst>
              <p:ext uri="{D42A27DB-BD31-4B8C-83A1-F6EECF244321}">
                <p14:modId xmlns:p14="http://schemas.microsoft.com/office/powerpoint/2010/main" val="507121292"/>
              </p:ext>
            </p:extLst>
          </p:nvPr>
        </p:nvGraphicFramePr>
        <p:xfrm>
          <a:off x="453694" y="2562305"/>
          <a:ext cx="4502125" cy="1737115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00425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00425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00425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00425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00425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72414"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Humidity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77013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P(Yes)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P(No)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7241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High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4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3/9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4/5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76614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Normal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6/9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1/5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73888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graphicFrame>
        <p:nvGraphicFramePr>
          <p:cNvPr id="395" name="Google Shape;395;p50"/>
          <p:cNvGraphicFramePr/>
          <p:nvPr>
            <p:extLst>
              <p:ext uri="{D42A27DB-BD31-4B8C-83A1-F6EECF244321}">
                <p14:modId xmlns:p14="http://schemas.microsoft.com/office/powerpoint/2010/main" val="3702592582"/>
              </p:ext>
            </p:extLst>
          </p:nvPr>
        </p:nvGraphicFramePr>
        <p:xfrm>
          <a:off x="6457290" y="2562305"/>
          <a:ext cx="4730750" cy="1662603"/>
        </p:xfrm>
        <a:graphic>
          <a:graphicData uri="http://schemas.openxmlformats.org/drawingml/2006/table">
            <a:tbl>
              <a:tblPr firstRow="1" bandRow="1">
                <a:noFill/>
              </a:tblPr>
              <a:tblGrid>
                <a:gridCol w="946150">
                  <a:extLst>
                    <a:ext uri="{9D8B030D-6E8A-4147-A177-3AD203B41FA5}">
                      <a16:colId xmlns:a16="http://schemas.microsoft.com/office/drawing/2014/main" val="20000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1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2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3"/>
                    </a:ext>
                  </a:extLst>
                </a:gridCol>
                <a:gridCol w="946150">
                  <a:extLst>
                    <a:ext uri="{9D8B030D-6E8A-4147-A177-3AD203B41FA5}">
                      <a16:colId xmlns:a16="http://schemas.microsoft.com/office/drawing/2014/main" val="20004"/>
                    </a:ext>
                  </a:extLst>
                </a:gridCol>
              </a:tblGrid>
              <a:tr h="236419">
                <a:tc gridSpan="5"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Wind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tc hMerge="1">
                  <a:txBody>
                    <a:bodyPr/>
                    <a:lstStyle/>
                    <a:p>
                      <a:endParaRPr lang="en-US"/>
                    </a:p>
                  </a:txBody>
                  <a:tcPr/>
                </a:tc>
                <a:extLst>
                  <a:ext uri="{0D108BD9-81ED-4DB2-BD59-A6C34878D82A}">
                    <a16:rowId xmlns:a16="http://schemas.microsoft.com/office/drawing/2014/main" val="10000"/>
                  </a:ext>
                </a:extLst>
              </a:tr>
              <a:tr h="351001">
                <a:tc>
                  <a:txBody>
                    <a:bodyPr/>
                    <a:lstStyle/>
                    <a:p>
                      <a:pPr marL="0" marR="0" lvl="0" indent="0" algn="l" rtl="0">
                        <a:spcBef>
                          <a:spcPts val="0"/>
                        </a:spcBef>
                        <a:spcAft>
                          <a:spcPts val="0"/>
                        </a:spcAft>
                        <a:buSzPts val="2000"/>
                        <a:buFont typeface="Calibri"/>
                        <a:buNone/>
                      </a:pP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Yes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No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P(Yes)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P(No)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1"/>
                  </a:ext>
                </a:extLst>
              </a:tr>
              <a:tr h="236419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Weak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6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2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6/9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2/5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2"/>
                  </a:ext>
                </a:extLst>
              </a:tr>
              <a:tr h="3510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Strong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3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3/9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 3/5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3"/>
                  </a:ext>
                </a:extLst>
              </a:tr>
              <a:tr h="351001"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Total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9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5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2000" b="0" u="none" strike="noStrike" cap="none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tc>
                  <a:txBody>
                    <a:bodyPr/>
                    <a:lstStyle/>
                    <a:p>
                      <a:pPr marL="0" marR="0" lvl="0" indent="0" algn="ctr" rtl="0">
                        <a:spcBef>
                          <a:spcPts val="0"/>
                        </a:spcBef>
                        <a:spcAft>
                          <a:spcPts val="0"/>
                        </a:spcAft>
                        <a:buClr>
                          <a:srgbClr val="000000"/>
                        </a:buClr>
                        <a:buSzPts val="2000"/>
                        <a:buFont typeface="Calibri"/>
                        <a:buNone/>
                      </a:pPr>
                      <a:r>
                        <a:rPr lang="en-US" sz="2000" b="0" u="none" strike="noStrike" cap="none" dirty="0">
                          <a:solidFill>
                            <a:srgbClr val="000000"/>
                          </a:solidFill>
                          <a:latin typeface="Calibri"/>
                          <a:ea typeface="Calibri"/>
                          <a:cs typeface="Calibri"/>
                          <a:sym typeface="Calibri"/>
                        </a:rPr>
                        <a:t>100%</a:t>
                      </a:r>
                      <a:endParaRPr sz="2000" b="0" u="none" strike="noStrike" cap="none" dirty="0">
                        <a:solidFill>
                          <a:srgbClr val="000000"/>
                        </a:solidFill>
                        <a:latin typeface="Calibri"/>
                        <a:ea typeface="Calibri"/>
                        <a:cs typeface="Calibri"/>
                        <a:sym typeface="Calibri"/>
                      </a:endParaRPr>
                    </a:p>
                  </a:txBody>
                  <a:tcPr marL="0" marR="0" marT="0" marB="0" anchor="ctr">
                    <a:lnL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L>
                    <a:lnR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R>
                    <a:lnT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T>
                    <a:lnB w="9525" cap="flat" cmpd="sng">
                      <a:solidFill>
                        <a:srgbClr val="000000"/>
                      </a:solidFill>
                      <a:prstDash val="solid"/>
                      <a:round/>
                      <a:headEnd type="none" w="sm" len="sm"/>
                      <a:tailEnd type="none" w="sm" len="sm"/>
                    </a:lnB>
                  </a:tcPr>
                </a:tc>
                <a:extLst>
                  <a:ext uri="{0D108BD9-81ED-4DB2-BD59-A6C34878D82A}">
                    <a16:rowId xmlns:a16="http://schemas.microsoft.com/office/drawing/2014/main" val="10004"/>
                  </a:ext>
                </a:extLst>
              </a:tr>
            </a:tbl>
          </a:graphicData>
        </a:graphic>
      </p:graphicFrame>
      <p:sp>
        <p:nvSpPr>
          <p:cNvPr id="4" name="TextBox 3"/>
          <p:cNvSpPr txBox="1"/>
          <p:nvPr/>
        </p:nvSpPr>
        <p:spPr>
          <a:xfrm>
            <a:off x="1936756" y="4639528"/>
            <a:ext cx="7972054" cy="307777"/>
          </a:xfrm>
          <a:prstGeom prst="rect">
            <a:avLst/>
          </a:prstGeom>
          <a:noFill/>
        </p:spPr>
        <p:txBody>
          <a:bodyPr wrap="none" rtlCol="0">
            <a:spAutoFit/>
          </a:bodyPr>
          <a:lstStyle/>
          <a:p>
            <a:r>
              <a:rPr lang="en-IN" dirty="0"/>
              <a:t>What is the probability that the match will be played “today” if it is Sunny, Cool, Normal, and Weak. </a:t>
            </a: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5" name="Rectangle 4"/>
              <p:cNvSpPr/>
              <p:nvPr/>
            </p:nvSpPr>
            <p:spPr>
              <a:xfrm>
                <a:off x="256306" y="5092107"/>
                <a:ext cx="3587905" cy="5396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𝑌𝑒𝑠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𝑌𝑒𝑠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𝑀𝑎𝑡𝑐h𝑒𝑠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5" name="Rectangle 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06" y="5092107"/>
                <a:ext cx="3587905" cy="539635"/>
              </a:xfrm>
              <a:prstGeom prst="rect">
                <a:avLst/>
              </a:prstGeom>
              <a:blipFill>
                <a:blip r:embed="rId3"/>
                <a:stretch>
                  <a:fillRect b="-4494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0" name="Rectangle 9"/>
              <p:cNvSpPr/>
              <p:nvPr/>
            </p:nvSpPr>
            <p:spPr>
              <a:xfrm>
                <a:off x="256306" y="5953241"/>
                <a:ext cx="3535327" cy="539635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𝑁𝑜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𝑁𝑜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𝑇𝑜𝑡𝑎𝑙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𝑁𝑢𝑚𝑏𝑒𝑟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𝑜𝑓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𝑀𝑎𝑡𝑐h𝑒𝑠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0" name="Rectangle 9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56306" y="5953241"/>
                <a:ext cx="3535327" cy="539635"/>
              </a:xfrm>
              <a:prstGeom prst="rect">
                <a:avLst/>
              </a:prstGeom>
              <a:blipFill>
                <a:blip r:embed="rId4"/>
                <a:stretch>
                  <a:fillRect b="-5682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6" name="Rectangle 5"/>
              <p:cNvSpPr/>
              <p:nvPr/>
            </p:nvSpPr>
            <p:spPr>
              <a:xfrm>
                <a:off x="4161712" y="5092106"/>
                <a:ext cx="1678857" cy="4970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𝑆𝑢𝑛𝑛𝑦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𝑌𝑒𝑠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6" name="Rectangle 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61712" y="5092106"/>
                <a:ext cx="1678857" cy="497059"/>
              </a:xfrm>
              <a:prstGeom prst="rect">
                <a:avLst/>
              </a:prstGeom>
              <a:blipFill>
                <a:blip r:embed="rId5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2" name="Rectangle 11"/>
              <p:cNvSpPr/>
              <p:nvPr/>
            </p:nvSpPr>
            <p:spPr>
              <a:xfrm>
                <a:off x="5955665" y="5092106"/>
                <a:ext cx="1534010" cy="4970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𝐶𝑜𝑜𝑙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𝑌𝑒𝑠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2" name="Rectangle 1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55665" y="5092106"/>
                <a:ext cx="1534010" cy="497059"/>
              </a:xfrm>
              <a:prstGeom prst="rect">
                <a:avLst/>
              </a:prstGeom>
              <a:blipFill>
                <a:blip r:embed="rId6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3" name="Rectangle 12"/>
              <p:cNvSpPr/>
              <p:nvPr/>
            </p:nvSpPr>
            <p:spPr>
              <a:xfrm>
                <a:off x="7619448" y="5092106"/>
                <a:ext cx="1796902" cy="4970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𝑁𝑜𝑟𝑚𝑎𝑙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𝑌𝑒𝑠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3" name="Rectangle 12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19448" y="5092106"/>
                <a:ext cx="1796902" cy="497059"/>
              </a:xfrm>
              <a:prstGeom prst="rect">
                <a:avLst/>
              </a:prstGeom>
              <a:blipFill>
                <a:blip r:embed="rId7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9546123" y="5082220"/>
                <a:ext cx="1636154" cy="4970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𝑊𝑒𝑎𝑘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𝑌𝑒𝑠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46123" y="5082220"/>
                <a:ext cx="1636154" cy="497059"/>
              </a:xfrm>
              <a:prstGeom prst="rect">
                <a:avLst/>
              </a:prstGeom>
              <a:blipFill>
                <a:blip r:embed="rId8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4185487" y="5840765"/>
                <a:ext cx="1626279" cy="4970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𝑆𝑢𝑛𝑛𝑦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𝑁𝑜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4185487" y="5840765"/>
                <a:ext cx="1626279" cy="497059"/>
              </a:xfrm>
              <a:prstGeom prst="rect">
                <a:avLst/>
              </a:prstGeom>
              <a:blipFill>
                <a:blip r:embed="rId9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6" name="Rectangle 15"/>
              <p:cNvSpPr/>
              <p:nvPr/>
            </p:nvSpPr>
            <p:spPr>
              <a:xfrm>
                <a:off x="5979440" y="5840765"/>
                <a:ext cx="1534010" cy="4970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𝐶𝑜𝑜𝑙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𝑁𝑜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6" name="Rectangle 15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979440" y="5840765"/>
                <a:ext cx="1534010" cy="497059"/>
              </a:xfrm>
              <a:prstGeom prst="rect">
                <a:avLst/>
              </a:prstGeom>
              <a:blipFill>
                <a:blip r:embed="rId10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7643223" y="5840765"/>
                <a:ext cx="1796902" cy="4970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𝑁𝑜𝑟𝑚𝑎𝑙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𝑁𝑜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643223" y="5840765"/>
                <a:ext cx="1796902" cy="497059"/>
              </a:xfrm>
              <a:prstGeom prst="rect">
                <a:avLst/>
              </a:prstGeom>
              <a:blipFill>
                <a:blip r:embed="rId11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9569898" y="5830879"/>
                <a:ext cx="1636154" cy="4970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𝑊𝑒𝑎𝑘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𝑁𝑜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569898" y="5830879"/>
                <a:ext cx="1636154" cy="497059"/>
              </a:xfrm>
              <a:prstGeom prst="rect">
                <a:avLst/>
              </a:prstGeom>
              <a:blipFill>
                <a:blip r:embed="rId12"/>
                <a:stretch>
                  <a:fillRect b="-2469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</p:spTree>
    <p:extLst>
      <p:ext uri="{BB962C8B-B14F-4D97-AF65-F5344CB8AC3E}">
        <p14:creationId xmlns:p14="http://schemas.microsoft.com/office/powerpoint/2010/main" val="2916139952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39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39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39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39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39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8" fill="hold">
                      <p:stCondLst>
                        <p:cond delay="indefinite"/>
                      </p:stCondLst>
                      <p:childTnLst>
                        <p:par>
                          <p:cTn id="29" fill="hold">
                            <p:stCondLst>
                              <p:cond delay="0"/>
                            </p:stCondLst>
                            <p:childTnLst>
                              <p:par>
                                <p:cTn id="3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2" dur="500"/>
                                        <p:tgtEl>
                                          <p:spTgt spid="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3" fill="hold">
                      <p:stCondLst>
                        <p:cond delay="indefinite"/>
                      </p:stCondLst>
                      <p:childTnLst>
                        <p:par>
                          <p:cTn id="34" fill="hold">
                            <p:stCondLst>
                              <p:cond delay="0"/>
                            </p:stCondLst>
                            <p:childTnLst>
                              <p:par>
                                <p:cTn id="3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7" dur="500"/>
                                        <p:tgtEl>
                                          <p:spTgt spid="1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8" fill="hold">
                      <p:stCondLst>
                        <p:cond delay="indefinite"/>
                      </p:stCondLst>
                      <p:childTnLst>
                        <p:par>
                          <p:cTn id="39" fill="hold">
                            <p:stCondLst>
                              <p:cond delay="0"/>
                            </p:stCondLst>
                            <p:childTnLst>
                              <p:par>
                                <p:cTn id="4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2" dur="500"/>
                                        <p:tgtEl>
                                          <p:spTgt spid="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3" fill="hold">
                      <p:stCondLst>
                        <p:cond delay="indefinite"/>
                      </p:stCondLst>
                      <p:childTnLst>
                        <p:par>
                          <p:cTn id="44" fill="hold">
                            <p:stCondLst>
                              <p:cond delay="0"/>
                            </p:stCondLst>
                            <p:childTnLst>
                              <p:par>
                                <p:cTn id="4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7" dur="500"/>
                                        <p:tgtEl>
                                          <p:spTgt spid="1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48" fill="hold">
                      <p:stCondLst>
                        <p:cond delay="indefinite"/>
                      </p:stCondLst>
                      <p:childTnLst>
                        <p:par>
                          <p:cTn id="49" fill="hold">
                            <p:stCondLst>
                              <p:cond delay="0"/>
                            </p:stCondLst>
                            <p:childTnLst>
                              <p:par>
                                <p:cTn id="5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2" dur="500"/>
                                        <p:tgtEl>
                                          <p:spTgt spid="1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3" fill="hold">
                      <p:stCondLst>
                        <p:cond delay="indefinite"/>
                      </p:stCondLst>
                      <p:childTnLst>
                        <p:par>
                          <p:cTn id="54" fill="hold">
                            <p:stCondLst>
                              <p:cond delay="0"/>
                            </p:stCondLst>
                            <p:childTnLst>
                              <p:par>
                                <p:cTn id="5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5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5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58" fill="hold">
                      <p:stCondLst>
                        <p:cond delay="indefinite"/>
                      </p:stCondLst>
                      <p:childTnLst>
                        <p:par>
                          <p:cTn id="59" fill="hold">
                            <p:stCondLst>
                              <p:cond delay="0"/>
                            </p:stCondLst>
                            <p:childTnLst>
                              <p:par>
                                <p:cTn id="6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3" fill="hold">
                      <p:stCondLst>
                        <p:cond delay="indefinite"/>
                      </p:stCondLst>
                      <p:childTnLst>
                        <p:par>
                          <p:cTn id="64" fill="hold">
                            <p:stCondLst>
                              <p:cond delay="0"/>
                            </p:stCondLst>
                            <p:childTnLst>
                              <p:par>
                                <p:cTn id="6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6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68" fill="hold">
                      <p:stCondLst>
                        <p:cond delay="indefinite"/>
                      </p:stCondLst>
                      <p:childTnLst>
                        <p:par>
                          <p:cTn id="69" fill="hold">
                            <p:stCondLst>
                              <p:cond delay="0"/>
                            </p:stCondLst>
                            <p:childTnLst>
                              <p:par>
                                <p:cTn id="7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2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73" fill="hold">
                      <p:stCondLst>
                        <p:cond delay="indefinite"/>
                      </p:stCondLst>
                      <p:childTnLst>
                        <p:par>
                          <p:cTn id="74" fill="hold">
                            <p:stCondLst>
                              <p:cond delay="0"/>
                            </p:stCondLst>
                            <p:childTnLst>
                              <p:par>
                                <p:cTn id="7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7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7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4" grpId="0"/>
      <p:bldP spid="5" grpId="0"/>
      <p:bldP spid="10" grpId="0"/>
      <p:bldP spid="6" grpId="0"/>
      <p:bldP spid="12" grpId="0"/>
      <p:bldP spid="13" grpId="0"/>
      <p:bldP spid="14" grpId="0"/>
      <p:bldP spid="15" grpId="0"/>
      <p:bldP spid="16" grpId="0"/>
      <p:bldP spid="17" grpId="0"/>
      <p:bldP spid="18" grpId="0"/>
    </p:bldLst>
  </p:timing>
</p:sld>
</file>

<file path=ppt/slides/slide1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291816" y="0"/>
            <a:ext cx="10949746" cy="1853348"/>
            <a:chOff x="291816" y="0"/>
            <a:chExt cx="10949746" cy="1853348"/>
          </a:xfrm>
        </p:grpSpPr>
        <p:sp>
          <p:nvSpPr>
            <p:cNvPr id="3" name="TextBox 2"/>
            <p:cNvSpPr txBox="1"/>
            <p:nvPr/>
          </p:nvSpPr>
          <p:spPr>
            <a:xfrm>
              <a:off x="1972266" y="0"/>
              <a:ext cx="74206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/>
                <a:t>What is the probability that the match will be played if it is Sunny, Cool, Normal, and Weak.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/>
                <p:cNvSpPr/>
                <p:nvPr/>
              </p:nvSpPr>
              <p:spPr>
                <a:xfrm>
                  <a:off x="291816" y="452579"/>
                  <a:ext cx="3587905" cy="53963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𝑌𝑒𝑠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𝑁𝑢𝑚𝑏𝑒𝑟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𝑌𝑒𝑠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𝑇𝑜𝑡𝑎𝑙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𝑁𝑢𝑚𝑏𝑒𝑟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𝑀𝑎𝑡𝑐h𝑒𝑠</m:t>
                            </m:r>
                          </m:den>
                        </m:f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4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816" y="452579"/>
                  <a:ext cx="3587905" cy="539635"/>
                </a:xfrm>
                <a:prstGeom prst="rect">
                  <a:avLst/>
                </a:prstGeom>
                <a:blipFill>
                  <a:blip r:embed="rId3"/>
                  <a:stretch>
                    <a:fillRect b="-449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291816" y="1313713"/>
                  <a:ext cx="3535327" cy="53963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𝑁𝑜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𝑁𝑢𝑚𝑏𝑒𝑟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𝑁𝑜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𝑇𝑜𝑡𝑎𝑙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𝑁𝑢𝑚𝑏𝑒𝑟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𝑀𝑎𝑡𝑐h𝑒𝑠</m:t>
                            </m:r>
                          </m:den>
                        </m:f>
                        <m:r>
                          <a:rPr lang="en-IN" b="0" i="1" smtClean="0">
                            <a:latin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816" y="1313713"/>
                  <a:ext cx="3535327" cy="539635"/>
                </a:xfrm>
                <a:prstGeom prst="rect">
                  <a:avLst/>
                </a:prstGeom>
                <a:blipFill>
                  <a:blip r:embed="rId4"/>
                  <a:stretch>
                    <a:fillRect b="-568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4197222" y="452578"/>
                  <a:ext cx="1678857" cy="4970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𝑆𝑢𝑛𝑛𝑦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𝑌𝑒𝑠</m:t>
                            </m:r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7222" y="452578"/>
                  <a:ext cx="1678857" cy="497059"/>
                </a:xfrm>
                <a:prstGeom prst="rect">
                  <a:avLst/>
                </a:prstGeom>
                <a:blipFill>
                  <a:blip r:embed="rId5"/>
                  <a:stretch>
                    <a:fillRect b="-122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5991175" y="452578"/>
                  <a:ext cx="1534010" cy="4970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𝐶𝑜𝑜𝑙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𝑌𝑒𝑠</m:t>
                            </m:r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1175" y="452578"/>
                  <a:ext cx="1534010" cy="497059"/>
                </a:xfrm>
                <a:prstGeom prst="rect">
                  <a:avLst/>
                </a:prstGeom>
                <a:blipFill>
                  <a:blip r:embed="rId6"/>
                  <a:stretch>
                    <a:fillRect b="-122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7654958" y="452578"/>
                  <a:ext cx="1796902" cy="4970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𝑁𝑜𝑟𝑚𝑎𝑙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𝑌𝑒𝑠</m:t>
                            </m:r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4958" y="452578"/>
                  <a:ext cx="1796902" cy="497059"/>
                </a:xfrm>
                <a:prstGeom prst="rect">
                  <a:avLst/>
                </a:prstGeom>
                <a:blipFill>
                  <a:blip r:embed="rId7"/>
                  <a:stretch>
                    <a:fillRect b="-122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9581633" y="442692"/>
                  <a:ext cx="1636154" cy="4970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𝑊𝑒𝑎𝑘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𝑌𝑒𝑠</m:t>
                            </m:r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1633" y="442692"/>
                  <a:ext cx="1636154" cy="497059"/>
                </a:xfrm>
                <a:prstGeom prst="rect">
                  <a:avLst/>
                </a:prstGeom>
                <a:blipFill>
                  <a:blip r:embed="rId8"/>
                  <a:stretch>
                    <a:fillRect b="-123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4220997" y="1201237"/>
                  <a:ext cx="1626279" cy="4970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𝑆𝑢𝑛𝑛𝑦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𝑁𝑜</m:t>
                            </m:r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0997" y="1201237"/>
                  <a:ext cx="1626279" cy="497059"/>
                </a:xfrm>
                <a:prstGeom prst="rect">
                  <a:avLst/>
                </a:prstGeom>
                <a:blipFill>
                  <a:blip r:embed="rId9"/>
                  <a:stretch>
                    <a:fillRect b="-122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6014950" y="1201237"/>
                  <a:ext cx="1534010" cy="4970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𝐶𝑜𝑜𝑙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𝑁𝑜</m:t>
                            </m:r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4950" y="1201237"/>
                  <a:ext cx="1534010" cy="497059"/>
                </a:xfrm>
                <a:prstGeom prst="rect">
                  <a:avLst/>
                </a:prstGeom>
                <a:blipFill>
                  <a:blip r:embed="rId10"/>
                  <a:stretch>
                    <a:fillRect b="-122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7678733" y="1201237"/>
                  <a:ext cx="1796902" cy="4970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𝑁𝑜𝑟𝑚𝑎𝑙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𝑁𝑜</m:t>
                            </m:r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8733" y="1201237"/>
                  <a:ext cx="1796902" cy="497059"/>
                </a:xfrm>
                <a:prstGeom prst="rect">
                  <a:avLst/>
                </a:prstGeom>
                <a:blipFill>
                  <a:blip r:embed="rId11"/>
                  <a:stretch>
                    <a:fillRect b="-122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9605408" y="1191351"/>
                  <a:ext cx="1636154" cy="4970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𝑊𝑒𝑎𝑘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𝑁𝑜</m:t>
                            </m:r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oMath>
                    </m:oMathPara>
                  </a14:m>
                  <a:endParaRPr lang="en-IN" dirty="0"/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5408" y="1191351"/>
                  <a:ext cx="1636154" cy="497059"/>
                </a:xfrm>
                <a:prstGeom prst="rect">
                  <a:avLst/>
                </a:prstGeom>
                <a:blipFill>
                  <a:blip r:embed="rId12"/>
                  <a:stretch>
                    <a:fillRect b="-122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77870" y="2424061"/>
                <a:ext cx="9114611" cy="49705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𝑌𝑒𝑠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𝑡𝑜𝑑𝑎𝑦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𝑆𝑢𝑛𝑛𝑦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𝑌𝑒𝑠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𝐶𝑜𝑜𝑙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𝑌𝑒𝑠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𝑁𝑜𝑟𝑚𝑎𝑙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𝑌𝑒𝑠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𝑊𝑒𝑎𝑘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𝑌𝑒𝑠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𝑌𝑒𝑠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3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6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9</m:t>
                          </m:r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9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0.0317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0" y="2424061"/>
                <a:ext cx="9114611" cy="497059"/>
              </a:xfrm>
              <a:prstGeom prst="rect">
                <a:avLst/>
              </a:prstGeom>
              <a:blipFill>
                <a:blip r:embed="rId13"/>
                <a:stretch>
                  <a:fillRect b="-123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77870" y="3355719"/>
                <a:ext cx="8818375" cy="501419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𝑡𝑜𝑑𝑎𝑦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𝑆𝑢𝑛𝑛𝑦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𝑁𝑜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𝐶𝑜𝑜𝑙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𝑁𝑜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𝑁𝑜𝑟𝑚𝑎𝑙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𝑁𝑜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𝑊𝑒𝑎𝑘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𝑁𝑜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𝑁𝑜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b="0" i="1" smtClean="0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2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5</m:t>
                          </m:r>
                        </m:den>
                      </m:f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𝑥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 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5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14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r>
                        <a:rPr lang="en-US" b="0" i="1" smtClean="0">
                          <a:latin typeface="Cambria Math" panose="02040503050406030204" pitchFamily="18" charset="0"/>
                        </a:rPr>
                        <m:t>0.00228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77870" y="3355719"/>
                <a:ext cx="8818375" cy="501419"/>
              </a:xfrm>
              <a:prstGeom prst="rect">
                <a:avLst/>
              </a:prstGeom>
              <a:blipFill>
                <a:blip r:embed="rId14"/>
                <a:stretch>
                  <a:fillRect b="-1205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150092" y="4241655"/>
                <a:ext cx="288726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𝑌𝑒𝑠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𝑡𝑜𝑑𝑎𝑦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𝑡𝑜𝑑𝑎𝑦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50092" y="4241655"/>
                <a:ext cx="2887265" cy="307777"/>
              </a:xfrm>
              <a:prstGeom prst="rect">
                <a:avLst/>
              </a:prstGeom>
              <a:blipFill>
                <a:blip r:embed="rId15"/>
                <a:stretch>
                  <a:fillRect b="-1000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220945" y="5103912"/>
                <a:ext cx="3578416" cy="500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𝑌𝑒𝑠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𝑡𝑜𝑑𝑎𝑦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0.0317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0.0317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0.00228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=0.86 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220945" y="5103912"/>
                <a:ext cx="3578416" cy="500650"/>
              </a:xfrm>
              <a:prstGeom prst="rect">
                <a:avLst/>
              </a:prstGeom>
              <a:blipFill>
                <a:blip r:embed="rId16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494199" y="5103912"/>
                <a:ext cx="3545073" cy="5006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𝑡𝑜𝑑𝑎𝑦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0.00228</m:t>
                          </m:r>
                        </m:num>
                        <m:den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0.0317</m:t>
                          </m:r>
                          <m:r>
                            <a:rPr lang="en-IN" i="1" smtClean="0">
                              <a:latin typeface="Cambria Math" panose="02040503050406030204" pitchFamily="18" charset="0"/>
                            </a:rPr>
                            <m:t>+</m:t>
                          </m:r>
                          <m:r>
                            <a:rPr lang="en-US" i="1">
                              <a:latin typeface="Cambria Math" panose="02040503050406030204" pitchFamily="18" charset="0"/>
                            </a:rPr>
                            <m:t>0.00228</m:t>
                          </m:r>
                        </m:den>
                      </m:f>
                      <m:r>
                        <a:rPr lang="en-IN" b="0" i="1" dirty="0" smtClean="0">
                          <a:latin typeface="Cambria Math" panose="02040503050406030204" pitchFamily="18" charset="0"/>
                        </a:rPr>
                        <m:t>=0.139</m:t>
                      </m:r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94199" y="5103912"/>
                <a:ext cx="3545073" cy="500650"/>
              </a:xfrm>
              <a:prstGeom prst="rect">
                <a:avLst/>
              </a:prstGeom>
              <a:blipFill>
                <a:blip r:embed="rId17"/>
                <a:stretch>
                  <a:fillRect b="-1220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0" name="TextBox 19"/>
              <p:cNvSpPr txBox="1"/>
              <p:nvPr/>
            </p:nvSpPr>
            <p:spPr>
              <a:xfrm>
                <a:off x="9221315" y="2921120"/>
                <a:ext cx="2970685" cy="523220"/>
              </a:xfrm>
              <a:prstGeom prst="rect">
                <a:avLst/>
              </a:prstGeom>
              <a:noFill/>
            </p:spPr>
            <p:txBody>
              <a:bodyPr wrap="none" rtlCol="0">
                <a:spAutoFit/>
              </a:bodyPr>
              <a:lstStyle/>
              <a:p>
                <a:pPr algn="ctr"/>
                <a:r>
                  <a:rPr lang="en-IN" dirty="0"/>
                  <a:t>The Match will be played since the </a:t>
                </a:r>
                <a:endParaRPr lang="en-IN" i="1" dirty="0">
                  <a:latin typeface="Cambria Math" panose="02040503050406030204" pitchFamily="18" charset="0"/>
                </a:endParaRPr>
              </a:p>
              <a:p>
                <a:pPr algn="ctr"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𝑌𝑒𝑠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𝑡𝑜𝑑𝑎𝑦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&gt;</m:t>
                      </m:r>
                      <m:r>
                        <a:rPr lang="en-IN" i="1">
                          <a:latin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𝑡𝑜𝑑𝑎𝑦</m:t>
                          </m:r>
                        </m:e>
                      </m:d>
                    </m:oMath>
                  </m:oMathPara>
                </a14:m>
                <a:endParaRPr lang="en-IN" dirty="0"/>
              </a:p>
            </p:txBody>
          </p:sp>
        </mc:Choice>
        <mc:Fallback xmlns="">
          <p:sp>
            <p:nvSpPr>
              <p:cNvPr id="20" name="TextBox 19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9221315" y="2921120"/>
                <a:ext cx="2970685" cy="523220"/>
              </a:xfrm>
              <a:prstGeom prst="rect">
                <a:avLst/>
              </a:prstGeom>
              <a:blipFill>
                <a:blip r:embed="rId18"/>
                <a:stretch>
                  <a:fillRect l="-205" t="-2326" r="-205" b="-4651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1" name="Rectangle 20"/>
          <p:cNvSpPr/>
          <p:nvPr/>
        </p:nvSpPr>
        <p:spPr>
          <a:xfrm>
            <a:off x="9123105" y="2849515"/>
            <a:ext cx="2963271" cy="75691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  <p:sp>
        <p:nvSpPr>
          <p:cNvPr id="22" name="Rectangle 21"/>
          <p:cNvSpPr/>
          <p:nvPr/>
        </p:nvSpPr>
        <p:spPr>
          <a:xfrm>
            <a:off x="220945" y="5037404"/>
            <a:ext cx="9230915" cy="75691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1697320548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6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6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3" fill="hold">
                            <p:stCondLst>
                              <p:cond delay="500"/>
                            </p:stCondLst>
                            <p:childTnLst>
                              <p:par>
                                <p:cTn id="24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1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6" dur="500"/>
                                        <p:tgtEl>
                                          <p:spTgt spid="21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7" fill="hold">
                      <p:stCondLst>
                        <p:cond delay="indefinite"/>
                      </p:stCondLst>
                      <p:childTnLst>
                        <p:par>
                          <p:cTn id="28" fill="hold">
                            <p:stCondLst>
                              <p:cond delay="0"/>
                            </p:stCondLst>
                            <p:childTnLst>
                              <p:par>
                                <p:cTn id="2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  <p:bldP spid="18" grpId="0"/>
      <p:bldP spid="19" grpId="0"/>
      <p:bldP spid="20" grpId="0"/>
      <p:bldP spid="21" grpId="0" animBg="1"/>
      <p:bldP spid="22" grpId="0" animBg="1"/>
    </p:bldLst>
  </p:timing>
</p:sld>
</file>

<file path=ppt/slides/slide2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Shape 399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grpSp>
        <p:nvGrpSpPr>
          <p:cNvPr id="16" name="Group 15"/>
          <p:cNvGrpSpPr/>
          <p:nvPr/>
        </p:nvGrpSpPr>
        <p:grpSpPr>
          <a:xfrm>
            <a:off x="291816" y="0"/>
            <a:ext cx="10949746" cy="1853348"/>
            <a:chOff x="291816" y="0"/>
            <a:chExt cx="10949746" cy="1853348"/>
          </a:xfrm>
        </p:grpSpPr>
        <p:sp>
          <p:nvSpPr>
            <p:cNvPr id="3" name="TextBox 2"/>
            <p:cNvSpPr txBox="1"/>
            <p:nvPr/>
          </p:nvSpPr>
          <p:spPr>
            <a:xfrm>
              <a:off x="1972266" y="0"/>
              <a:ext cx="7420621" cy="307777"/>
            </a:xfrm>
            <a:prstGeom prst="rect">
              <a:avLst/>
            </a:prstGeom>
            <a:noFill/>
          </p:spPr>
          <p:txBody>
            <a:bodyPr wrap="none" rtlCol="0">
              <a:spAutoFit/>
            </a:bodyPr>
            <a:lstStyle/>
            <a:p>
              <a:r>
                <a:rPr lang="en-IN" dirty="0">
                  <a:latin typeface="Cambria Math" panose="02040503050406030204" pitchFamily="18" charset="0"/>
                  <a:ea typeface="Cambria Math" panose="02040503050406030204" pitchFamily="18" charset="0"/>
                </a:rPr>
                <a:t>What is the probability that the match will be played if it is Sunny, Cool, Normal, and Weak. </a:t>
              </a:r>
            </a:p>
          </p:txBody>
        </p:sp>
        <mc:AlternateContent xmlns:mc="http://schemas.openxmlformats.org/markup-compatibility/2006" xmlns:a14="http://schemas.microsoft.com/office/drawing/2010/main">
          <mc:Choice Requires="a14">
            <p:sp>
              <p:nvSpPr>
                <p:cNvPr id="4" name="Rectangle 3"/>
                <p:cNvSpPr/>
                <p:nvPr/>
              </p:nvSpPr>
              <p:spPr>
                <a:xfrm>
                  <a:off x="291816" y="452579"/>
                  <a:ext cx="3587905" cy="53963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𝑌𝑒𝑠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𝑁𝑢𝑚𝑏𝑒𝑟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𝑌𝑒𝑠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𝑇𝑜𝑡𝑎𝑙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𝑁𝑢𝑚𝑏𝑒𝑟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𝑀𝑎𝑡𝑐h𝑒𝑠</m:t>
                            </m:r>
                          </m:den>
                        </m:f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4" name="Rectangle 3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816" y="452579"/>
                  <a:ext cx="3587905" cy="539635"/>
                </a:xfrm>
                <a:prstGeom prst="rect">
                  <a:avLst/>
                </a:prstGeom>
                <a:blipFill>
                  <a:blip r:embed="rId3"/>
                  <a:stretch>
                    <a:fillRect b="-4494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5" name="Rectangle 4"/>
                <p:cNvSpPr/>
                <p:nvPr/>
              </p:nvSpPr>
              <p:spPr>
                <a:xfrm>
                  <a:off x="291816" y="1313713"/>
                  <a:ext cx="3535327" cy="539635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𝑁𝑜</m:t>
                            </m:r>
                          </m:e>
                        </m:d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𝑁𝑢𝑚𝑏𝑒𝑟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𝑁𝑜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𝑇𝑜𝑡𝑎𝑙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𝑁𝑢𝑚𝑏𝑒𝑟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𝑜𝑓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 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𝑀𝑎𝑡𝑐h𝑒𝑠</m:t>
                            </m:r>
                          </m:den>
                        </m:f>
                        <m:r>
                          <a:rPr lang="en-IN" b="0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 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14</m:t>
                            </m:r>
                          </m:den>
                        </m:f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5" name="Rectangle 4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291816" y="1313713"/>
                  <a:ext cx="3535327" cy="539635"/>
                </a:xfrm>
                <a:prstGeom prst="rect">
                  <a:avLst/>
                </a:prstGeom>
                <a:blipFill>
                  <a:blip r:embed="rId4"/>
                  <a:stretch>
                    <a:fillRect b="-5682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6" name="Rectangle 5"/>
                <p:cNvSpPr/>
                <p:nvPr/>
              </p:nvSpPr>
              <p:spPr>
                <a:xfrm>
                  <a:off x="4197222" y="452578"/>
                  <a:ext cx="1678857" cy="4970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𝑆𝑢𝑛𝑛𝑦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𝑌𝑒𝑠</m:t>
                            </m:r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6" name="Rectangle 5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197222" y="452578"/>
                  <a:ext cx="1678857" cy="497059"/>
                </a:xfrm>
                <a:prstGeom prst="rect">
                  <a:avLst/>
                </a:prstGeom>
                <a:blipFill>
                  <a:blip r:embed="rId5"/>
                  <a:stretch>
                    <a:fillRect b="-122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7" name="Rectangle 6"/>
                <p:cNvSpPr/>
                <p:nvPr/>
              </p:nvSpPr>
              <p:spPr>
                <a:xfrm>
                  <a:off x="5991175" y="452578"/>
                  <a:ext cx="1534010" cy="4970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𝐶𝑜𝑜𝑙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𝑌𝑒𝑠</m:t>
                            </m:r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7" name="Rectangle 6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5991175" y="452578"/>
                  <a:ext cx="1534010" cy="497059"/>
                </a:xfrm>
                <a:prstGeom prst="rect">
                  <a:avLst/>
                </a:prstGeom>
                <a:blipFill>
                  <a:blip r:embed="rId6"/>
                  <a:stretch>
                    <a:fillRect b="-122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8" name="Rectangle 7"/>
                <p:cNvSpPr/>
                <p:nvPr/>
              </p:nvSpPr>
              <p:spPr>
                <a:xfrm>
                  <a:off x="7654958" y="452578"/>
                  <a:ext cx="1796902" cy="4970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𝑁𝑜𝑟𝑚𝑎𝑙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𝑌𝑒𝑠</m:t>
                            </m:r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8" name="Rectangle 7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54958" y="452578"/>
                  <a:ext cx="1796902" cy="497059"/>
                </a:xfrm>
                <a:prstGeom prst="rect">
                  <a:avLst/>
                </a:prstGeom>
                <a:blipFill>
                  <a:blip r:embed="rId7"/>
                  <a:stretch>
                    <a:fillRect b="-122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9" name="Rectangle 8"/>
                <p:cNvSpPr/>
                <p:nvPr/>
              </p:nvSpPr>
              <p:spPr>
                <a:xfrm>
                  <a:off x="9581633" y="442692"/>
                  <a:ext cx="1636154" cy="4970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𝑊𝑒𝑎𝑘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𝑌𝑒𝑠</m:t>
                            </m:r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6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9</m:t>
                            </m:r>
                          </m:den>
                        </m:f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9" name="Rectangle 8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581633" y="442692"/>
                  <a:ext cx="1636154" cy="497059"/>
                </a:xfrm>
                <a:prstGeom prst="rect">
                  <a:avLst/>
                </a:prstGeom>
                <a:blipFill>
                  <a:blip r:embed="rId8"/>
                  <a:stretch>
                    <a:fillRect b="-1235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0" name="Rectangle 9"/>
                <p:cNvSpPr/>
                <p:nvPr/>
              </p:nvSpPr>
              <p:spPr>
                <a:xfrm>
                  <a:off x="4220997" y="1201237"/>
                  <a:ext cx="1626279" cy="4970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𝑆𝑢𝑛𝑛𝑦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𝑁𝑜</m:t>
                            </m:r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3</m:t>
                            </m:r>
                          </m:num>
                          <m:den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0" name="Rectangle 9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4220997" y="1201237"/>
                  <a:ext cx="1626279" cy="497059"/>
                </a:xfrm>
                <a:prstGeom prst="rect">
                  <a:avLst/>
                </a:prstGeom>
                <a:blipFill>
                  <a:blip r:embed="rId9"/>
                  <a:stretch>
                    <a:fillRect b="-122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1" name="Rectangle 10"/>
                <p:cNvSpPr/>
                <p:nvPr/>
              </p:nvSpPr>
              <p:spPr>
                <a:xfrm>
                  <a:off x="6014950" y="1201237"/>
                  <a:ext cx="1471813" cy="4970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𝐶𝑜𝑜𝑙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𝑁𝑜</m:t>
                            </m:r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1" name="Rectangle 10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6014950" y="1201237"/>
                  <a:ext cx="1471813" cy="497059"/>
                </a:xfrm>
                <a:prstGeom prst="rect">
                  <a:avLst/>
                </a:prstGeom>
                <a:blipFill>
                  <a:blip r:embed="rId10"/>
                  <a:stretch>
                    <a:fillRect b="-122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2" name="Rectangle 11"/>
                <p:cNvSpPr/>
                <p:nvPr/>
              </p:nvSpPr>
              <p:spPr>
                <a:xfrm>
                  <a:off x="7678733" y="1201237"/>
                  <a:ext cx="1796902" cy="4970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𝑁𝑜𝑟𝑚𝑎𝑙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𝑁𝑜</m:t>
                            </m:r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1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2" name="Rectangle 11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7678733" y="1201237"/>
                  <a:ext cx="1796902" cy="497059"/>
                </a:xfrm>
                <a:prstGeom prst="rect">
                  <a:avLst/>
                </a:prstGeom>
                <a:blipFill>
                  <a:blip r:embed="rId11"/>
                  <a:stretch>
                    <a:fillRect b="-122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  <mc:AlternateContent xmlns:mc="http://schemas.openxmlformats.org/markup-compatibility/2006" xmlns:a14="http://schemas.microsoft.com/office/drawing/2010/main">
          <mc:Choice Requires="a14">
            <p:sp>
              <p:nvSpPr>
                <p:cNvPr id="13" name="Rectangle 12"/>
                <p:cNvSpPr/>
                <p:nvPr/>
              </p:nvSpPr>
              <p:spPr>
                <a:xfrm>
                  <a:off x="9605408" y="1191351"/>
                  <a:ext cx="1636154" cy="497059"/>
                </a:xfrm>
                <a:prstGeom prst="rect">
                  <a:avLst/>
                </a:prstGeom>
              </p:spPr>
              <p:txBody>
                <a:bodyPr wrap="none">
                  <a:spAutoFit/>
                </a:bodyPr>
                <a:lstStyle/>
                <a:p>
                  <a:pPr/>
                  <a14:m>
                    <m:oMathPara xmlns:m="http://schemas.openxmlformats.org/officeDocument/2006/math">
                      <m:oMathParaPr>
                        <m:jc m:val="centerGroup"/>
                      </m:oMathParaPr>
                      <m:oMath xmlns:m="http://schemas.openxmlformats.org/officeDocument/2006/math">
                        <m:r>
                          <a:rPr lang="en-IN" i="1" smtClean="0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𝑃</m:t>
                        </m:r>
                        <m:d>
                          <m:d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dPr>
                          <m:e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𝑊𝑒𝑎𝑘</m:t>
                            </m:r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|</m:t>
                            </m:r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𝑁𝑜</m:t>
                            </m:r>
                          </m:e>
                        </m:d>
                        <m:r>
                          <a:rPr lang="en-IN" i="1">
                            <a:latin typeface="Cambria Math" panose="02040503050406030204" pitchFamily="18" charset="0"/>
                            <a:ea typeface="Cambria Math" panose="02040503050406030204" pitchFamily="18" charset="0"/>
                          </a:rPr>
                          <m:t>=</m:t>
                        </m:r>
                        <m:f>
                          <m:fPr>
                            <m:ctrlP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</m:ctrlPr>
                          </m:fPr>
                          <m:num>
                            <m:r>
                              <a:rPr lang="en-IN" b="0" i="1" smtClean="0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2</m:t>
                            </m:r>
                          </m:num>
                          <m:den>
                            <m:r>
                              <a:rPr lang="en-IN" i="1">
                                <a:latin typeface="Cambria Math" panose="02040503050406030204" pitchFamily="18" charset="0"/>
                                <a:ea typeface="Cambria Math" panose="02040503050406030204" pitchFamily="18" charset="0"/>
                              </a:rPr>
                              <m:t>5</m:t>
                            </m:r>
                          </m:den>
                        </m:f>
                      </m:oMath>
                    </m:oMathPara>
                  </a14:m>
                  <a:endParaRPr lang="en-IN" dirty="0">
                    <a:latin typeface="Cambria Math" panose="02040503050406030204" pitchFamily="18" charset="0"/>
                    <a:ea typeface="Cambria Math" panose="02040503050406030204" pitchFamily="18" charset="0"/>
                  </a:endParaRPr>
                </a:p>
              </p:txBody>
            </p:sp>
          </mc:Choice>
          <mc:Fallback xmlns="">
            <p:sp>
              <p:nvSpPr>
                <p:cNvPr id="13" name="Rectangle 12"/>
                <p:cNvSpPr>
                  <a:spLocks noRot="1" noChangeAspect="1" noMove="1" noResize="1" noEditPoints="1" noAdjustHandles="1" noChangeArrowheads="1" noChangeShapeType="1" noTextEdit="1"/>
                </p:cNvSpPr>
                <p:nvPr/>
              </p:nvSpPr>
              <p:spPr>
                <a:xfrm>
                  <a:off x="9605408" y="1191351"/>
                  <a:ext cx="1636154" cy="497059"/>
                </a:xfrm>
                <a:prstGeom prst="rect">
                  <a:avLst/>
                </a:prstGeom>
                <a:blipFill>
                  <a:blip r:embed="rId12"/>
                  <a:stretch>
                    <a:fillRect b="-1220"/>
                  </a:stretch>
                </a:blipFill>
              </p:spPr>
              <p:txBody>
                <a:bodyPr/>
                <a:lstStyle/>
                <a:p>
                  <a:r>
                    <a:rPr lang="en-IN">
                      <a:noFill/>
                    </a:rPr>
                    <a:t> </a:t>
                  </a:r>
                </a:p>
              </p:txBody>
            </p:sp>
          </mc:Fallback>
        </mc:AlternateContent>
      </p:grpSp>
      <mc:AlternateContent xmlns:mc="http://schemas.openxmlformats.org/markup-compatibility/2006" xmlns:a14="http://schemas.microsoft.com/office/drawing/2010/main">
        <mc:Choice Requires="a14">
          <p:sp>
            <p:nvSpPr>
              <p:cNvPr id="14" name="Rectangle 13"/>
              <p:cNvSpPr/>
              <p:nvPr/>
            </p:nvSpPr>
            <p:spPr>
              <a:xfrm>
                <a:off x="54095" y="2138323"/>
                <a:ext cx="9397765" cy="676211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𝑌𝑒𝑠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𝑡𝑜𝑑𝑎𝑦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𝑆𝑢𝑛𝑛𝑦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𝑌𝑒𝑠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𝐶𝑜𝑜𝑙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𝑌𝑒𝑠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𝑁𝑜𝑟𝑚𝑎𝑙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𝑌𝑒𝑠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𝑊𝑒𝑎𝑘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𝑌𝑒𝑠</m:t>
                              </m:r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𝑌𝑒𝑠</m:t>
                              </m:r>
                            </m:e>
                          </m:d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𝑡𝑜𝑑𝑎𝑦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 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6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den>
                          </m:f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9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𝑡𝑜𝑑𝑎𝑦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 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0.021164</m:t>
                          </m:r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𝑡𝑜𝑑𝑎𝑦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4" name="Rectangle 13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5" y="2138323"/>
                <a:ext cx="9397765" cy="676211"/>
              </a:xfrm>
              <a:prstGeom prst="rect">
                <a:avLst/>
              </a:prstGeom>
              <a:blipFill>
                <a:blip r:embed="rId13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5" name="Rectangle 14"/>
              <p:cNvSpPr/>
              <p:nvPr/>
            </p:nvSpPr>
            <p:spPr>
              <a:xfrm>
                <a:off x="54095" y="2864409"/>
                <a:ext cx="8921993" cy="681918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𝑡𝑜𝑑𝑎𝑦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𝑆𝑢𝑛𝑛𝑦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𝑁𝑜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𝐶𝑜𝑜𝑙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𝑁𝑜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𝑁𝑜𝑟𝑚𝑎𝑙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𝑁𝑜</m:t>
                              </m:r>
                            </m:e>
                          </m:d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𝑊𝑒𝑎𝑘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|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𝑁𝑜</m:t>
                              </m:r>
                            </m:e>
                          </m:d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dPr>
                            <m:e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𝑁𝑜</m:t>
                              </m:r>
                            </m:e>
                          </m:d>
                        </m:num>
                        <m:den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𝑡𝑜𝑑𝑎𝑦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3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2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den>
                          </m:f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𝑥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 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5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14</m:t>
                              </m:r>
                            </m:den>
                          </m:f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𝑡𝑜𝑑𝑎𝑦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0.003429</m:t>
                          </m:r>
                        </m:num>
                        <m:den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𝑃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(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𝑡𝑜𝑑𝑎𝑦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)</m:t>
                          </m:r>
                        </m:den>
                      </m:f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5" name="Rectangle 14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5" y="2864409"/>
                <a:ext cx="8921993" cy="681918"/>
              </a:xfrm>
              <a:prstGeom prst="rect">
                <a:avLst/>
              </a:prstGeom>
              <a:blipFill>
                <a:blip r:embed="rId14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7" name="Rectangle 16"/>
              <p:cNvSpPr/>
              <p:nvPr/>
            </p:nvSpPr>
            <p:spPr>
              <a:xfrm>
                <a:off x="54095" y="3726521"/>
                <a:ext cx="2887265" cy="307777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𝑌𝑒𝑠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𝑡𝑜𝑑𝑎𝑦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+</m:t>
                      </m:r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𝑡𝑜𝑑𝑎𝑦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=1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7" name="Rectangle 16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4095" y="3726521"/>
                <a:ext cx="2887265" cy="307777"/>
              </a:xfrm>
              <a:prstGeom prst="rect">
                <a:avLst/>
              </a:prstGeom>
              <a:blipFill>
                <a:blip r:embed="rId15"/>
                <a:stretch>
                  <a:fillRect b="-7843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8" name="Rectangle 17"/>
              <p:cNvSpPr/>
              <p:nvPr/>
            </p:nvSpPr>
            <p:spPr>
              <a:xfrm>
                <a:off x="117114" y="4371005"/>
                <a:ext cx="3930499" cy="8934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𝑌𝑒𝑠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𝑡𝑜𝑑𝑎𝑦</m:t>
                          </m:r>
                        </m:e>
                      </m:d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 </m:t>
                      </m:r>
                      <m:f>
                        <m:fPr>
                          <m:ctrlP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0.021164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𝑡𝑜𝑑𝑎𝑦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0.021164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𝑡𝑜𝑑𝑎𝑦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IN" b="0" i="1" smtClean="0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0.003429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𝑡𝑜𝑑𝑎𝑦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den>
                      </m:f>
                      <m:r>
                        <a:rPr lang="en-IN" b="0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=0.86 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8" name="Rectangle 17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14" y="4371005"/>
                <a:ext cx="3930499" cy="893450"/>
              </a:xfrm>
              <a:prstGeom prst="rect">
                <a:avLst/>
              </a:prstGeom>
              <a:blipFill>
                <a:blip r:embed="rId16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19" name="Rectangle 18"/>
              <p:cNvSpPr/>
              <p:nvPr/>
            </p:nvSpPr>
            <p:spPr>
              <a:xfrm>
                <a:off x="5390368" y="4371005"/>
                <a:ext cx="3851695" cy="89345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i="1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𝑃</m:t>
                      </m:r>
                      <m:d>
                        <m:d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dPr>
                        <m:e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𝑁𝑜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|</m:t>
                          </m:r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𝑡𝑜𝑑𝑎𝑦</m:t>
                          </m:r>
                        </m:e>
                      </m:d>
                      <m:r>
                        <a:rPr lang="en-IN" i="1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</m:t>
                      </m:r>
                      <m:f>
                        <m:fPr>
                          <m:ctrlP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</m:ctrlPr>
                        </m:fPr>
                        <m:num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0.003429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𝑡𝑜𝑑𝑎𝑦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num>
                        <m:den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0.021164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𝑡𝑜𝑑𝑎𝑦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  <m:r>
                            <a:rPr lang="en-IN" i="1">
                              <a:latin typeface="Cambria Math" panose="02040503050406030204" pitchFamily="18" charset="0"/>
                              <a:ea typeface="Cambria Math" panose="02040503050406030204" pitchFamily="18" charset="0"/>
                            </a:rPr>
                            <m:t>+</m:t>
                          </m:r>
                          <m:f>
                            <m:fPr>
                              <m:ctrlP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</m:ctrlPr>
                            </m:fPr>
                            <m:num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0.003429</m:t>
                              </m:r>
                            </m:num>
                            <m:den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𝑃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(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𝑡𝑜𝑑𝑎𝑦</m:t>
                              </m:r>
                              <m:r>
                                <a:rPr lang="en-IN" i="1">
                                  <a:latin typeface="Cambria Math" panose="02040503050406030204" pitchFamily="18" charset="0"/>
                                  <a:ea typeface="Cambria Math" panose="02040503050406030204" pitchFamily="18" charset="0"/>
                                </a:rPr>
                                <m:t>)</m:t>
                              </m:r>
                            </m:den>
                          </m:f>
                        </m:den>
                      </m:f>
                      <m:r>
                        <a:rPr lang="en-IN" b="0" i="1" dirty="0" smtClean="0">
                          <a:latin typeface="Cambria Math" panose="02040503050406030204" pitchFamily="18" charset="0"/>
                          <a:ea typeface="Cambria Math" panose="02040503050406030204" pitchFamily="18" charset="0"/>
                        </a:rPr>
                        <m:t>=0.139</m:t>
                      </m:r>
                    </m:oMath>
                  </m:oMathPara>
                </a14:m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19" name="Rectangle 18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5390368" y="4371005"/>
                <a:ext cx="3851695" cy="893450"/>
              </a:xfrm>
              <a:prstGeom prst="rect">
                <a:avLst/>
              </a:prstGeom>
              <a:blipFill>
                <a:blip r:embed="rId17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0" name="Rectangle 19"/>
          <p:cNvSpPr/>
          <p:nvPr/>
        </p:nvSpPr>
        <p:spPr>
          <a:xfrm>
            <a:off x="117114" y="4304497"/>
            <a:ext cx="9230915" cy="959958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>
              <a:latin typeface="Cambria Math" panose="02040503050406030204" pitchFamily="18" charset="0"/>
              <a:ea typeface="Cambria Math" panose="02040503050406030204" pitchFamily="18" charset="0"/>
            </a:endParaRPr>
          </a:p>
        </p:txBody>
      </p:sp>
      <mc:AlternateContent xmlns:mc="http://schemas.openxmlformats.org/markup-compatibility/2006" xmlns:a14="http://schemas.microsoft.com/office/drawing/2010/main">
        <mc:Choice Requires="a14">
          <p:sp>
            <p:nvSpPr>
              <p:cNvPr id="2" name="Rectangle 1"/>
              <p:cNvSpPr/>
              <p:nvPr/>
            </p:nvSpPr>
            <p:spPr>
              <a:xfrm>
                <a:off x="117114" y="5499405"/>
                <a:ext cx="11194668" cy="523220"/>
              </a:xfrm>
              <a:prstGeom prst="rect">
                <a:avLst/>
              </a:prstGeom>
            </p:spPr>
            <p:txBody>
              <a:bodyPr wrap="none">
                <a:spAutoFit/>
              </a:bodyPr>
              <a:lstStyle/>
              <a:p>
                <a14:m>
                  <m:oMath xmlns:m="http://schemas.openxmlformats.org/officeDocument/2006/math"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𝑇h𝑒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𝑡𝑒𝑟𝑚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𝑃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(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𝑡𝑜𝑑𝑎𝑦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)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𝑎𝑝𝑝𝑒𝑎𝑟𝑠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𝑖𝑛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𝑏𝑜𝑡h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𝑛𝑢𝑚𝑒𝑟𝑎𝑡𝑜𝑟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𝑎𝑛𝑑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𝑡h𝑒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𝑑𝑒𝑛𝑜𝑚𝑖𝑛𝑎𝑡𝑜𝑟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,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𝑠𝑜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𝑖𝑡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𝑤𝑖𝑙𝑙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𝑐𝑎𝑛𝑐𝑒𝑙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 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𝑜𝑢𝑡</m:t>
                    </m:r>
                    <m:r>
                      <a:rPr lang="en-US" i="1">
                        <a:latin typeface="Cambria Math" panose="02040503050406030204" pitchFamily="18" charset="0"/>
                        <a:ea typeface="Cambria Math" panose="02040503050406030204" pitchFamily="18" charset="0"/>
                      </a:rPr>
                      <m:t>.</m:t>
                    </m:r>
                  </m:oMath>
                </a14:m>
                <a:r>
                  <a:rPr lang="en-IN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 </a:t>
                </a:r>
                <a:r>
                  <a:rPr lang="en-IN" i="1" dirty="0">
                    <a:latin typeface="Cambria Math" panose="02040503050406030204" pitchFamily="18" charset="0"/>
                    <a:ea typeface="Cambria Math" panose="02040503050406030204" pitchFamily="18" charset="0"/>
                  </a:rPr>
                  <a:t>There wont be an y change in the final results.</a:t>
                </a:r>
              </a:p>
              <a:p>
                <a:pPr marL="285750" indent="-285750">
                  <a:buFont typeface="Arial" panose="020B0604020202020204" pitchFamily="34" charset="0"/>
                  <a:buChar char="•"/>
                </a:pPr>
                <a:endParaRPr lang="en-IN" dirty="0">
                  <a:latin typeface="Cambria Math" panose="02040503050406030204" pitchFamily="18" charset="0"/>
                  <a:ea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" name="Rectangle 1"/>
              <p:cNvSpPr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117114" y="5499405"/>
                <a:ext cx="11194668" cy="523220"/>
              </a:xfrm>
              <a:prstGeom prst="rect">
                <a:avLst/>
              </a:prstGeom>
              <a:blipFill>
                <a:blip r:embed="rId18"/>
                <a:stretch>
                  <a:fillRect t="-3488"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mc:AlternateContent xmlns:mc="http://schemas.openxmlformats.org/markup-compatibility/2006" xmlns:a14="http://schemas.microsoft.com/office/drawing/2010/main">
        <mc:Choice Requires="a14">
          <p:sp>
            <p:nvSpPr>
              <p:cNvPr id="22" name="TextBox 21"/>
              <p:cNvSpPr txBox="1"/>
              <p:nvPr/>
            </p:nvSpPr>
            <p:spPr>
              <a:xfrm>
                <a:off x="3515501" y="5998701"/>
                <a:ext cx="3742178" cy="588174"/>
              </a:xfrm>
              <a:prstGeom prst="rect">
                <a:avLst/>
              </a:prstGeom>
              <a:noFill/>
            </p:spPr>
            <p:txBody>
              <a:bodyPr wrap="none" lIns="0" tIns="0" rIns="0" bIns="0" rtlCol="0">
                <a:spAutoFit/>
              </a:bodyPr>
              <a:lstStyle/>
              <a:p>
                <a:pPr/>
                <a14:m>
                  <m:oMathPara xmlns:m="http://schemas.openxmlformats.org/officeDocument/2006/math">
                    <m:oMathParaPr>
                      <m:jc m:val="centerGroup"/>
                    </m:oMathParaPr>
                    <m:oMath xmlns:m="http://schemas.openxmlformats.org/officeDocument/2006/math"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𝑃𝑟𝑒𝑑𝑖𝑐𝑡𝑒𝑑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𝐶𝑙𝑎𝑠𝑠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=</m:t>
                      </m:r>
                      <m:sSub>
                        <m:sSubPr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𝑎𝑟𝑔𝑚𝑎𝑥</m:t>
                          </m:r>
                        </m:e>
                        <m:sub>
                          <m:sSub>
                            <m:sSubPr>
                              <m:ctrlP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</m:ctrlPr>
                            </m:sSubPr>
                            <m:e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𝑐</m:t>
                              </m:r>
                            </m:e>
                            <m:sub>
                              <m:r>
                                <a:rPr lang="en-IN" b="0" i="1" smtClean="0">
                                  <a:latin typeface="Cambria Math" panose="02040503050406030204" pitchFamily="18" charset="0"/>
                                </a:rPr>
                                <m:t>𝑖</m:t>
                              </m:r>
                            </m:sub>
                          </m:sSub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 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𝑃</m:t>
                      </m:r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(</m:t>
                      </m:r>
                      <m:sSub>
                        <m:sSubPr>
                          <m:ctrlPr>
                            <a:rPr lang="en-IN" i="1">
                              <a:latin typeface="Cambria Math" panose="02040503050406030204" pitchFamily="18" charset="0"/>
                            </a:rPr>
                          </m:ctrlPr>
                        </m:sSubPr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𝑐</m:t>
                          </m:r>
                        </m:e>
                        <m:sub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𝑖</m:t>
                          </m:r>
                        </m:sub>
                      </m:sSub>
                      <m:r>
                        <a:rPr lang="en-IN" b="0" i="1" smtClean="0">
                          <a:latin typeface="Cambria Math" panose="02040503050406030204" pitchFamily="18" charset="0"/>
                        </a:rPr>
                        <m:t>)</m:t>
                      </m:r>
                      <m:nary>
                        <m:naryPr>
                          <m:chr m:val="∏"/>
                          <m:ctrlPr>
                            <a:rPr lang="en-IN" b="0" i="1" smtClean="0">
                              <a:latin typeface="Cambria Math" panose="02040503050406030204" pitchFamily="18" charset="0"/>
                            </a:rPr>
                          </m:ctrlPr>
                        </m:naryPr>
                        <m:sub>
                          <m:r>
                            <m:rPr>
                              <m:brk m:alnAt="23"/>
                            </m:rPr>
                            <a:rPr lang="en-IN" b="0" i="1" smtClean="0">
                              <a:latin typeface="Cambria Math" panose="02040503050406030204" pitchFamily="18" charset="0"/>
                            </a:rPr>
                            <m:t>𝑖</m:t>
                          </m:r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=1</m:t>
                          </m:r>
                        </m:sub>
                        <m:sup>
                          <m:r>
                            <a:rPr lang="en-IN" b="0" i="1" smtClean="0">
                              <a:latin typeface="Cambria Math" panose="02040503050406030204" pitchFamily="18" charset="0"/>
                            </a:rPr>
                            <m:t>𝑛</m:t>
                          </m:r>
                        </m:sup>
                        <m:e>
                          <m:r>
                            <a:rPr lang="en-IN" i="1">
                              <a:latin typeface="Cambria Math" panose="02040503050406030204" pitchFamily="18" charset="0"/>
                            </a:rPr>
                            <m:t>𝑃</m:t>
                          </m:r>
                          <m:d>
                            <m:dPr>
                              <m:ctrlPr>
                                <a:rPr lang="en-IN" i="1">
                                  <a:latin typeface="Cambria Math" panose="02040503050406030204" pitchFamily="18" charset="0"/>
                                </a:rPr>
                              </m:ctrlPr>
                            </m:dPr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𝛳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  <m:e>
                              <m:sSub>
                                <m:sSubPr>
                                  <m:ctrlPr>
                                    <a:rPr lang="en-IN" i="1">
                                      <a:latin typeface="Cambria Math" panose="02040503050406030204" pitchFamily="18" charset="0"/>
                                    </a:rPr>
                                  </m:ctrlPr>
                                </m:sSubPr>
                                <m:e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𝑐</m:t>
                                  </m:r>
                                </m:e>
                                <m:sub>
                                  <m:r>
                                    <a:rPr lang="en-IN" i="1">
                                      <a:latin typeface="Cambria Math" panose="02040503050406030204" pitchFamily="18" charset="0"/>
                                    </a:rPr>
                                    <m:t>𝑖</m:t>
                                  </m:r>
                                </m:sub>
                              </m:sSub>
                            </m:e>
                          </m:d>
                          <m:r>
                            <m:rPr>
                              <m:nor/>
                            </m:rPr>
                            <a:rPr lang="en-IN" dirty="0"/>
                            <m:t> </m:t>
                          </m:r>
                        </m:e>
                      </m:nary>
                    </m:oMath>
                  </m:oMathPara>
                </a14:m>
                <a:endParaRPr lang="en-IN" i="1" dirty="0">
                  <a:latin typeface="Cambria Math" panose="02040503050406030204" pitchFamily="18" charset="0"/>
                </a:endParaRPr>
              </a:p>
            </p:txBody>
          </p:sp>
        </mc:Choice>
        <mc:Fallback xmlns="">
          <p:sp>
            <p:nvSpPr>
              <p:cNvPr id="22" name="TextBox 21"/>
              <p:cNvSpPr txBox="1">
                <a:spLocks noRot="1" noChangeAspect="1" noMove="1" noResize="1" noEditPoints="1" noAdjustHandles="1" noChangeArrowheads="1" noChangeShapeType="1" noTextEdit="1"/>
              </p:cNvSpPr>
              <p:nvPr/>
            </p:nvSpPr>
            <p:spPr>
              <a:xfrm>
                <a:off x="3515501" y="5998701"/>
                <a:ext cx="3742178" cy="588174"/>
              </a:xfrm>
              <a:prstGeom prst="rect">
                <a:avLst/>
              </a:prstGeom>
              <a:blipFill>
                <a:blip r:embed="rId19"/>
                <a:stretch>
                  <a:fillRect/>
                </a:stretch>
              </a:blipFill>
            </p:spPr>
            <p:txBody>
              <a:bodyPr/>
              <a:lstStyle/>
              <a:p>
                <a:r>
                  <a:rPr lang="en-IN">
                    <a:noFill/>
                  </a:rPr>
                  <a:t> </a:t>
                </a:r>
              </a:p>
            </p:txBody>
          </p:sp>
        </mc:Fallback>
      </mc:AlternateContent>
      <p:sp>
        <p:nvSpPr>
          <p:cNvPr id="23" name="Rectangle 22"/>
          <p:cNvSpPr/>
          <p:nvPr/>
        </p:nvSpPr>
        <p:spPr>
          <a:xfrm>
            <a:off x="3392149" y="5926294"/>
            <a:ext cx="3859233" cy="756913"/>
          </a:xfrm>
          <a:prstGeom prst="rect">
            <a:avLst/>
          </a:prstGeom>
          <a:noFill/>
          <a:ln>
            <a:solidFill>
              <a:schemeClr val="accent6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IN"/>
          </a:p>
        </p:txBody>
      </p:sp>
    </p:spTree>
    <p:extLst>
      <p:ext uri="{BB962C8B-B14F-4D97-AF65-F5344CB8AC3E}">
        <p14:creationId xmlns:p14="http://schemas.microsoft.com/office/powerpoint/2010/main" val="337599567"/>
      </p:ext>
    </p:extLst>
  </p:cSld>
  <p:clrMapOvr>
    <a:masterClrMapping/>
  </p:clrMapOvr>
  <p:timing>
    <p:tnLst>
      <p:par>
        <p:cTn id="1" dur="indefinite" restart="never" nodeType="tmRoot">
          <p:childTnLst>
            <p:seq concurrent="1" nextAc="seek">
              <p:cTn id="2" dur="indefinite" nodeType="mainSeq">
                <p:childTnLst>
                  <p:par>
                    <p:cTn id="3" fill="hold">
                      <p:stCondLst>
                        <p:cond delay="indefinite"/>
                      </p:stCondLst>
                      <p:childTnLst>
                        <p:par>
                          <p:cTn id="4" fill="hold">
                            <p:stCondLst>
                              <p:cond delay="0"/>
                            </p:stCondLst>
                            <p:childTnLst>
                              <p:par>
                                <p:cTn id="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4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7" dur="500"/>
                                        <p:tgtEl>
                                          <p:spTgt spid="14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8" fill="hold">
                      <p:stCondLst>
                        <p:cond delay="indefinite"/>
                      </p:stCondLst>
                      <p:childTnLst>
                        <p:par>
                          <p:cTn id="9" fill="hold">
                            <p:stCondLst>
                              <p:cond delay="0"/>
                            </p:stCondLst>
                            <p:childTnLst>
                              <p:par>
                                <p:cTn id="1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5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2" dur="500"/>
                                        <p:tgtEl>
                                          <p:spTgt spid="15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3" fill="hold">
                      <p:stCondLst>
                        <p:cond delay="indefinite"/>
                      </p:stCondLst>
                      <p:childTnLst>
                        <p:par>
                          <p:cTn id="14" fill="hold">
                            <p:stCondLst>
                              <p:cond delay="0"/>
                            </p:stCondLst>
                            <p:childTnLst>
                              <p:par>
                                <p:cTn id="1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1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7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17" dur="500"/>
                                        <p:tgtEl>
                                          <p:spTgt spid="17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18" fill="hold">
                      <p:stCondLst>
                        <p:cond delay="indefinite"/>
                      </p:stCondLst>
                      <p:childTnLst>
                        <p:par>
                          <p:cTn id="19" fill="hold">
                            <p:stCondLst>
                              <p:cond delay="0"/>
                            </p:stCondLst>
                            <p:childTnLst>
                              <p:par>
                                <p:cTn id="20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1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8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2" dur="500"/>
                                        <p:tgtEl>
                                          <p:spTgt spid="18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23" fill="hold">
                      <p:stCondLst>
                        <p:cond delay="indefinite"/>
                      </p:stCondLst>
                      <p:childTnLst>
                        <p:par>
                          <p:cTn id="24" fill="hold">
                            <p:stCondLst>
                              <p:cond delay="0"/>
                            </p:stCondLst>
                            <p:childTnLst>
                              <p:par>
                                <p:cTn id="25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26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19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27" dur="500"/>
                                        <p:tgtEl>
                                          <p:spTgt spid="19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28" fill="hold">
                            <p:stCondLst>
                              <p:cond delay="500"/>
                            </p:stCondLst>
                            <p:childTnLst>
                              <p:par>
                                <p:cTn id="29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0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1" dur="500"/>
                                        <p:tgtEl>
                                          <p:spTgt spid="20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2" fill="hold">
                      <p:stCondLst>
                        <p:cond delay="indefinite"/>
                      </p:stCondLst>
                      <p:childTnLst>
                        <p:par>
                          <p:cTn id="33" fill="hold">
                            <p:stCondLst>
                              <p:cond delay="0"/>
                            </p:stCondLst>
                            <p:childTnLst>
                              <p:par>
                                <p:cTn id="34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35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36" dur="500"/>
                                        <p:tgtEl>
                                          <p:spTgt spid="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  <p:par>
                    <p:cTn id="37" fill="hold">
                      <p:stCondLst>
                        <p:cond delay="indefinite"/>
                      </p:stCondLst>
                      <p:childTnLst>
                        <p:par>
                          <p:cTn id="38" fill="hold">
                            <p:stCondLst>
                              <p:cond delay="0"/>
                            </p:stCondLst>
                            <p:childTnLst>
                              <p:par>
                                <p:cTn id="39" presetID="10" presetClass="entr" presetSubtype="0" fill="hold" grpId="0" nodeType="click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0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2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1" dur="500"/>
                                        <p:tgtEl>
                                          <p:spTgt spid="22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  <p:par>
                          <p:cTn id="42" fill="hold">
                            <p:stCondLst>
                              <p:cond delay="500"/>
                            </p:stCondLst>
                            <p:childTnLst>
                              <p:par>
                                <p:cTn id="43" presetID="10" presetClass="entr" presetSubtype="0" fill="hold" grpId="0" nodeType="afterEffect">
                                  <p:stCondLst>
                                    <p:cond delay="0"/>
                                  </p:stCondLst>
                                  <p:childTnLst>
                                    <p:set>
                                      <p:cBhvr>
                                        <p:cTn id="44" dur="1" fill="hold">
                                          <p:stCondLst>
                                            <p:cond delay="0"/>
                                          </p:stCondLst>
                                        </p:cTn>
                                        <p:tgtEl>
                                          <p:spTgt spid="23"/>
                                        </p:tgtEl>
                                        <p:attrNameLst>
                                          <p:attrName>style.visibility</p:attrName>
                                        </p:attrNameLst>
                                      </p:cBhvr>
                                      <p:to>
                                        <p:strVal val="visible"/>
                                      </p:to>
                                    </p:set>
                                    <p:animEffect transition="in" filter="fade">
                                      <p:cBhvr>
                                        <p:cTn id="45" dur="500"/>
                                        <p:tgtEl>
                                          <p:spTgt spid="23"/>
                                        </p:tgtEl>
                                      </p:cBhvr>
                                    </p:animEffect>
                                  </p:childTnLst>
                                </p:cTn>
                              </p:par>
                            </p:childTnLst>
                          </p:cTn>
                        </p:par>
                      </p:childTnLst>
                    </p:cTn>
                  </p:par>
                </p:childTnLst>
              </p:cTn>
              <p:prevCondLst>
                <p:cond evt="onPrev" delay="0">
                  <p:tgtEl>
                    <p:sldTgt/>
                  </p:tgtEl>
                </p:cond>
              </p:prevCondLst>
              <p:nextCondLst>
                <p:cond evt="onNext" delay="0">
                  <p:tgtEl>
                    <p:sldTgt/>
                  </p:tgtEl>
                </p:cond>
              </p:nextCondLst>
            </p:seq>
          </p:childTnLst>
        </p:cTn>
      </p:par>
    </p:tnLst>
    <p:bldLst>
      <p:bldP spid="14" grpId="0"/>
      <p:bldP spid="15" grpId="0"/>
      <p:bldP spid="17" grpId="0"/>
      <p:bldP spid="18" grpId="0"/>
      <p:bldP spid="19" grpId="0"/>
      <p:bldP spid="20" grpId="0" animBg="1"/>
      <p:bldP spid="2" grpId="0"/>
      <p:bldP spid="22" grpId="0"/>
      <p:bldP spid="23" grpId="0" animBg="1"/>
    </p:bldLst>
  </p:timing>
</p:sld>
</file>

<file path=ppt/theme/theme1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462C1"/>
      </a:hlink>
      <a:folHlink>
        <a:srgbClr val="800080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rgbClr val="000000"/>
      </a:dk1>
      <a:lt1>
        <a:srgbClr val="FFFFFF"/>
      </a:lt1>
      <a:dk2>
        <a:srgbClr val="44546A"/>
      </a:dk2>
      <a:lt2>
        <a:srgbClr val="E7E6E6"/>
      </a:lt2>
      <a:accent1>
        <a:srgbClr val="5B9BD5"/>
      </a:accent1>
      <a:accent2>
        <a:srgbClr val="ED7D31"/>
      </a:accent2>
      <a:accent3>
        <a:srgbClr val="A5A5A5"/>
      </a:accent3>
      <a:accent4>
        <a:srgbClr val="FFC000"/>
      </a:accent4>
      <a:accent5>
        <a:srgbClr val="4472C4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Arial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/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785</TotalTime>
  <Words>969</Words>
  <Application>Microsoft Office PowerPoint</Application>
  <PresentationFormat>Widescreen</PresentationFormat>
  <Paragraphs>533</Paragraphs>
  <Slides>20</Slides>
  <Notes>19</Notes>
  <HiddenSlides>0</HiddenSlides>
  <MMClips>0</MMClips>
  <ScaleCrop>false</ScaleCrop>
  <HeadingPairs>
    <vt:vector size="6" baseType="variant">
      <vt:variant>
        <vt:lpstr>Fonts Used</vt:lpstr>
      </vt:variant>
      <vt:variant>
        <vt:i4>5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20</vt:i4>
      </vt:variant>
    </vt:vector>
  </HeadingPairs>
  <TitlesOfParts>
    <vt:vector size="26" baseType="lpstr">
      <vt:lpstr>Times</vt:lpstr>
      <vt:lpstr>Cambria Math</vt:lpstr>
      <vt:lpstr>Arial</vt:lpstr>
      <vt:lpstr>Times New Roman</vt:lpstr>
      <vt:lpstr>Calibri</vt:lpstr>
      <vt:lpstr>Office Theme</vt:lpstr>
      <vt:lpstr>Digital Data</vt:lpstr>
      <vt:lpstr>PowerPoint Presentation</vt:lpstr>
      <vt:lpstr>PowerPoint Presentation</vt:lpstr>
      <vt:lpstr>PowerPoint Presentation</vt:lpstr>
      <vt:lpstr>PowerPoint Presentation</vt:lpstr>
      <vt:lpstr>Machine Learning</vt:lpstr>
      <vt:lpstr>PowerPoint Presentation</vt:lpstr>
      <vt:lpstr>PowerPoint Presentation</vt:lpstr>
      <vt:lpstr>k nearest neighbour</vt:lpstr>
      <vt:lpstr>PowerPoint Presentation</vt:lpstr>
      <vt:lpstr>PowerPoint Presentation</vt:lpstr>
      <vt:lpstr>PowerPoint Presentation</vt:lpstr>
      <vt:lpstr>PowerPoint Presentation</vt:lpstr>
      <vt:lpstr>Naive Bayes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Digital Data</dc:title>
  <dc:creator>rishav.singh@bennett.edu.in</dc:creator>
  <cp:lastModifiedBy>Rishav Singh</cp:lastModifiedBy>
  <cp:revision>97</cp:revision>
  <dcterms:created xsi:type="dcterms:W3CDTF">2021-03-01T04:55:48Z</dcterms:created>
  <dcterms:modified xsi:type="dcterms:W3CDTF">2025-01-31T16:10:57Z</dcterms:modified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Creator">
    <vt:lpwstr>Microsoft® PowerPoint® 2016</vt:lpwstr>
  </property>
  <property fmtid="{D5CDD505-2E9C-101B-9397-08002B2CF9AE}" pid="3" name="KSOProductBuildVer">
    <vt:lpwstr>1033-3.1.1.5096</vt:lpwstr>
  </property>
</Properties>
</file>