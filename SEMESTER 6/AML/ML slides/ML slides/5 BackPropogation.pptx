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325" r:id="rId2"/>
    <p:sldId id="331" r:id="rId3"/>
    <p:sldId id="329" r:id="rId4"/>
    <p:sldId id="353" r:id="rId5"/>
    <p:sldId id="335" r:id="rId6"/>
    <p:sldId id="336" r:id="rId7"/>
    <p:sldId id="337" r:id="rId8"/>
    <p:sldId id="339" r:id="rId9"/>
    <p:sldId id="340" r:id="rId10"/>
    <p:sldId id="342" r:id="rId11"/>
    <p:sldId id="344" r:id="rId12"/>
    <p:sldId id="345" r:id="rId13"/>
    <p:sldId id="346" r:id="rId14"/>
    <p:sldId id="348" r:id="rId15"/>
    <p:sldId id="349" r:id="rId16"/>
    <p:sldId id="350" r:id="rId17"/>
    <p:sldId id="351" r:id="rId18"/>
    <p:sldId id="352" r:id="rId19"/>
    <p:sldId id="354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Loss Vs Cost" id="{AE4E70BF-68C9-4698-BE70-DF0DDBEB72C5}">
          <p14:sldIdLst/>
        </p14:section>
        <p14:section name="Gradient Descent" id="{F9A6753B-F31D-4A35-BBEF-AFD75E4C3FAC}">
          <p14:sldIdLst>
            <p14:sldId id="325"/>
            <p14:sldId id="331"/>
            <p14:sldId id="329"/>
            <p14:sldId id="353"/>
            <p14:sldId id="335"/>
            <p14:sldId id="336"/>
            <p14:sldId id="337"/>
            <p14:sldId id="339"/>
            <p14:sldId id="340"/>
            <p14:sldId id="342"/>
            <p14:sldId id="344"/>
            <p14:sldId id="345"/>
            <p14:sldId id="346"/>
            <p14:sldId id="348"/>
            <p14:sldId id="349"/>
            <p14:sldId id="350"/>
            <p14:sldId id="351"/>
            <p14:sldId id="352"/>
            <p14:sldId id="35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B14EBB8-3B00-42A4-BC8A-58FB6F79DF7C}" v="8" dt="2024-07-31T03:12:05.606"/>
    <p1510:client id="{AED46783-2C38-4294-B70F-6642114B8A21}" v="13" dt="2024-07-30T03:34:52.6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370" autoAdjust="0"/>
  </p:normalViewPr>
  <p:slideViewPr>
    <p:cSldViewPr snapToGrid="0">
      <p:cViewPr varScale="1">
        <p:scale>
          <a:sx n="58" d="100"/>
          <a:sy n="58" d="100"/>
        </p:scale>
        <p:origin x="78" y="11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5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av Singh" userId="4cda0e4c-75b5-49b1-8496-2e8f89d196e4" providerId="ADAL" clId="{8B14EBB8-3B00-42A4-BC8A-58FB6F79DF7C}"/>
    <pc:docChg chg="undo custSel addSld delSld modSld sldOrd modSection">
      <pc:chgData name="Rishav Singh" userId="4cda0e4c-75b5-49b1-8496-2e8f89d196e4" providerId="ADAL" clId="{8B14EBB8-3B00-42A4-BC8A-58FB6F79DF7C}" dt="2024-07-31T03:12:58.894" v="47"/>
      <pc:docMkLst>
        <pc:docMk/>
      </pc:docMkLst>
      <pc:sldChg chg="addSp modSp del mod">
        <pc:chgData name="Rishav Singh" userId="4cda0e4c-75b5-49b1-8496-2e8f89d196e4" providerId="ADAL" clId="{8B14EBB8-3B00-42A4-BC8A-58FB6F79DF7C}" dt="2024-07-31T03:02:22.244" v="27" actId="47"/>
        <pc:sldMkLst>
          <pc:docMk/>
          <pc:sldMk cId="2194105561" sldId="256"/>
        </pc:sldMkLst>
        <pc:spChg chg="mod">
          <ac:chgData name="Rishav Singh" userId="4cda0e4c-75b5-49b1-8496-2e8f89d196e4" providerId="ADAL" clId="{8B14EBB8-3B00-42A4-BC8A-58FB6F79DF7C}" dt="2024-07-31T02:55:44.552" v="14" actId="20577"/>
          <ac:spMkLst>
            <pc:docMk/>
            <pc:sldMk cId="2194105561" sldId="256"/>
            <ac:spMk id="2" creationId="{92FAD78D-A188-4C37-8277-9F6ABA5564FF}"/>
          </ac:spMkLst>
        </pc:spChg>
        <pc:spChg chg="add">
          <ac:chgData name="Rishav Singh" userId="4cda0e4c-75b5-49b1-8496-2e8f89d196e4" providerId="ADAL" clId="{8B14EBB8-3B00-42A4-BC8A-58FB6F79DF7C}" dt="2024-07-31T03:01:50.152" v="25" actId="22"/>
          <ac:spMkLst>
            <pc:docMk/>
            <pc:sldMk cId="2194105561" sldId="256"/>
            <ac:spMk id="5" creationId="{59260BED-6D9C-C61E-0B8D-E3E69D243B9F}"/>
          </ac:spMkLst>
        </pc:spChg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2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3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4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5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6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7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8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69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70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71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72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73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274"/>
        </pc:sldMkLst>
      </pc:sldChg>
      <pc:sldChg chg="add modNotes">
        <pc:chgData name="Rishav Singh" userId="4cda0e4c-75b5-49b1-8496-2e8f89d196e4" providerId="ADAL" clId="{8B14EBB8-3B00-42A4-BC8A-58FB6F79DF7C}" dt="2024-07-31T03:12:00.496" v="42"/>
        <pc:sldMkLst>
          <pc:docMk/>
          <pc:sldMk cId="0" sldId="275"/>
        </pc:sldMkLst>
      </pc:sldChg>
      <pc:sldChg chg="addSp delSp modSp new mod setBg">
        <pc:chgData name="Rishav Singh" userId="4cda0e4c-75b5-49b1-8496-2e8f89d196e4" providerId="ADAL" clId="{8B14EBB8-3B00-42A4-BC8A-58FB6F79DF7C}" dt="2024-07-31T03:01:31.064" v="24" actId="26606"/>
        <pc:sldMkLst>
          <pc:docMk/>
          <pc:sldMk cId="1489340728" sldId="277"/>
        </pc:sldMkLst>
        <pc:spChg chg="add del">
          <ac:chgData name="Rishav Singh" userId="4cda0e4c-75b5-49b1-8496-2e8f89d196e4" providerId="ADAL" clId="{8B14EBB8-3B00-42A4-BC8A-58FB6F79DF7C}" dt="2024-07-31T03:01:18.504" v="21" actId="26606"/>
          <ac:spMkLst>
            <pc:docMk/>
            <pc:sldMk cId="1489340728" sldId="277"/>
            <ac:spMk id="1031" creationId="{42A4FC2C-047E-45A5-965D-8E1E3BF09BC6}"/>
          </ac:spMkLst>
        </pc:spChg>
        <pc:spChg chg="add del">
          <ac:chgData name="Rishav Singh" userId="4cda0e4c-75b5-49b1-8496-2e8f89d196e4" providerId="ADAL" clId="{8B14EBB8-3B00-42A4-BC8A-58FB6F79DF7C}" dt="2024-07-31T03:01:18.504" v="20" actId="26606"/>
          <ac:spMkLst>
            <pc:docMk/>
            <pc:sldMk cId="1489340728" sldId="277"/>
            <ac:spMk id="1036" creationId="{16B067B1-F4E5-4FDF-813D-C9E872E80075}"/>
          </ac:spMkLst>
        </pc:spChg>
        <pc:spChg chg="add del">
          <ac:chgData name="Rishav Singh" userId="4cda0e4c-75b5-49b1-8496-2e8f89d196e4" providerId="ADAL" clId="{8B14EBB8-3B00-42A4-BC8A-58FB6F79DF7C}" dt="2024-07-31T03:01:31.064" v="24" actId="26606"/>
          <ac:spMkLst>
            <pc:docMk/>
            <pc:sldMk cId="1489340728" sldId="277"/>
            <ac:spMk id="1038" creationId="{42A4FC2C-047E-45A5-965D-8E1E3BF09BC6}"/>
          </ac:spMkLst>
        </pc:spChg>
        <pc:spChg chg="add">
          <ac:chgData name="Rishav Singh" userId="4cda0e4c-75b5-49b1-8496-2e8f89d196e4" providerId="ADAL" clId="{8B14EBB8-3B00-42A4-BC8A-58FB6F79DF7C}" dt="2024-07-31T03:01:31.064" v="24" actId="26606"/>
          <ac:spMkLst>
            <pc:docMk/>
            <pc:sldMk cId="1489340728" sldId="277"/>
            <ac:spMk id="1043" creationId="{32BC26D8-82FB-445E-AA49-62A77D7C1EE0}"/>
          </ac:spMkLst>
        </pc:spChg>
        <pc:spChg chg="add">
          <ac:chgData name="Rishav Singh" userId="4cda0e4c-75b5-49b1-8496-2e8f89d196e4" providerId="ADAL" clId="{8B14EBB8-3B00-42A4-BC8A-58FB6F79DF7C}" dt="2024-07-31T03:01:31.064" v="24" actId="26606"/>
          <ac:spMkLst>
            <pc:docMk/>
            <pc:sldMk cId="1489340728" sldId="277"/>
            <ac:spMk id="1045" creationId="{CB44330D-EA18-4254-AA95-EB49948539B8}"/>
          </ac:spMkLst>
        </pc:spChg>
        <pc:picChg chg="add del mod">
          <ac:chgData name="Rishav Singh" userId="4cda0e4c-75b5-49b1-8496-2e8f89d196e4" providerId="ADAL" clId="{8B14EBB8-3B00-42A4-BC8A-58FB6F79DF7C}" dt="2024-07-31T03:01:22.274" v="22" actId="478"/>
          <ac:picMkLst>
            <pc:docMk/>
            <pc:sldMk cId="1489340728" sldId="277"/>
            <ac:picMk id="1026" creationId="{500DE65B-3447-E1A8-1C18-335FD86A17C6}"/>
          </ac:picMkLst>
        </pc:picChg>
        <pc:picChg chg="add mod">
          <ac:chgData name="Rishav Singh" userId="4cda0e4c-75b5-49b1-8496-2e8f89d196e4" providerId="ADAL" clId="{8B14EBB8-3B00-42A4-BC8A-58FB6F79DF7C}" dt="2024-07-31T03:01:31.064" v="24" actId="26606"/>
          <ac:picMkLst>
            <pc:docMk/>
            <pc:sldMk cId="1489340728" sldId="277"/>
            <ac:picMk id="1028" creationId="{9AFFB7C8-2CB3-BA10-77DD-AEC1E056D85F}"/>
          </ac:picMkLst>
        </pc:picChg>
      </pc:sldChg>
      <pc:sldChg chg="add">
        <pc:chgData name="Rishav Singh" userId="4cda0e4c-75b5-49b1-8496-2e8f89d196e4" providerId="ADAL" clId="{8B14EBB8-3B00-42A4-BC8A-58FB6F79DF7C}" dt="2024-07-31T03:02:16.454" v="26"/>
        <pc:sldMkLst>
          <pc:docMk/>
          <pc:sldMk cId="0" sldId="278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79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2185639293" sldId="279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0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981726967" sldId="280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1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964974628" sldId="281"/>
        </pc:sldMkLst>
      </pc:sldChg>
      <pc:sldChg chg="modSp add del mod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2"/>
        </pc:sldMkLst>
        <pc:picChg chg="mod">
          <ac:chgData name="Rishav Singh" userId="4cda0e4c-75b5-49b1-8496-2e8f89d196e4" providerId="ADAL" clId="{8B14EBB8-3B00-42A4-BC8A-58FB6F79DF7C}" dt="2024-07-31T03:11:44.214" v="40" actId="1038"/>
          <ac:picMkLst>
            <pc:docMk/>
            <pc:sldMk cId="0" sldId="282"/>
            <ac:picMk id="246" creationId="{00000000-0000-0000-0000-000000000000}"/>
          </ac:picMkLst>
        </pc:picChg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57025877" sldId="282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3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060993391" sldId="283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4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341722254" sldId="284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5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3767349750" sldId="285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6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573781689" sldId="286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7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079483865" sldId="287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8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699778740" sldId="288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89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925634032" sldId="289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90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840905468" sldId="290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91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341234058" sldId="291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292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1711085698" sldId="292"/>
        </pc:sldMkLst>
      </pc:sldChg>
      <pc:sldChg chg="add">
        <pc:chgData name="Rishav Singh" userId="4cda0e4c-75b5-49b1-8496-2e8f89d196e4" providerId="ADAL" clId="{8B14EBB8-3B00-42A4-BC8A-58FB6F79DF7C}" dt="2024-07-31T03:02:16.454" v="26"/>
        <pc:sldMkLst>
          <pc:docMk/>
          <pc:sldMk cId="2313265482" sldId="301"/>
        </pc:sldMkLst>
      </pc:sldChg>
      <pc:sldChg chg="add">
        <pc:chgData name="Rishav Singh" userId="4cda0e4c-75b5-49b1-8496-2e8f89d196e4" providerId="ADAL" clId="{8B14EBB8-3B00-42A4-BC8A-58FB6F79DF7C}" dt="2024-07-31T03:02:16.454" v="26"/>
        <pc:sldMkLst>
          <pc:docMk/>
          <pc:sldMk cId="2656311873" sldId="302"/>
        </pc:sldMkLst>
      </pc:sldChg>
      <pc:sldChg chg="add">
        <pc:chgData name="Rishav Singh" userId="4cda0e4c-75b5-49b1-8496-2e8f89d196e4" providerId="ADAL" clId="{8B14EBB8-3B00-42A4-BC8A-58FB6F79DF7C}" dt="2024-07-31T03:02:16.454" v="26"/>
        <pc:sldMkLst>
          <pc:docMk/>
          <pc:sldMk cId="4262814844" sldId="303"/>
        </pc:sldMkLst>
      </pc:sldChg>
      <pc:sldChg chg="add del ord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304"/>
        </pc:sldMkLst>
      </pc:sldChg>
      <pc:sldChg chg="add">
        <pc:chgData name="Rishav Singh" userId="4cda0e4c-75b5-49b1-8496-2e8f89d196e4" providerId="ADAL" clId="{8B14EBB8-3B00-42A4-BC8A-58FB6F79DF7C}" dt="2024-07-31T03:12:05.590" v="43"/>
        <pc:sldMkLst>
          <pc:docMk/>
          <pc:sldMk cId="2969216581" sldId="304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305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306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307"/>
        </pc:sldMkLst>
      </pc:sldChg>
      <pc:sldChg chg="add">
        <pc:chgData name="Rishav Singh" userId="4cda0e4c-75b5-49b1-8496-2e8f89d196e4" providerId="ADAL" clId="{8B14EBB8-3B00-42A4-BC8A-58FB6F79DF7C}" dt="2024-07-31T03:03:04.474" v="28"/>
        <pc:sldMkLst>
          <pc:docMk/>
          <pc:sldMk cId="0" sldId="308"/>
        </pc:sldMkLst>
      </pc:sldChg>
      <pc:sldChg chg="add modNotes">
        <pc:chgData name="Rishav Singh" userId="4cda0e4c-75b5-49b1-8496-2e8f89d196e4" providerId="ADAL" clId="{8B14EBB8-3B00-42A4-BC8A-58FB6F79DF7C}" dt="2024-07-31T03:12:00.496" v="42"/>
        <pc:sldMkLst>
          <pc:docMk/>
          <pc:sldMk cId="0" sldId="309"/>
        </pc:sldMkLst>
      </pc:sldChg>
      <pc:sldChg chg="add del">
        <pc:chgData name="Rishav Singh" userId="4cda0e4c-75b5-49b1-8496-2e8f89d196e4" providerId="ADAL" clId="{8B14EBB8-3B00-42A4-BC8A-58FB6F79DF7C}" dt="2024-07-31T03:12:00.496" v="41" actId="2696"/>
        <pc:sldMkLst>
          <pc:docMk/>
          <pc:sldMk cId="0" sldId="310"/>
        </pc:sldMkLst>
      </pc:sldChg>
      <pc:sldChg chg="add ord">
        <pc:chgData name="Rishav Singh" userId="4cda0e4c-75b5-49b1-8496-2e8f89d196e4" providerId="ADAL" clId="{8B14EBB8-3B00-42A4-BC8A-58FB6F79DF7C}" dt="2024-07-31T03:12:58.894" v="47"/>
        <pc:sldMkLst>
          <pc:docMk/>
          <pc:sldMk cId="2312519709" sldId="310"/>
        </pc:sldMkLst>
      </pc:sldChg>
      <pc:sldChg chg="add del modNotes">
        <pc:chgData name="Rishav Singh" userId="4cda0e4c-75b5-49b1-8496-2e8f89d196e4" providerId="ADAL" clId="{8B14EBB8-3B00-42A4-BC8A-58FB6F79DF7C}" dt="2024-07-31T03:12:52.204" v="45" actId="47"/>
        <pc:sldMkLst>
          <pc:docMk/>
          <pc:sldMk cId="3792440443" sldId="311"/>
        </pc:sldMkLst>
      </pc:sldChg>
      <pc:sldChg chg="modSp add mod">
        <pc:chgData name="Rishav Singh" userId="4cda0e4c-75b5-49b1-8496-2e8f89d196e4" providerId="ADAL" clId="{8B14EBB8-3B00-42A4-BC8A-58FB6F79DF7C}" dt="2024-07-31T03:03:37.254" v="30" actId="6549"/>
        <pc:sldMkLst>
          <pc:docMk/>
          <pc:sldMk cId="1875810639" sldId="312"/>
        </pc:sldMkLst>
        <pc:graphicFrameChg chg="modGraphic">
          <ac:chgData name="Rishav Singh" userId="4cda0e4c-75b5-49b1-8496-2e8f89d196e4" providerId="ADAL" clId="{8B14EBB8-3B00-42A4-BC8A-58FB6F79DF7C}" dt="2024-07-31T03:03:37.254" v="30" actId="6549"/>
          <ac:graphicFrameMkLst>
            <pc:docMk/>
            <pc:sldMk cId="1875810639" sldId="312"/>
            <ac:graphicFrameMk id="203" creationId="{00000000-0000-0000-0000-000000000000}"/>
          </ac:graphicFrameMkLst>
        </pc:graphicFrameChg>
      </pc:sldChg>
      <pc:sldChg chg="add modNotes">
        <pc:chgData name="Rishav Singh" userId="4cda0e4c-75b5-49b1-8496-2e8f89d196e4" providerId="ADAL" clId="{8B14EBB8-3B00-42A4-BC8A-58FB6F79DF7C}" dt="2024-07-31T03:12:00.496" v="42"/>
        <pc:sldMkLst>
          <pc:docMk/>
          <pc:sldMk cId="1668291077" sldId="313"/>
        </pc:sldMkLst>
      </pc:sldChg>
      <pc:sldChg chg="add del">
        <pc:chgData name="Rishav Singh" userId="4cda0e4c-75b5-49b1-8496-2e8f89d196e4" providerId="ADAL" clId="{8B14EBB8-3B00-42A4-BC8A-58FB6F79DF7C}" dt="2024-07-31T03:12:46.676" v="44" actId="47"/>
        <pc:sldMkLst>
          <pc:docMk/>
          <pc:sldMk cId="1692990625" sldId="314"/>
        </pc:sldMkLst>
      </pc:sldChg>
      <pc:sldChg chg="add del">
        <pc:chgData name="Rishav Singh" userId="4cda0e4c-75b5-49b1-8496-2e8f89d196e4" providerId="ADAL" clId="{8B14EBB8-3B00-42A4-BC8A-58FB6F79DF7C}" dt="2024-07-31T03:12:46.676" v="44" actId="47"/>
        <pc:sldMkLst>
          <pc:docMk/>
          <pc:sldMk cId="1538154861" sldId="315"/>
        </pc:sldMkLst>
      </pc:sldChg>
      <pc:sldChg chg="add del">
        <pc:chgData name="Rishav Singh" userId="4cda0e4c-75b5-49b1-8496-2e8f89d196e4" providerId="ADAL" clId="{8B14EBB8-3B00-42A4-BC8A-58FB6F79DF7C}" dt="2024-07-31T03:12:46.676" v="44" actId="47"/>
        <pc:sldMkLst>
          <pc:docMk/>
          <pc:sldMk cId="344953879" sldId="316"/>
        </pc:sldMkLst>
      </pc:sldChg>
      <pc:sldMasterChg chg="delSldLayout">
        <pc:chgData name="Rishav Singh" userId="4cda0e4c-75b5-49b1-8496-2e8f89d196e4" providerId="ADAL" clId="{8B14EBB8-3B00-42A4-BC8A-58FB6F79DF7C}" dt="2024-07-31T03:12:00.496" v="41" actId="2696"/>
        <pc:sldMasterMkLst>
          <pc:docMk/>
          <pc:sldMasterMk cId="3011872073" sldId="2147483648"/>
        </pc:sldMasterMkLst>
        <pc:sldLayoutChg chg="del">
          <pc:chgData name="Rishav Singh" userId="4cda0e4c-75b5-49b1-8496-2e8f89d196e4" providerId="ADAL" clId="{8B14EBB8-3B00-42A4-BC8A-58FB6F79DF7C}" dt="2024-07-31T03:12:00.496" v="41" actId="2696"/>
          <pc:sldLayoutMkLst>
            <pc:docMk/>
            <pc:sldMasterMk cId="3011872073" sldId="2147483648"/>
            <pc:sldLayoutMk cId="3682549223" sldId="2147483663"/>
          </pc:sldLayoutMkLst>
        </pc:sldLayoutChg>
      </pc:sldMasterChg>
    </pc:docChg>
  </pc:docChgLst>
  <pc:docChgLst>
    <pc:chgData name="Rishav Singh" userId="4cda0e4c-75b5-49b1-8496-2e8f89d196e4" providerId="ADAL" clId="{AED46783-2C38-4294-B70F-6642114B8A21}"/>
    <pc:docChg chg="undo custSel addSld modSld addSection">
      <pc:chgData name="Rishav Singh" userId="4cda0e4c-75b5-49b1-8496-2e8f89d196e4" providerId="ADAL" clId="{AED46783-2C38-4294-B70F-6642114B8A21}" dt="2024-07-30T03:35:06.384" v="1135" actId="1076"/>
      <pc:docMkLst>
        <pc:docMk/>
      </pc:docMkLst>
      <pc:sldChg chg="modSp new mod">
        <pc:chgData name="Rishav Singh" userId="4cda0e4c-75b5-49b1-8496-2e8f89d196e4" providerId="ADAL" clId="{AED46783-2C38-4294-B70F-6642114B8A21}" dt="2024-07-30T03:00:03.961" v="11" actId="20577"/>
        <pc:sldMkLst>
          <pc:docMk/>
          <pc:sldMk cId="2194105561" sldId="256"/>
        </pc:sldMkLst>
        <pc:spChg chg="mod">
          <ac:chgData name="Rishav Singh" userId="4cda0e4c-75b5-49b1-8496-2e8f89d196e4" providerId="ADAL" clId="{AED46783-2C38-4294-B70F-6642114B8A21}" dt="2024-07-30T03:00:03.961" v="11" actId="20577"/>
          <ac:spMkLst>
            <pc:docMk/>
            <pc:sldMk cId="2194105561" sldId="256"/>
            <ac:spMk id="2" creationId="{92FAD78D-A188-4C37-8277-9F6ABA5564FF}"/>
          </ac:spMkLst>
        </pc:spChg>
      </pc:sldChg>
      <pc:sldChg chg="modSp new mod">
        <pc:chgData name="Rishav Singh" userId="4cda0e4c-75b5-49b1-8496-2e8f89d196e4" providerId="ADAL" clId="{AED46783-2C38-4294-B70F-6642114B8A21}" dt="2024-07-30T03:06:39.697" v="506" actId="20577"/>
        <pc:sldMkLst>
          <pc:docMk/>
          <pc:sldMk cId="507132049" sldId="257"/>
        </pc:sldMkLst>
        <pc:spChg chg="mod">
          <ac:chgData name="Rishav Singh" userId="4cda0e4c-75b5-49b1-8496-2e8f89d196e4" providerId="ADAL" clId="{AED46783-2C38-4294-B70F-6642114B8A21}" dt="2024-07-30T03:06:39.697" v="506" actId="20577"/>
          <ac:spMkLst>
            <pc:docMk/>
            <pc:sldMk cId="507132049" sldId="257"/>
            <ac:spMk id="2" creationId="{F36A6A7B-74FB-936C-DA17-516408215C12}"/>
          </ac:spMkLst>
        </pc:spChg>
        <pc:spChg chg="mod">
          <ac:chgData name="Rishav Singh" userId="4cda0e4c-75b5-49b1-8496-2e8f89d196e4" providerId="ADAL" clId="{AED46783-2C38-4294-B70F-6642114B8A21}" dt="2024-07-30T03:06:34.365" v="492" actId="20577"/>
          <ac:spMkLst>
            <pc:docMk/>
            <pc:sldMk cId="507132049" sldId="257"/>
            <ac:spMk id="3" creationId="{6D96DD7E-DEAD-0ECD-08D3-14D83D577BE5}"/>
          </ac:spMkLst>
        </pc:spChg>
      </pc:sldChg>
      <pc:sldChg chg="modSp add mod">
        <pc:chgData name="Rishav Singh" userId="4cda0e4c-75b5-49b1-8496-2e8f89d196e4" providerId="ADAL" clId="{AED46783-2C38-4294-B70F-6642114B8A21}" dt="2024-07-30T03:08:29.631" v="531" actId="27636"/>
        <pc:sldMkLst>
          <pc:docMk/>
          <pc:sldMk cId="4234667864" sldId="258"/>
        </pc:sldMkLst>
        <pc:spChg chg="mod">
          <ac:chgData name="Rishav Singh" userId="4cda0e4c-75b5-49b1-8496-2e8f89d196e4" providerId="ADAL" clId="{AED46783-2C38-4294-B70F-6642114B8A21}" dt="2024-07-30T03:06:48.562" v="510" actId="20577"/>
          <ac:spMkLst>
            <pc:docMk/>
            <pc:sldMk cId="4234667864" sldId="258"/>
            <ac:spMk id="2" creationId="{F36A6A7B-74FB-936C-DA17-516408215C12}"/>
          </ac:spMkLst>
        </pc:spChg>
        <pc:spChg chg="mod">
          <ac:chgData name="Rishav Singh" userId="4cda0e4c-75b5-49b1-8496-2e8f89d196e4" providerId="ADAL" clId="{AED46783-2C38-4294-B70F-6642114B8A21}" dt="2024-07-30T03:08:29.631" v="531" actId="27636"/>
          <ac:spMkLst>
            <pc:docMk/>
            <pc:sldMk cId="4234667864" sldId="258"/>
            <ac:spMk id="3" creationId="{6D96DD7E-DEAD-0ECD-08D3-14D83D577BE5}"/>
          </ac:spMkLst>
        </pc:spChg>
      </pc:sldChg>
      <pc:sldChg chg="modSp new mod">
        <pc:chgData name="Rishav Singh" userId="4cda0e4c-75b5-49b1-8496-2e8f89d196e4" providerId="ADAL" clId="{AED46783-2C38-4294-B70F-6642114B8A21}" dt="2024-07-30T03:10:51.231" v="727" actId="20577"/>
        <pc:sldMkLst>
          <pc:docMk/>
          <pc:sldMk cId="1295763134" sldId="259"/>
        </pc:sldMkLst>
        <pc:spChg chg="mod">
          <ac:chgData name="Rishav Singh" userId="4cda0e4c-75b5-49b1-8496-2e8f89d196e4" providerId="ADAL" clId="{AED46783-2C38-4294-B70F-6642114B8A21}" dt="2024-07-30T03:10:51.231" v="727" actId="20577"/>
          <ac:spMkLst>
            <pc:docMk/>
            <pc:sldMk cId="1295763134" sldId="259"/>
            <ac:spMk id="2" creationId="{36309142-EC7D-8466-7A91-F12250522173}"/>
          </ac:spMkLst>
        </pc:spChg>
        <pc:spChg chg="mod">
          <ac:chgData name="Rishav Singh" userId="4cda0e4c-75b5-49b1-8496-2e8f89d196e4" providerId="ADAL" clId="{AED46783-2C38-4294-B70F-6642114B8A21}" dt="2024-07-30T03:08:39.770" v="535" actId="20577"/>
          <ac:spMkLst>
            <pc:docMk/>
            <pc:sldMk cId="1295763134" sldId="259"/>
            <ac:spMk id="3" creationId="{F0F41F77-01A5-D812-A535-FBC08B93082F}"/>
          </ac:spMkLst>
        </pc:spChg>
        <pc:spChg chg="mod">
          <ac:chgData name="Rishav Singh" userId="4cda0e4c-75b5-49b1-8496-2e8f89d196e4" providerId="ADAL" clId="{AED46783-2C38-4294-B70F-6642114B8A21}" dt="2024-07-30T03:09:48.259" v="667" actId="20577"/>
          <ac:spMkLst>
            <pc:docMk/>
            <pc:sldMk cId="1295763134" sldId="259"/>
            <ac:spMk id="4" creationId="{43A5EE1A-47FD-ECB4-0816-0957DF5D3663}"/>
          </ac:spMkLst>
        </pc:spChg>
        <pc:spChg chg="mod">
          <ac:chgData name="Rishav Singh" userId="4cda0e4c-75b5-49b1-8496-2e8f89d196e4" providerId="ADAL" clId="{AED46783-2C38-4294-B70F-6642114B8A21}" dt="2024-07-30T03:08:42.232" v="537" actId="20577"/>
          <ac:spMkLst>
            <pc:docMk/>
            <pc:sldMk cId="1295763134" sldId="259"/>
            <ac:spMk id="5" creationId="{5E6059F7-CE9C-AF5E-0498-BF8E006C5C90}"/>
          </ac:spMkLst>
        </pc:spChg>
        <pc:spChg chg="mod">
          <ac:chgData name="Rishav Singh" userId="4cda0e4c-75b5-49b1-8496-2e8f89d196e4" providerId="ADAL" clId="{AED46783-2C38-4294-B70F-6642114B8A21}" dt="2024-07-30T03:10:44.903" v="715" actId="20577"/>
          <ac:spMkLst>
            <pc:docMk/>
            <pc:sldMk cId="1295763134" sldId="259"/>
            <ac:spMk id="6" creationId="{29474724-D9BC-8AA8-30C2-330DA6FBCB5D}"/>
          </ac:spMkLst>
        </pc:spChg>
      </pc:sldChg>
      <pc:sldChg chg="addSp modSp new mod">
        <pc:chgData name="Rishav Singh" userId="4cda0e4c-75b5-49b1-8496-2e8f89d196e4" providerId="ADAL" clId="{AED46783-2C38-4294-B70F-6642114B8A21}" dt="2024-07-30T03:16:06.356" v="843" actId="207"/>
        <pc:sldMkLst>
          <pc:docMk/>
          <pc:sldMk cId="318082284" sldId="260"/>
        </pc:sldMkLst>
        <pc:spChg chg="add mod">
          <ac:chgData name="Rishav Singh" userId="4cda0e4c-75b5-49b1-8496-2e8f89d196e4" providerId="ADAL" clId="{AED46783-2C38-4294-B70F-6642114B8A21}" dt="2024-07-30T03:12:01.036" v="734" actId="207"/>
          <ac:spMkLst>
            <pc:docMk/>
            <pc:sldMk cId="318082284" sldId="260"/>
            <ac:spMk id="2" creationId="{7CABDB08-B84B-C67D-959D-A358BCE87490}"/>
          </ac:spMkLst>
        </pc:spChg>
        <pc:spChg chg="add mod ord">
          <ac:chgData name="Rishav Singh" userId="4cda0e4c-75b5-49b1-8496-2e8f89d196e4" providerId="ADAL" clId="{AED46783-2C38-4294-B70F-6642114B8A21}" dt="2024-07-30T03:14:21.943" v="822" actId="1076"/>
          <ac:spMkLst>
            <pc:docMk/>
            <pc:sldMk cId="318082284" sldId="260"/>
            <ac:spMk id="3" creationId="{AE6EF6C3-03F5-6104-74CF-B480CDA01F61}"/>
          </ac:spMkLst>
        </pc:spChg>
        <pc:spChg chg="add mod">
          <ac:chgData name="Rishav Singh" userId="4cda0e4c-75b5-49b1-8496-2e8f89d196e4" providerId="ADAL" clId="{AED46783-2C38-4294-B70F-6642114B8A21}" dt="2024-07-30T03:15:57.100" v="842" actId="208"/>
          <ac:spMkLst>
            <pc:docMk/>
            <pc:sldMk cId="318082284" sldId="260"/>
            <ac:spMk id="4" creationId="{CEFAD8EA-C4D3-5C42-51D4-FA6EE313FD86}"/>
          </ac:spMkLst>
        </pc:spChg>
        <pc:spChg chg="add mod">
          <ac:chgData name="Rishav Singh" userId="4cda0e4c-75b5-49b1-8496-2e8f89d196e4" providerId="ADAL" clId="{AED46783-2C38-4294-B70F-6642114B8A21}" dt="2024-07-30T03:15:43.489" v="839" actId="207"/>
          <ac:spMkLst>
            <pc:docMk/>
            <pc:sldMk cId="318082284" sldId="260"/>
            <ac:spMk id="5" creationId="{5EECA632-88C6-553A-59F2-AA49C8ECDC2B}"/>
          </ac:spMkLst>
        </pc:spChg>
        <pc:spChg chg="add mod">
          <ac:chgData name="Rishav Singh" userId="4cda0e4c-75b5-49b1-8496-2e8f89d196e4" providerId="ADAL" clId="{AED46783-2C38-4294-B70F-6642114B8A21}" dt="2024-07-30T03:13:10.848" v="768" actId="1076"/>
          <ac:spMkLst>
            <pc:docMk/>
            <pc:sldMk cId="318082284" sldId="260"/>
            <ac:spMk id="6" creationId="{31642A27-13B8-6D65-4C68-C10999231F97}"/>
          </ac:spMkLst>
        </pc:spChg>
        <pc:spChg chg="add mod ord">
          <ac:chgData name="Rishav Singh" userId="4cda0e4c-75b5-49b1-8496-2e8f89d196e4" providerId="ADAL" clId="{AED46783-2C38-4294-B70F-6642114B8A21}" dt="2024-07-30T03:14:16.185" v="821" actId="166"/>
          <ac:spMkLst>
            <pc:docMk/>
            <pc:sldMk cId="318082284" sldId="260"/>
            <ac:spMk id="7" creationId="{78436916-0A44-9CEE-5161-AC78457FE933}"/>
          </ac:spMkLst>
        </pc:spChg>
        <pc:spChg chg="add mod">
          <ac:chgData name="Rishav Singh" userId="4cda0e4c-75b5-49b1-8496-2e8f89d196e4" providerId="ADAL" clId="{AED46783-2C38-4294-B70F-6642114B8A21}" dt="2024-07-30T03:14:00.915" v="817" actId="1076"/>
          <ac:spMkLst>
            <pc:docMk/>
            <pc:sldMk cId="318082284" sldId="260"/>
            <ac:spMk id="8" creationId="{790A299F-1788-71AA-CA9D-78D33D622D20}"/>
          </ac:spMkLst>
        </pc:spChg>
        <pc:spChg chg="add mod">
          <ac:chgData name="Rishav Singh" userId="4cda0e4c-75b5-49b1-8496-2e8f89d196e4" providerId="ADAL" clId="{AED46783-2C38-4294-B70F-6642114B8A21}" dt="2024-07-30T03:13:56.706" v="816" actId="1076"/>
          <ac:spMkLst>
            <pc:docMk/>
            <pc:sldMk cId="318082284" sldId="260"/>
            <ac:spMk id="9" creationId="{2F4C94D3-8A7B-D41F-78DC-A1C5B8A5FC72}"/>
          </ac:spMkLst>
        </pc:spChg>
        <pc:spChg chg="add mod">
          <ac:chgData name="Rishav Singh" userId="4cda0e4c-75b5-49b1-8496-2e8f89d196e4" providerId="ADAL" clId="{AED46783-2C38-4294-B70F-6642114B8A21}" dt="2024-07-30T03:16:06.356" v="843" actId="207"/>
          <ac:spMkLst>
            <pc:docMk/>
            <pc:sldMk cId="318082284" sldId="260"/>
            <ac:spMk id="10" creationId="{30718BB8-C4F1-E46E-8035-4C1296562AD4}"/>
          </ac:spMkLst>
        </pc:spChg>
        <pc:spChg chg="add mod">
          <ac:chgData name="Rishav Singh" userId="4cda0e4c-75b5-49b1-8496-2e8f89d196e4" providerId="ADAL" clId="{AED46783-2C38-4294-B70F-6642114B8A21}" dt="2024-07-30T03:14:49.768" v="838" actId="1076"/>
          <ac:spMkLst>
            <pc:docMk/>
            <pc:sldMk cId="318082284" sldId="260"/>
            <ac:spMk id="11" creationId="{E05A1CF3-3EE4-3593-BBF3-B3EA8771AFA0}"/>
          </ac:spMkLst>
        </pc:spChg>
      </pc:sldChg>
      <pc:sldChg chg="addSp delSp modSp new mod">
        <pc:chgData name="Rishav Singh" userId="4cda0e4c-75b5-49b1-8496-2e8f89d196e4" providerId="ADAL" clId="{AED46783-2C38-4294-B70F-6642114B8A21}" dt="2024-07-30T03:33:48.231" v="1131" actId="1076"/>
        <pc:sldMkLst>
          <pc:docMk/>
          <pc:sldMk cId="3359718397" sldId="261"/>
        </pc:sldMkLst>
        <pc:spChg chg="mod">
          <ac:chgData name="Rishav Singh" userId="4cda0e4c-75b5-49b1-8496-2e8f89d196e4" providerId="ADAL" clId="{AED46783-2C38-4294-B70F-6642114B8A21}" dt="2024-07-30T03:33:00.970" v="1119" actId="1076"/>
          <ac:spMkLst>
            <pc:docMk/>
            <pc:sldMk cId="3359718397" sldId="261"/>
            <ac:spMk id="2" creationId="{0894FDF6-6A49-E89B-6811-643FC4D86621}"/>
          </ac:spMkLst>
        </pc:spChg>
        <pc:spChg chg="mod">
          <ac:chgData name="Rishav Singh" userId="4cda0e4c-75b5-49b1-8496-2e8f89d196e4" providerId="ADAL" clId="{AED46783-2C38-4294-B70F-6642114B8A21}" dt="2024-07-30T03:33:48.231" v="1131" actId="1076"/>
          <ac:spMkLst>
            <pc:docMk/>
            <pc:sldMk cId="3359718397" sldId="261"/>
            <ac:spMk id="3" creationId="{1F051659-05FB-ED00-E394-A6B57FE1F024}"/>
          </ac:spMkLst>
        </pc:spChg>
        <pc:spChg chg="add del mod">
          <ac:chgData name="Rishav Singh" userId="4cda0e4c-75b5-49b1-8496-2e8f89d196e4" providerId="ADAL" clId="{AED46783-2C38-4294-B70F-6642114B8A21}" dt="2024-07-30T03:29:23.866" v="1091" actId="478"/>
          <ac:spMkLst>
            <pc:docMk/>
            <pc:sldMk cId="3359718397" sldId="261"/>
            <ac:spMk id="4" creationId="{7496D83E-6074-BAD0-6461-76BFBBDA69C4}"/>
          </ac:spMkLst>
        </pc:spChg>
        <pc:spChg chg="add del mod">
          <ac:chgData name="Rishav Singh" userId="4cda0e4c-75b5-49b1-8496-2e8f89d196e4" providerId="ADAL" clId="{AED46783-2C38-4294-B70F-6642114B8A21}" dt="2024-07-30T03:29:22.171" v="1090" actId="478"/>
          <ac:spMkLst>
            <pc:docMk/>
            <pc:sldMk cId="3359718397" sldId="261"/>
            <ac:spMk id="5" creationId="{00229241-30F9-8205-EF19-E55EDB0E9A2A}"/>
          </ac:spMkLst>
        </pc:spChg>
      </pc:sldChg>
      <pc:sldChg chg="modSp add mod">
        <pc:chgData name="Rishav Singh" userId="4cda0e4c-75b5-49b1-8496-2e8f89d196e4" providerId="ADAL" clId="{AED46783-2C38-4294-B70F-6642114B8A21}" dt="2024-07-30T03:35:06.384" v="1135" actId="1076"/>
        <pc:sldMkLst>
          <pc:docMk/>
          <pc:sldMk cId="0" sldId="276"/>
        </pc:sldMkLst>
        <pc:spChg chg="mod">
          <ac:chgData name="Rishav Singh" userId="4cda0e4c-75b5-49b1-8496-2e8f89d196e4" providerId="ADAL" clId="{AED46783-2C38-4294-B70F-6642114B8A21}" dt="2024-07-30T03:35:06.384" v="1135" actId="1076"/>
          <ac:spMkLst>
            <pc:docMk/>
            <pc:sldMk cId="0" sldId="276"/>
            <ac:spMk id="205" creationId="{00000000-0000-0000-0000-000000000000}"/>
          </ac:spMkLst>
        </pc:spChg>
        <pc:graphicFrameChg chg="modGraphic">
          <ac:chgData name="Rishav Singh" userId="4cda0e4c-75b5-49b1-8496-2e8f89d196e4" providerId="ADAL" clId="{AED46783-2C38-4294-B70F-6642114B8A21}" dt="2024-07-30T03:35:00.387" v="1133" actId="6549"/>
          <ac:graphicFrameMkLst>
            <pc:docMk/>
            <pc:sldMk cId="0" sldId="276"/>
            <ac:graphicFrameMk id="203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FAF74D-8682-4CB8-91F2-14AB226A7977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5CC8E9-D517-4817-BCD2-FFE6F762698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856956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679026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594501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92104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5760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08131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62846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938001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70419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208152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80471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460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303296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483423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130935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85982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5CC8E9-D517-4817-BCD2-FFE6F7626986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80944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69326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0BC5-9BF1-5BB5-0F13-DE19A11B71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8968B32-9070-6D3A-402A-3A645496A71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99CB9-F6B1-4780-B856-8382FA70A6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C94D4-79FD-16A1-F69A-63BDF35A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76EEE6-39F9-B51B-8821-9D144C0D5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346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39B36D-9013-6680-B1B2-22972841C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C8F029-B6B0-3C91-B774-1057C30F2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C090F5-1C57-C228-97D3-518215F83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A313320-05C8-9754-745E-EBFA6C5EFD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1AFBCE-CE5B-F28F-1405-952619F9D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4099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14560A-C0E7-0816-49B6-8B7717FD1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0A1A5E-961F-15E3-91A3-0B2AEA2D5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1D148-6922-27A9-E721-F0E26B8EE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EBBFC3-8FA3-6F16-B203-9C2BAA61B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EA733A-39D5-4E09-B3A5-2F38AB178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8517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A115C-F8DB-D62B-4F46-F6BB150A9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B67D7-3F6B-99EB-40EF-66E1695A5E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AA3DA-21FB-9629-788E-FAE5D81430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9603AA-F872-15F3-95C3-A2DE50805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6E3A6E-8DB4-2CF6-C67B-754D7DA29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A4871A-46D9-29A9-322F-42F25AE05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94058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6F1E33-412F-E157-2AA6-88FEFFB61E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55CD8C-5304-A63F-9851-777758819A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BC2205-5323-40A8-0156-E5CAB3045D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8543277-B6EB-2399-9EA6-74F945E6F7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789A8C5-ACED-453F-3BF2-39C7E4A7E88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786699-FC94-9CF8-AF0F-E1AC2D2813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0562C31-A802-672B-91DE-7EC79C3BE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D2CB302-9857-2CEA-8173-6C3896F95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5759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3E28D4-293E-9592-3964-1C9305D760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750CED7-42F7-6E61-052D-337F5ED1F6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0B8253-66B3-276E-4050-8477F824C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AC10582-1469-0C75-74A1-0E562E073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27165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9BF3C8B-B295-DD77-C574-21A547236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FEEA60B-AF16-03D7-501D-DE99F6E86A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513F2C-3FEB-0F80-2159-2959B67AC3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9897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EFF40-BDB9-3347-4854-F634FD1D4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FD24A-992C-7023-7FAE-3EBD505DA8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E2BD1-B169-6259-61DD-292D92DFB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4F20C0-A786-E3DB-73EB-7CFC0944B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10A2A3-CCC8-451C-69DF-7E0FA79772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24BC77-4062-0F33-6EA5-AAF8EC11B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0214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0A54C-2EB5-198C-2277-4294E226EF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7456D5-F580-0479-D3A3-EF82B73B50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7A06BFD-2601-3A7D-36C1-EBB730B8C8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958F3E6-D09F-2C71-AF49-8528846A8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B1E3B4-EA08-58CF-7F51-CB2075F1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48DD80-BC81-B11F-8DE9-A390AD977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075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487AA2-72BF-5946-307B-5D38ED986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5B41B1-66F3-E8B1-4669-EEE85D5979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9E0A93-C66C-705B-6217-C7D1911F4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7B1F19-AA15-D128-83BF-1BA4F20A7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3A50D2-B44D-8055-C084-03E11A810D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6914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F11002-4D10-4392-0927-344CC77BCF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FD5419-D520-575D-A574-A1F3CCBE2B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2BF4D-82F7-5221-F4ED-8ED6D67AC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6574-2E39-4131-BB4C-BE6CE423480E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B8C67F-8B75-9AC6-9060-D0586F16B3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69B6E-01F2-4E7F-E4E8-0A0F77F05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5204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1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2965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obj">
  <p:cSld name="1_Title Only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/>
          <p:nvPr/>
        </p:nvSpPr>
        <p:spPr>
          <a:xfrm>
            <a:off x="3828288" y="4343400"/>
            <a:ext cx="4572000" cy="401320"/>
          </a:xfrm>
          <a:custGeom>
            <a:avLst/>
            <a:gdLst/>
            <a:ahLst/>
            <a:cxnLst/>
            <a:rect l="l" t="t" r="r" b="b"/>
            <a:pathLst>
              <a:path w="4572000" h="401320" extrusionOk="0">
                <a:moveTo>
                  <a:pt x="0" y="400812"/>
                </a:moveTo>
                <a:lnTo>
                  <a:pt x="4572000" y="400812"/>
                </a:lnTo>
                <a:lnTo>
                  <a:pt x="4572000" y="0"/>
                </a:lnTo>
                <a:lnTo>
                  <a:pt x="0" y="0"/>
                </a:lnTo>
                <a:lnTo>
                  <a:pt x="0" y="400812"/>
                </a:lnTo>
                <a:close/>
              </a:path>
            </a:pathLst>
          </a:custGeom>
          <a:solidFill>
            <a:srgbClr val="D3212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9"/>
          <p:cNvSpPr txBox="1">
            <a:spLocks noGrp="1"/>
          </p:cNvSpPr>
          <p:nvPr>
            <p:ph type="title"/>
          </p:nvPr>
        </p:nvSpPr>
        <p:spPr>
          <a:xfrm>
            <a:off x="2982595" y="2699080"/>
            <a:ext cx="6226809" cy="69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9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33113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CC634EA-8368-8BE5-D13A-56C7EACDF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6D49D7-4087-9629-5781-63E8F63659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729B3E-5E1A-008C-BD94-D2831E8D7F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EF06574-2E39-4131-BB4C-BE6CE423480E}" type="datetimeFigureOut">
              <a:rPr lang="en-IN" smtClean="0"/>
              <a:t>28-11-2024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602685-44EB-9A5B-45C7-98C493DD62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9BBB30-1213-7A64-449A-309B0EF53A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C92FE8-4B84-42BD-9979-85DEF2E21FB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18720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0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4.png"/><Relationship Id="rId18" Type="http://schemas.openxmlformats.org/officeDocument/2006/relationships/image" Target="../media/image19.png"/><Relationship Id="rId26" Type="http://schemas.openxmlformats.org/officeDocument/2006/relationships/image" Target="../media/image27.png"/><Relationship Id="rId39" Type="http://schemas.openxmlformats.org/officeDocument/2006/relationships/image" Target="../media/image41.png"/><Relationship Id="rId21" Type="http://schemas.openxmlformats.org/officeDocument/2006/relationships/image" Target="../media/image22.png"/><Relationship Id="rId34" Type="http://schemas.openxmlformats.org/officeDocument/2006/relationships/image" Target="../media/image35.png"/><Relationship Id="rId42" Type="http://schemas.openxmlformats.org/officeDocument/2006/relationships/image" Target="../media/image4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7.png"/><Relationship Id="rId29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2.png"/><Relationship Id="rId24" Type="http://schemas.openxmlformats.org/officeDocument/2006/relationships/image" Target="../media/image25.png"/><Relationship Id="rId32" Type="http://schemas.openxmlformats.org/officeDocument/2006/relationships/image" Target="../media/image33.png"/><Relationship Id="rId37" Type="http://schemas.openxmlformats.org/officeDocument/2006/relationships/image" Target="../media/image38.png"/><Relationship Id="rId40" Type="http://schemas.openxmlformats.org/officeDocument/2006/relationships/image" Target="../media/image42.png"/><Relationship Id="rId45" Type="http://schemas.openxmlformats.org/officeDocument/2006/relationships/image" Target="../media/image47.png"/><Relationship Id="rId5" Type="http://schemas.openxmlformats.org/officeDocument/2006/relationships/image" Target="../media/image5.png"/><Relationship Id="rId15" Type="http://schemas.openxmlformats.org/officeDocument/2006/relationships/image" Target="../media/image16.png"/><Relationship Id="rId23" Type="http://schemas.openxmlformats.org/officeDocument/2006/relationships/image" Target="../media/image24.png"/><Relationship Id="rId28" Type="http://schemas.openxmlformats.org/officeDocument/2006/relationships/image" Target="../media/image29.png"/><Relationship Id="rId36" Type="http://schemas.openxmlformats.org/officeDocument/2006/relationships/image" Target="../media/image37.png"/><Relationship Id="rId10" Type="http://schemas.openxmlformats.org/officeDocument/2006/relationships/image" Target="../media/image11.png"/><Relationship Id="rId19" Type="http://schemas.openxmlformats.org/officeDocument/2006/relationships/image" Target="../media/image20.png"/><Relationship Id="rId31" Type="http://schemas.openxmlformats.org/officeDocument/2006/relationships/image" Target="../media/image32.png"/><Relationship Id="rId44" Type="http://schemas.openxmlformats.org/officeDocument/2006/relationships/image" Target="../media/image46.png"/><Relationship Id="rId4" Type="http://schemas.openxmlformats.org/officeDocument/2006/relationships/image" Target="../media/image4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Relationship Id="rId22" Type="http://schemas.openxmlformats.org/officeDocument/2006/relationships/image" Target="../media/image23.png"/><Relationship Id="rId27" Type="http://schemas.openxmlformats.org/officeDocument/2006/relationships/image" Target="../media/image28.png"/><Relationship Id="rId30" Type="http://schemas.openxmlformats.org/officeDocument/2006/relationships/image" Target="../media/image31.png"/><Relationship Id="rId35" Type="http://schemas.openxmlformats.org/officeDocument/2006/relationships/image" Target="../media/image36.png"/><Relationship Id="rId43" Type="http://schemas.openxmlformats.org/officeDocument/2006/relationships/image" Target="../media/image45.png"/><Relationship Id="rId8" Type="http://schemas.openxmlformats.org/officeDocument/2006/relationships/image" Target="../media/image9.png"/><Relationship Id="rId3" Type="http://schemas.openxmlformats.org/officeDocument/2006/relationships/image" Target="../media/image310.png"/><Relationship Id="rId12" Type="http://schemas.openxmlformats.org/officeDocument/2006/relationships/image" Target="../media/image13.png"/><Relationship Id="rId17" Type="http://schemas.openxmlformats.org/officeDocument/2006/relationships/image" Target="../media/image18.png"/><Relationship Id="rId25" Type="http://schemas.openxmlformats.org/officeDocument/2006/relationships/image" Target="../media/image26.png"/><Relationship Id="rId33" Type="http://schemas.openxmlformats.org/officeDocument/2006/relationships/image" Target="../media/image34.png"/><Relationship Id="rId38" Type="http://schemas.openxmlformats.org/officeDocument/2006/relationships/image" Target="../media/image39.png"/><Relationship Id="rId20" Type="http://schemas.openxmlformats.org/officeDocument/2006/relationships/image" Target="../media/image21.png"/><Relationship Id="rId41" Type="http://schemas.openxmlformats.org/officeDocument/2006/relationships/image" Target="../media/image43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6.png"/><Relationship Id="rId18" Type="http://schemas.openxmlformats.org/officeDocument/2006/relationships/image" Target="../media/image31.png"/><Relationship Id="rId26" Type="http://schemas.openxmlformats.org/officeDocument/2006/relationships/image" Target="../media/image39.png"/><Relationship Id="rId3" Type="http://schemas.openxmlformats.org/officeDocument/2006/relationships/image" Target="../media/image48.png"/><Relationship Id="rId21" Type="http://schemas.openxmlformats.org/officeDocument/2006/relationships/image" Target="../media/image34.png"/><Relationship Id="rId7" Type="http://schemas.openxmlformats.org/officeDocument/2006/relationships/image" Target="../media/image20.png"/><Relationship Id="rId12" Type="http://schemas.openxmlformats.org/officeDocument/2006/relationships/image" Target="../media/image53.png"/><Relationship Id="rId17" Type="http://schemas.openxmlformats.org/officeDocument/2006/relationships/image" Target="../media/image30.png"/><Relationship Id="rId25" Type="http://schemas.openxmlformats.org/officeDocument/2006/relationships/image" Target="../media/image38.png"/><Relationship Id="rId33" Type="http://schemas.openxmlformats.org/officeDocument/2006/relationships/image" Target="../media/image54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29.png"/><Relationship Id="rId20" Type="http://schemas.openxmlformats.org/officeDocument/2006/relationships/image" Target="../media/image33.png"/><Relationship Id="rId29" Type="http://schemas.openxmlformats.org/officeDocument/2006/relationships/image" Target="../media/image4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1.png"/><Relationship Id="rId11" Type="http://schemas.openxmlformats.org/officeDocument/2006/relationships/image" Target="../media/image24.png"/><Relationship Id="rId24" Type="http://schemas.openxmlformats.org/officeDocument/2006/relationships/image" Target="../media/image37.png"/><Relationship Id="rId32" Type="http://schemas.openxmlformats.org/officeDocument/2006/relationships/image" Target="../media/image46.png"/><Relationship Id="rId5" Type="http://schemas.openxmlformats.org/officeDocument/2006/relationships/image" Target="../media/image50.png"/><Relationship Id="rId15" Type="http://schemas.openxmlformats.org/officeDocument/2006/relationships/image" Target="../media/image28.png"/><Relationship Id="rId23" Type="http://schemas.openxmlformats.org/officeDocument/2006/relationships/image" Target="../media/image36.png"/><Relationship Id="rId28" Type="http://schemas.openxmlformats.org/officeDocument/2006/relationships/image" Target="../media/image42.png"/><Relationship Id="rId10" Type="http://schemas.openxmlformats.org/officeDocument/2006/relationships/image" Target="../media/image23.png"/><Relationship Id="rId19" Type="http://schemas.openxmlformats.org/officeDocument/2006/relationships/image" Target="../media/image32.png"/><Relationship Id="rId31" Type="http://schemas.openxmlformats.org/officeDocument/2006/relationships/image" Target="../media/image45.png"/><Relationship Id="rId4" Type="http://schemas.openxmlformats.org/officeDocument/2006/relationships/image" Target="../media/image49.png"/><Relationship Id="rId9" Type="http://schemas.openxmlformats.org/officeDocument/2006/relationships/image" Target="../media/image52.png"/><Relationship Id="rId14" Type="http://schemas.openxmlformats.org/officeDocument/2006/relationships/image" Target="../media/image27.png"/><Relationship Id="rId22" Type="http://schemas.openxmlformats.org/officeDocument/2006/relationships/image" Target="../media/image35.png"/><Relationship Id="rId27" Type="http://schemas.openxmlformats.org/officeDocument/2006/relationships/image" Target="../media/image41.png"/><Relationship Id="rId30" Type="http://schemas.openxmlformats.org/officeDocument/2006/relationships/image" Target="../media/image44.png"/><Relationship Id="rId8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13" Type="http://schemas.openxmlformats.org/officeDocument/2006/relationships/image" Target="../media/image27.png"/><Relationship Id="rId18" Type="http://schemas.openxmlformats.org/officeDocument/2006/relationships/image" Target="../media/image32.png"/><Relationship Id="rId26" Type="http://schemas.openxmlformats.org/officeDocument/2006/relationships/image" Target="../media/image41.png"/><Relationship Id="rId3" Type="http://schemas.openxmlformats.org/officeDocument/2006/relationships/image" Target="../media/image55.png"/><Relationship Id="rId21" Type="http://schemas.openxmlformats.org/officeDocument/2006/relationships/image" Target="../media/image35.png"/><Relationship Id="rId7" Type="http://schemas.openxmlformats.org/officeDocument/2006/relationships/image" Target="../media/image21.png"/><Relationship Id="rId12" Type="http://schemas.openxmlformats.org/officeDocument/2006/relationships/image" Target="../media/image26.png"/><Relationship Id="rId17" Type="http://schemas.openxmlformats.org/officeDocument/2006/relationships/image" Target="../media/image31.png"/><Relationship Id="rId25" Type="http://schemas.openxmlformats.org/officeDocument/2006/relationships/image" Target="../media/image39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30.png"/><Relationship Id="rId20" Type="http://schemas.openxmlformats.org/officeDocument/2006/relationships/image" Target="../media/image34.png"/><Relationship Id="rId29" Type="http://schemas.openxmlformats.org/officeDocument/2006/relationships/image" Target="../media/image4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59.png"/><Relationship Id="rId24" Type="http://schemas.openxmlformats.org/officeDocument/2006/relationships/image" Target="../media/image38.png"/><Relationship Id="rId32" Type="http://schemas.openxmlformats.org/officeDocument/2006/relationships/image" Target="../media/image54.png"/><Relationship Id="rId5" Type="http://schemas.openxmlformats.org/officeDocument/2006/relationships/image" Target="../media/image57.png"/><Relationship Id="rId15" Type="http://schemas.openxmlformats.org/officeDocument/2006/relationships/image" Target="../media/image29.png"/><Relationship Id="rId23" Type="http://schemas.openxmlformats.org/officeDocument/2006/relationships/image" Target="../media/image37.png"/><Relationship Id="rId28" Type="http://schemas.openxmlformats.org/officeDocument/2006/relationships/image" Target="../media/image43.png"/><Relationship Id="rId10" Type="http://schemas.openxmlformats.org/officeDocument/2006/relationships/image" Target="../media/image24.png"/><Relationship Id="rId19" Type="http://schemas.openxmlformats.org/officeDocument/2006/relationships/image" Target="../media/image33.png"/><Relationship Id="rId31" Type="http://schemas.openxmlformats.org/officeDocument/2006/relationships/image" Target="../media/image46.png"/><Relationship Id="rId4" Type="http://schemas.openxmlformats.org/officeDocument/2006/relationships/image" Target="../media/image56.png"/><Relationship Id="rId9" Type="http://schemas.openxmlformats.org/officeDocument/2006/relationships/image" Target="../media/image23.png"/><Relationship Id="rId14" Type="http://schemas.openxmlformats.org/officeDocument/2006/relationships/image" Target="../media/image28.png"/><Relationship Id="rId22" Type="http://schemas.openxmlformats.org/officeDocument/2006/relationships/image" Target="../media/image36.png"/><Relationship Id="rId27" Type="http://schemas.openxmlformats.org/officeDocument/2006/relationships/image" Target="../media/image42.png"/><Relationship Id="rId30" Type="http://schemas.openxmlformats.org/officeDocument/2006/relationships/image" Target="../media/image4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67.png"/><Relationship Id="rId18" Type="http://schemas.openxmlformats.org/officeDocument/2006/relationships/image" Target="../media/image72.png"/><Relationship Id="rId3" Type="http://schemas.openxmlformats.org/officeDocument/2006/relationships/image" Target="../media/image60.png"/><Relationship Id="rId21" Type="http://schemas.openxmlformats.org/officeDocument/2006/relationships/image" Target="../media/image75.png"/><Relationship Id="rId7" Type="http://schemas.openxmlformats.org/officeDocument/2006/relationships/image" Target="../media/image64.png"/><Relationship Id="rId12" Type="http://schemas.openxmlformats.org/officeDocument/2006/relationships/image" Target="../media/image66.png"/><Relationship Id="rId17" Type="http://schemas.openxmlformats.org/officeDocument/2006/relationships/image" Target="../media/image71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70.png"/><Relationship Id="rId20" Type="http://schemas.openxmlformats.org/officeDocument/2006/relationships/image" Target="../media/image74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63.png"/><Relationship Id="rId15" Type="http://schemas.openxmlformats.org/officeDocument/2006/relationships/image" Target="../media/image69.png"/><Relationship Id="rId10" Type="http://schemas.openxmlformats.org/officeDocument/2006/relationships/image" Target="../media/image62.png"/><Relationship Id="rId19" Type="http://schemas.openxmlformats.org/officeDocument/2006/relationships/image" Target="../media/image73.png"/><Relationship Id="rId9" Type="http://schemas.openxmlformats.org/officeDocument/2006/relationships/image" Target="../media/image61.png"/><Relationship Id="rId14" Type="http://schemas.openxmlformats.org/officeDocument/2006/relationships/image" Target="../media/image68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1.png"/><Relationship Id="rId13" Type="http://schemas.openxmlformats.org/officeDocument/2006/relationships/image" Target="../media/image83.png"/><Relationship Id="rId18" Type="http://schemas.openxmlformats.org/officeDocument/2006/relationships/image" Target="../media/image70.png"/><Relationship Id="rId3" Type="http://schemas.openxmlformats.org/officeDocument/2006/relationships/image" Target="../media/image76.png"/><Relationship Id="rId21" Type="http://schemas.openxmlformats.org/officeDocument/2006/relationships/image" Target="../media/image75.png"/><Relationship Id="rId7" Type="http://schemas.openxmlformats.org/officeDocument/2006/relationships/image" Target="../media/image79.png"/><Relationship Id="rId12" Type="http://schemas.openxmlformats.org/officeDocument/2006/relationships/image" Target="../media/image820.png"/><Relationship Id="rId17" Type="http://schemas.openxmlformats.org/officeDocument/2006/relationships/image" Target="../media/image74.png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84.png"/><Relationship Id="rId20" Type="http://schemas.openxmlformats.org/officeDocument/2006/relationships/image" Target="../media/image73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82.png"/><Relationship Id="rId15" Type="http://schemas.openxmlformats.org/officeDocument/2006/relationships/image" Target="../media/image69.png"/><Relationship Id="rId10" Type="http://schemas.openxmlformats.org/officeDocument/2006/relationships/image" Target="../media/image78.png"/><Relationship Id="rId19" Type="http://schemas.openxmlformats.org/officeDocument/2006/relationships/image" Target="../media/image71.png"/><Relationship Id="rId9" Type="http://schemas.openxmlformats.org/officeDocument/2006/relationships/image" Target="../media/image77.png"/><Relationship Id="rId14" Type="http://schemas.openxmlformats.org/officeDocument/2006/relationships/image" Target="../media/image6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13" Type="http://schemas.openxmlformats.org/officeDocument/2006/relationships/image" Target="../media/image75.png"/><Relationship Id="rId18" Type="http://schemas.openxmlformats.org/officeDocument/2006/relationships/image" Target="../media/image74.png"/><Relationship Id="rId3" Type="http://schemas.openxmlformats.org/officeDocument/2006/relationships/image" Target="../media/image840.png"/><Relationship Id="rId7" Type="http://schemas.openxmlformats.org/officeDocument/2006/relationships/image" Target="../media/image88.png"/><Relationship Id="rId12" Type="http://schemas.openxmlformats.org/officeDocument/2006/relationships/image" Target="../media/image73.png"/><Relationship Id="rId17" Type="http://schemas.openxmlformats.org/officeDocument/2006/relationships/image" Target="../media/image92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6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7.png"/><Relationship Id="rId11" Type="http://schemas.openxmlformats.org/officeDocument/2006/relationships/image" Target="../media/image71.png"/><Relationship Id="rId5" Type="http://schemas.openxmlformats.org/officeDocument/2006/relationships/image" Target="../media/image86.png"/><Relationship Id="rId15" Type="http://schemas.openxmlformats.org/officeDocument/2006/relationships/image" Target="../media/image68.png"/><Relationship Id="rId10" Type="http://schemas.openxmlformats.org/officeDocument/2006/relationships/image" Target="../media/image70.png"/><Relationship Id="rId4" Type="http://schemas.openxmlformats.org/officeDocument/2006/relationships/image" Target="../media/image85.png"/><Relationship Id="rId9" Type="http://schemas.openxmlformats.org/officeDocument/2006/relationships/image" Target="../media/image90.png"/><Relationship Id="rId14" Type="http://schemas.openxmlformats.org/officeDocument/2006/relationships/image" Target="../media/image9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6.png"/><Relationship Id="rId13" Type="http://schemas.openxmlformats.org/officeDocument/2006/relationships/image" Target="../media/image101.png"/><Relationship Id="rId18" Type="http://schemas.openxmlformats.org/officeDocument/2006/relationships/image" Target="../media/image106.png"/><Relationship Id="rId3" Type="http://schemas.openxmlformats.org/officeDocument/2006/relationships/image" Target="../media/image920.png"/><Relationship Id="rId7" Type="http://schemas.openxmlformats.org/officeDocument/2006/relationships/image" Target="../media/image95.png"/><Relationship Id="rId12" Type="http://schemas.openxmlformats.org/officeDocument/2006/relationships/image" Target="../media/image100.png"/><Relationship Id="rId17" Type="http://schemas.openxmlformats.org/officeDocument/2006/relationships/image" Target="../media/image105.png"/><Relationship Id="rId2" Type="http://schemas.openxmlformats.org/officeDocument/2006/relationships/notesSlide" Target="../notesSlides/notesSlide9.xml"/><Relationship Id="rId16" Type="http://schemas.openxmlformats.org/officeDocument/2006/relationships/image" Target="../media/image1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4.png"/><Relationship Id="rId11" Type="http://schemas.openxmlformats.org/officeDocument/2006/relationships/image" Target="../media/image99.png"/><Relationship Id="rId5" Type="http://schemas.openxmlformats.org/officeDocument/2006/relationships/image" Target="../media/image93.png"/><Relationship Id="rId15" Type="http://schemas.openxmlformats.org/officeDocument/2006/relationships/image" Target="../media/image103.png"/><Relationship Id="rId10" Type="http://schemas.openxmlformats.org/officeDocument/2006/relationships/image" Target="../media/image98.png"/><Relationship Id="rId4" Type="http://schemas.openxmlformats.org/officeDocument/2006/relationships/image" Target="../media/image85.png"/><Relationship Id="rId9" Type="http://schemas.openxmlformats.org/officeDocument/2006/relationships/image" Target="../media/image97.png"/><Relationship Id="rId14" Type="http://schemas.openxmlformats.org/officeDocument/2006/relationships/image" Target="../media/image102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2.png"/><Relationship Id="rId13" Type="http://schemas.openxmlformats.org/officeDocument/2006/relationships/image" Target="../media/image117.png"/><Relationship Id="rId18" Type="http://schemas.openxmlformats.org/officeDocument/2006/relationships/image" Target="../media/image122.png"/><Relationship Id="rId3" Type="http://schemas.openxmlformats.org/officeDocument/2006/relationships/image" Target="../media/image107.png"/><Relationship Id="rId21" Type="http://schemas.openxmlformats.org/officeDocument/2006/relationships/image" Target="../media/image125.png"/><Relationship Id="rId7" Type="http://schemas.openxmlformats.org/officeDocument/2006/relationships/image" Target="../media/image111.png"/><Relationship Id="rId12" Type="http://schemas.openxmlformats.org/officeDocument/2006/relationships/image" Target="../media/image116.png"/><Relationship Id="rId17" Type="http://schemas.openxmlformats.org/officeDocument/2006/relationships/image" Target="../media/image121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20.png"/><Relationship Id="rId20" Type="http://schemas.openxmlformats.org/officeDocument/2006/relationships/image" Target="../media/image1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0.png"/><Relationship Id="rId11" Type="http://schemas.openxmlformats.org/officeDocument/2006/relationships/image" Target="../media/image115.png"/><Relationship Id="rId5" Type="http://schemas.openxmlformats.org/officeDocument/2006/relationships/image" Target="../media/image109.png"/><Relationship Id="rId15" Type="http://schemas.openxmlformats.org/officeDocument/2006/relationships/image" Target="../media/image119.png"/><Relationship Id="rId23" Type="http://schemas.openxmlformats.org/officeDocument/2006/relationships/image" Target="../media/image127.png"/><Relationship Id="rId10" Type="http://schemas.openxmlformats.org/officeDocument/2006/relationships/image" Target="../media/image114.png"/><Relationship Id="rId19" Type="http://schemas.openxmlformats.org/officeDocument/2006/relationships/image" Target="../media/image123.png"/><Relationship Id="rId4" Type="http://schemas.openxmlformats.org/officeDocument/2006/relationships/image" Target="../media/image108.png"/><Relationship Id="rId9" Type="http://schemas.openxmlformats.org/officeDocument/2006/relationships/image" Target="../media/image113.png"/><Relationship Id="rId14" Type="http://schemas.openxmlformats.org/officeDocument/2006/relationships/image" Target="../media/image118.png"/><Relationship Id="rId22" Type="http://schemas.openxmlformats.org/officeDocument/2006/relationships/image" Target="../media/image1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13" Type="http://schemas.openxmlformats.org/officeDocument/2006/relationships/image" Target="../media/image138.png"/><Relationship Id="rId18" Type="http://schemas.openxmlformats.org/officeDocument/2006/relationships/image" Target="../media/image143.png"/><Relationship Id="rId3" Type="http://schemas.openxmlformats.org/officeDocument/2006/relationships/image" Target="../media/image128.png"/><Relationship Id="rId21" Type="http://schemas.openxmlformats.org/officeDocument/2006/relationships/image" Target="../media/image146.png"/><Relationship Id="rId7" Type="http://schemas.openxmlformats.org/officeDocument/2006/relationships/image" Target="../media/image132.png"/><Relationship Id="rId12" Type="http://schemas.openxmlformats.org/officeDocument/2006/relationships/image" Target="../media/image137.png"/><Relationship Id="rId17" Type="http://schemas.openxmlformats.org/officeDocument/2006/relationships/image" Target="../media/image142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41.png"/><Relationship Id="rId20" Type="http://schemas.openxmlformats.org/officeDocument/2006/relationships/image" Target="../media/image14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1.png"/><Relationship Id="rId11" Type="http://schemas.openxmlformats.org/officeDocument/2006/relationships/image" Target="../media/image136.png"/><Relationship Id="rId5" Type="http://schemas.openxmlformats.org/officeDocument/2006/relationships/image" Target="../media/image130.png"/><Relationship Id="rId15" Type="http://schemas.openxmlformats.org/officeDocument/2006/relationships/image" Target="../media/image140.png"/><Relationship Id="rId10" Type="http://schemas.openxmlformats.org/officeDocument/2006/relationships/image" Target="../media/image135.png"/><Relationship Id="rId19" Type="http://schemas.openxmlformats.org/officeDocument/2006/relationships/image" Target="../media/image144.png"/><Relationship Id="rId4" Type="http://schemas.openxmlformats.org/officeDocument/2006/relationships/image" Target="../media/image129.png"/><Relationship Id="rId9" Type="http://schemas.openxmlformats.org/officeDocument/2006/relationships/image" Target="../media/image134.png"/><Relationship Id="rId14" Type="http://schemas.openxmlformats.org/officeDocument/2006/relationships/image" Target="../media/image139.png"/><Relationship Id="rId22" Type="http://schemas.openxmlformats.org/officeDocument/2006/relationships/image" Target="../media/image14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3.png"/><Relationship Id="rId13" Type="http://schemas.openxmlformats.org/officeDocument/2006/relationships/image" Target="../media/image158.png"/><Relationship Id="rId18" Type="http://schemas.openxmlformats.org/officeDocument/2006/relationships/image" Target="../media/image163.png"/><Relationship Id="rId3" Type="http://schemas.openxmlformats.org/officeDocument/2006/relationships/image" Target="../media/image148.png"/><Relationship Id="rId21" Type="http://schemas.openxmlformats.org/officeDocument/2006/relationships/image" Target="../media/image166.png"/><Relationship Id="rId7" Type="http://schemas.openxmlformats.org/officeDocument/2006/relationships/image" Target="../media/image152.png"/><Relationship Id="rId12" Type="http://schemas.openxmlformats.org/officeDocument/2006/relationships/image" Target="../media/image157.png"/><Relationship Id="rId17" Type="http://schemas.openxmlformats.org/officeDocument/2006/relationships/image" Target="../media/image162.png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161.png"/><Relationship Id="rId20" Type="http://schemas.openxmlformats.org/officeDocument/2006/relationships/image" Target="../media/image16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1.png"/><Relationship Id="rId11" Type="http://schemas.openxmlformats.org/officeDocument/2006/relationships/image" Target="../media/image156.png"/><Relationship Id="rId5" Type="http://schemas.openxmlformats.org/officeDocument/2006/relationships/image" Target="../media/image150.png"/><Relationship Id="rId15" Type="http://schemas.openxmlformats.org/officeDocument/2006/relationships/image" Target="../media/image160.png"/><Relationship Id="rId23" Type="http://schemas.openxmlformats.org/officeDocument/2006/relationships/image" Target="../media/image168.png"/><Relationship Id="rId10" Type="http://schemas.openxmlformats.org/officeDocument/2006/relationships/image" Target="../media/image155.png"/><Relationship Id="rId19" Type="http://schemas.openxmlformats.org/officeDocument/2006/relationships/image" Target="../media/image164.png"/><Relationship Id="rId4" Type="http://schemas.openxmlformats.org/officeDocument/2006/relationships/image" Target="../media/image149.png"/><Relationship Id="rId9" Type="http://schemas.openxmlformats.org/officeDocument/2006/relationships/image" Target="../media/image154.png"/><Relationship Id="rId14" Type="http://schemas.openxmlformats.org/officeDocument/2006/relationships/image" Target="../media/image159.png"/><Relationship Id="rId22" Type="http://schemas.openxmlformats.org/officeDocument/2006/relationships/image" Target="../media/image167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4.png"/><Relationship Id="rId13" Type="http://schemas.openxmlformats.org/officeDocument/2006/relationships/image" Target="../media/image179.png"/><Relationship Id="rId18" Type="http://schemas.openxmlformats.org/officeDocument/2006/relationships/image" Target="../media/image184.png"/><Relationship Id="rId3" Type="http://schemas.openxmlformats.org/officeDocument/2006/relationships/image" Target="../media/image169.png"/><Relationship Id="rId21" Type="http://schemas.openxmlformats.org/officeDocument/2006/relationships/image" Target="../media/image187.png"/><Relationship Id="rId7" Type="http://schemas.openxmlformats.org/officeDocument/2006/relationships/image" Target="../media/image173.png"/><Relationship Id="rId12" Type="http://schemas.openxmlformats.org/officeDocument/2006/relationships/image" Target="../media/image178.png"/><Relationship Id="rId17" Type="http://schemas.openxmlformats.org/officeDocument/2006/relationships/image" Target="../media/image183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82.png"/><Relationship Id="rId20" Type="http://schemas.openxmlformats.org/officeDocument/2006/relationships/image" Target="../media/image18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2.png"/><Relationship Id="rId11" Type="http://schemas.openxmlformats.org/officeDocument/2006/relationships/image" Target="../media/image177.png"/><Relationship Id="rId5" Type="http://schemas.openxmlformats.org/officeDocument/2006/relationships/image" Target="../media/image171.png"/><Relationship Id="rId15" Type="http://schemas.openxmlformats.org/officeDocument/2006/relationships/image" Target="../media/image181.png"/><Relationship Id="rId23" Type="http://schemas.openxmlformats.org/officeDocument/2006/relationships/image" Target="../media/image189.png"/><Relationship Id="rId10" Type="http://schemas.openxmlformats.org/officeDocument/2006/relationships/image" Target="../media/image176.png"/><Relationship Id="rId19" Type="http://schemas.openxmlformats.org/officeDocument/2006/relationships/image" Target="../media/image185.png"/><Relationship Id="rId4" Type="http://schemas.openxmlformats.org/officeDocument/2006/relationships/image" Target="../media/image170.png"/><Relationship Id="rId9" Type="http://schemas.openxmlformats.org/officeDocument/2006/relationships/image" Target="../media/image175.png"/><Relationship Id="rId14" Type="http://schemas.openxmlformats.org/officeDocument/2006/relationships/image" Target="../media/image180.png"/><Relationship Id="rId22" Type="http://schemas.openxmlformats.org/officeDocument/2006/relationships/image" Target="../media/image18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13" Type="http://schemas.openxmlformats.org/officeDocument/2006/relationships/image" Target="../media/image1970.png"/><Relationship Id="rId18" Type="http://schemas.openxmlformats.org/officeDocument/2006/relationships/image" Target="../media/image202.png"/><Relationship Id="rId3" Type="http://schemas.openxmlformats.org/officeDocument/2006/relationships/image" Target="../media/image190.png"/><Relationship Id="rId21" Type="http://schemas.openxmlformats.org/officeDocument/2006/relationships/image" Target="../media/image205.png"/><Relationship Id="rId7" Type="http://schemas.openxmlformats.org/officeDocument/2006/relationships/image" Target="../media/image194.png"/><Relationship Id="rId17" Type="http://schemas.openxmlformats.org/officeDocument/2006/relationships/image" Target="../media/image201.png"/><Relationship Id="rId2" Type="http://schemas.openxmlformats.org/officeDocument/2006/relationships/notesSlide" Target="../notesSlides/notesSlide14.xml"/><Relationship Id="rId16" Type="http://schemas.openxmlformats.org/officeDocument/2006/relationships/image" Target="../media/image200.png"/><Relationship Id="rId20" Type="http://schemas.openxmlformats.org/officeDocument/2006/relationships/image" Target="../media/image20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3.png"/><Relationship Id="rId11" Type="http://schemas.openxmlformats.org/officeDocument/2006/relationships/image" Target="../media/image198.png"/><Relationship Id="rId5" Type="http://schemas.openxmlformats.org/officeDocument/2006/relationships/image" Target="../media/image192.png"/><Relationship Id="rId15" Type="http://schemas.openxmlformats.org/officeDocument/2006/relationships/image" Target="../media/image199.png"/><Relationship Id="rId23" Type="http://schemas.openxmlformats.org/officeDocument/2006/relationships/image" Target="../media/image207.png"/><Relationship Id="rId10" Type="http://schemas.openxmlformats.org/officeDocument/2006/relationships/image" Target="../media/image197.png"/><Relationship Id="rId19" Type="http://schemas.openxmlformats.org/officeDocument/2006/relationships/image" Target="../media/image203.png"/><Relationship Id="rId4" Type="http://schemas.openxmlformats.org/officeDocument/2006/relationships/image" Target="../media/image191.png"/><Relationship Id="rId9" Type="http://schemas.openxmlformats.org/officeDocument/2006/relationships/image" Target="../media/image196.png"/><Relationship Id="rId14" Type="http://schemas.openxmlformats.org/officeDocument/2006/relationships/image" Target="../media/image1980.png"/><Relationship Id="rId22" Type="http://schemas.openxmlformats.org/officeDocument/2006/relationships/image" Target="../media/image206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3.png"/><Relationship Id="rId13" Type="http://schemas.openxmlformats.org/officeDocument/2006/relationships/image" Target="../media/image218.png"/><Relationship Id="rId18" Type="http://schemas.openxmlformats.org/officeDocument/2006/relationships/image" Target="../media/image222.png"/><Relationship Id="rId3" Type="http://schemas.openxmlformats.org/officeDocument/2006/relationships/image" Target="../media/image208.png"/><Relationship Id="rId21" Type="http://schemas.openxmlformats.org/officeDocument/2006/relationships/image" Target="../media/image225.png"/><Relationship Id="rId7" Type="http://schemas.openxmlformats.org/officeDocument/2006/relationships/image" Target="../media/image212.png"/><Relationship Id="rId12" Type="http://schemas.openxmlformats.org/officeDocument/2006/relationships/image" Target="../media/image217.png"/><Relationship Id="rId17" Type="http://schemas.openxmlformats.org/officeDocument/2006/relationships/image" Target="../media/image221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220.png"/><Relationship Id="rId20" Type="http://schemas.openxmlformats.org/officeDocument/2006/relationships/image" Target="../media/image2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1.png"/><Relationship Id="rId11" Type="http://schemas.openxmlformats.org/officeDocument/2006/relationships/image" Target="../media/image216.png"/><Relationship Id="rId5" Type="http://schemas.openxmlformats.org/officeDocument/2006/relationships/image" Target="../media/image210.png"/><Relationship Id="rId15" Type="http://schemas.openxmlformats.org/officeDocument/2006/relationships/image" Target="../media/image219.png"/><Relationship Id="rId23" Type="http://schemas.openxmlformats.org/officeDocument/2006/relationships/image" Target="../media/image227.png"/><Relationship Id="rId10" Type="http://schemas.openxmlformats.org/officeDocument/2006/relationships/image" Target="../media/image215.png"/><Relationship Id="rId19" Type="http://schemas.openxmlformats.org/officeDocument/2006/relationships/image" Target="../media/image223.png"/><Relationship Id="rId4" Type="http://schemas.openxmlformats.org/officeDocument/2006/relationships/image" Target="../media/image209.png"/><Relationship Id="rId9" Type="http://schemas.openxmlformats.org/officeDocument/2006/relationships/image" Target="../media/image214.png"/><Relationship Id="rId14" Type="http://schemas.openxmlformats.org/officeDocument/2006/relationships/image" Target="../media/image2180.png"/><Relationship Id="rId22" Type="http://schemas.openxmlformats.org/officeDocument/2006/relationships/image" Target="../media/image226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5.png"/><Relationship Id="rId3" Type="http://schemas.openxmlformats.org/officeDocument/2006/relationships/image" Target="../media/image230.png"/><Relationship Id="rId7" Type="http://schemas.openxmlformats.org/officeDocument/2006/relationships/image" Target="../media/image234.png"/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3.png"/><Relationship Id="rId5" Type="http://schemas.openxmlformats.org/officeDocument/2006/relationships/image" Target="../media/image232.png"/><Relationship Id="rId4" Type="http://schemas.openxmlformats.org/officeDocument/2006/relationships/image" Target="../media/image231.png"/><Relationship Id="rId9" Type="http://schemas.openxmlformats.org/officeDocument/2006/relationships/image" Target="../media/image23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2.png"/><Relationship Id="rId3" Type="http://schemas.openxmlformats.org/officeDocument/2006/relationships/image" Target="../media/image237.png"/><Relationship Id="rId7" Type="http://schemas.openxmlformats.org/officeDocument/2006/relationships/image" Target="../media/image24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0.png"/><Relationship Id="rId11" Type="http://schemas.openxmlformats.org/officeDocument/2006/relationships/image" Target="../media/image245.png"/><Relationship Id="rId5" Type="http://schemas.openxmlformats.org/officeDocument/2006/relationships/image" Target="../media/image239.png"/><Relationship Id="rId10" Type="http://schemas.openxmlformats.org/officeDocument/2006/relationships/image" Target="../media/image244.png"/><Relationship Id="rId4" Type="http://schemas.openxmlformats.org/officeDocument/2006/relationships/image" Target="../media/image238.png"/><Relationship Id="rId9" Type="http://schemas.openxmlformats.org/officeDocument/2006/relationships/image" Target="../media/image24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/>
          <p:nvPr/>
        </p:nvSpPr>
        <p:spPr>
          <a:xfrm>
            <a:off x="0" y="0"/>
            <a:ext cx="12191999" cy="68579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5013959" y="1475232"/>
            <a:ext cx="2353056" cy="264109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 txBox="1">
            <a:spLocks noGrp="1"/>
          </p:cNvSpPr>
          <p:nvPr>
            <p:ph type="title"/>
          </p:nvPr>
        </p:nvSpPr>
        <p:spPr>
          <a:xfrm>
            <a:off x="3571875" y="3084195"/>
            <a:ext cx="4648847" cy="69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smtClean="0"/>
              <a:t>Backpropagation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71417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 txBox="1"/>
          <p:nvPr/>
        </p:nvSpPr>
        <p:spPr>
          <a:xfrm>
            <a:off x="-253286" y="1265304"/>
            <a:ext cx="11930380" cy="4321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050" rIns="0" bIns="0" anchor="t" anchorCtr="0">
            <a:spAutoFit/>
          </a:bodyPr>
          <a:lstStyle/>
          <a:p>
            <a:pPr marL="838200" marR="62230" lvl="1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r>
              <a:rPr lang="en-IN" sz="2000" b="1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Following are the steps:</a:t>
            </a:r>
          </a:p>
          <a:p>
            <a:pPr marL="1295400" marR="62230" lvl="2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Initialize weights randomly</a:t>
            </a:r>
          </a:p>
          <a:p>
            <a:pPr marL="1295400" marR="62230" lvl="2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the Cost Function</a:t>
            </a:r>
          </a:p>
          <a:p>
            <a:pPr marL="1295400" marR="62230" lvl="2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Compute the gradient </a:t>
            </a:r>
          </a:p>
          <a:p>
            <a:pPr marL="1295400" marR="62230" lvl="2" indent="-342900">
              <a:buFont typeface="Arial" panose="020B0604020202020204" pitchFamily="34" charset="0"/>
              <a:buChar char="•"/>
            </a:pPr>
            <a:r>
              <a:rPr lang="en-IN" sz="2000" dirty="0" smtClean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Update the weights	</a:t>
            </a:r>
          </a:p>
          <a:p>
            <a:pPr marL="838200" marR="62230" lvl="1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endParaRPr lang="en-IN" sz="20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38200" marR="62230" lvl="1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endParaRPr lang="en-IN" sz="20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38200" marR="62230" lvl="1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1295400" marR="62230" lvl="2" indent="-342900">
              <a:buFont typeface="Arial" panose="020B0604020202020204" pitchFamily="34" charset="0"/>
              <a:buChar char="•"/>
            </a:pPr>
            <a:endParaRPr lang="en-IN" sz="2000" dirty="0" smtClean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838200" marR="62230" lvl="1" indent="-342900">
              <a:lnSpc>
                <a:spcPct val="180000"/>
              </a:lnSpc>
              <a:buFont typeface="Arial" panose="020B0604020202020204" pitchFamily="34" charset="0"/>
              <a:buChar char="•"/>
            </a:pPr>
            <a:endParaRPr sz="2000" dirty="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3" name="Google Shape;83;p6"/>
          <p:cNvSpPr txBox="1"/>
          <p:nvPr/>
        </p:nvSpPr>
        <p:spPr>
          <a:xfrm>
            <a:off x="304800" y="381000"/>
            <a:ext cx="7615546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Backpropogation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4431593" y="2965254"/>
                <a:ext cx="2779287" cy="669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𝑊</m:t>
                      </m:r>
                      <m:r>
                        <a:rPr lang="en-IN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=</m:t>
                      </m:r>
                      <m:r>
                        <a:rPr lang="en-IN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Times New Roman"/>
                          <a:sym typeface="Times New Roman"/>
                        </a:rPr>
                        <m:t>𝑊</m:t>
                      </m:r>
                      <m:r>
                        <a:rPr lang="en-IN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Times New Roman"/>
                          <a:sym typeface="Times New Roman"/>
                        </a:rPr>
                        <m:t> − </m:t>
                      </m:r>
                      <m:r>
                        <a:rPr lang="en-IN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  <a:sym typeface="Times New Roman"/>
                        </a:rPr>
                        <m:t>𝛼</m:t>
                      </m:r>
                      <m:r>
                        <a:rPr lang="en-IN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  <a:sym typeface="Times New Roman"/>
                        </a:rPr>
                        <m:t> </m:t>
                      </m:r>
                      <m:f>
                        <m:fPr>
                          <m:ctrlP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fPr>
                        <m:num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𝐽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𝑊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,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𝐵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))</m:t>
                          </m:r>
                        </m:num>
                        <m:den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𝑊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31593" y="2965254"/>
                <a:ext cx="2779287" cy="66909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571888" y="3861599"/>
                <a:ext cx="2638992" cy="66909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𝐵</m:t>
                      </m:r>
                      <m:r>
                        <a:rPr lang="en-IN" i="1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Times New Roman"/>
                          <a:cs typeface="Times New Roman"/>
                          <a:sym typeface="Times New Roman"/>
                        </a:rPr>
                        <m:t>=</m:t>
                      </m:r>
                      <m:r>
                        <a:rPr lang="en-IN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Times New Roman"/>
                          <a:sym typeface="Times New Roman"/>
                        </a:rPr>
                        <m:t>𝐵</m:t>
                      </m:r>
                      <m:r>
                        <a:rPr lang="en-IN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cs typeface="Times New Roman"/>
                          <a:sym typeface="Times New Roman"/>
                        </a:rPr>
                        <m:t> − </m:t>
                      </m:r>
                      <m:r>
                        <a:rPr lang="en-IN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  <a:sym typeface="Times New Roman"/>
                        </a:rPr>
                        <m:t>𝛼</m:t>
                      </m:r>
                      <m:r>
                        <a:rPr lang="en-IN" b="0" i="1" smtClean="0">
                          <a:solidFill>
                            <a:schemeClr val="dk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Times New Roman"/>
                          <a:sym typeface="Times New Roman"/>
                        </a:rPr>
                        <m:t> </m:t>
                      </m:r>
                      <m:f>
                        <m:fPr>
                          <m:ctrlP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</m:ctrlPr>
                        </m:fPr>
                        <m:num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𝐽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𝑊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,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𝐵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))</m:t>
                          </m:r>
                        </m:num>
                        <m:den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𝜕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(</m:t>
                          </m:r>
                          <m:r>
                            <a:rPr lang="en-IN" b="0" i="1" smtClean="0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𝐵</m:t>
                          </m:r>
                          <m:r>
                            <a:rPr lang="en-IN" i="1">
                              <a:solidFill>
                                <a:schemeClr val="dk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/>
                              <a:sym typeface="Times New Roman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1888" y="3861599"/>
                <a:ext cx="2638992" cy="66909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281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54378"/>
          </a:xfrm>
        </p:spPr>
        <p:txBody>
          <a:bodyPr>
            <a:normAutofit fontScale="90000"/>
          </a:bodyPr>
          <a:lstStyle/>
          <a:p>
            <a:r>
              <a:rPr lang="en-US" dirty="0" smtClean="0">
                <a:latin typeface="Times New Roman" charset="0"/>
                <a:ea typeface="Times New Roman" charset="0"/>
                <a:cs typeface="Times New Roman" charset="0"/>
              </a:rPr>
              <a:t>Derivatives of Cost </a:t>
            </a:r>
            <a:r>
              <a:rPr lang="en-US" dirty="0">
                <a:latin typeface="Times New Roman" charset="0"/>
                <a:ea typeface="Times New Roman" charset="0"/>
                <a:cs typeface="Times New Roman" charset="0"/>
              </a:rPr>
              <a:t>Function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1220535-A85A-4058-AC3B-E7D857942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D1BB6-7CA4-40A0-A404-5A93B00F0941}" type="slidenum">
              <a:rPr lang="en-US" smtClean="0"/>
              <a:t>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0516418"/>
                  </p:ext>
                </p:extLst>
              </p:nvPr>
            </p:nvGraphicFramePr>
            <p:xfrm>
              <a:off x="203349" y="1530794"/>
              <a:ext cx="11785302" cy="48255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0954">
                      <a:extLst>
                        <a:ext uri="{9D8B030D-6E8A-4147-A177-3AD203B41FA5}">
                          <a16:colId xmlns:a16="http://schemas.microsoft.com/office/drawing/2014/main" val="930060248"/>
                        </a:ext>
                      </a:extLst>
                    </a:gridCol>
                    <a:gridCol w="4695914">
                      <a:extLst>
                        <a:ext uri="{9D8B030D-6E8A-4147-A177-3AD203B41FA5}">
                          <a16:colId xmlns:a16="http://schemas.microsoft.com/office/drawing/2014/main" val="2040818863"/>
                        </a:ext>
                      </a:extLst>
                    </a:gridCol>
                    <a:gridCol w="3928434">
                      <a:extLst>
                        <a:ext uri="{9D8B030D-6E8A-4147-A177-3AD203B41FA5}">
                          <a16:colId xmlns:a16="http://schemas.microsoft.com/office/drawing/2014/main" val="300938922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 Absolute Error</a:t>
                          </a:r>
                          <a:endParaRPr lang="en-IN" sz="1800" b="0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𝑀</m:t>
                                </m:r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𝐴𝐸</m:t>
                                </m:r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𝑖</m:t>
                                    </m:r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𝑛</m:t>
                                    </m:r>
                                  </m:sup>
                                  <m:e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  <a:sym typeface="Times New Roman"/>
                                      </a:rPr>
                                      <m:t>|</m:t>
                                    </m:r>
                                    <m:sSub>
                                      <m:sSubPr>
                                        <m:ctrlPr>
                                          <a:rPr lang="en-IN" sz="180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  <a:sym typeface="Times New Roman"/>
                                      </a:rPr>
                                      <m:t> − </m:t>
                                    </m:r>
                                    <m:sSub>
                                      <m:sSubPr>
                                        <m:ctrlPr>
                                          <a:rPr lang="en-IN" sz="180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  <a:sym typeface="Times New Roman"/>
                                      </a:rPr>
                                      <m:t>|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𝜕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(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𝑀𝐴𝐸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𝜕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IN" sz="1800" b="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IN" sz="1800" b="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)</m:t>
                                    </m:r>
                                  </m:den>
                                </m:f>
                                <m:r>
                                  <a:rPr lang="en-IN" sz="1800" b="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=</m:t>
                                </m:r>
                                <m:eqArr>
                                  <m:eqArrPr>
                                    <m:ctrlP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eqArrPr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1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I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I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Times New Roman"/>
                                            <a:cs typeface="Times New Roman"/>
                                            <a:sym typeface="Times New Roman"/>
                                          </a:rPr>
                                          <m:t>&lt;</m:t>
                                        </m:r>
                                        <m:r>
                                          <a:rPr lang="en-IN" sz="1800" b="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Times New Roman"/>
                                            <a:cs typeface="Times New Roman"/>
                                            <a:sym typeface="Times New Roman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IN" sz="1800" b="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IN" sz="1800" b="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I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−1</m:t>
                                        </m:r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I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I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Times New Roman"/>
                                            <a:cs typeface="Times New Roman"/>
                                            <a:sym typeface="Times New Roman"/>
                                          </a:rPr>
                                          <m:t>&gt;</m:t>
                                        </m:r>
                                        <m:r>
                                          <a:rPr lang="en-IN" sz="1800" b="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Times New Roman"/>
                                            <a:cs typeface="Times New Roman"/>
                                            <a:sym typeface="Times New Roman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IN" sz="1800" b="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IN" sz="1800" b="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I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eqArr>
                              </m:oMath>
                            </m:oMathPara>
                          </a14:m>
                          <a:endParaRPr lang="en-IN" b="0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90886112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 Squared Error</a:t>
                          </a:r>
                          <a:endParaRPr lang="en-IN" sz="18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𝑀</m:t>
                                </m:r>
                                <m:r>
                                  <a:rPr lang="en-I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𝑆</m:t>
                                </m:r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𝐸</m:t>
                                </m:r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𝑖</m:t>
                                    </m:r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𝑛</m:t>
                                    </m:r>
                                  </m:sup>
                                  <m:e>
                                    <m:sSup>
                                      <m:sSupPr>
                                        <m:ctrlPr>
                                          <a:rPr lang="en-IN" sz="180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Times New Roman"/>
                                            <a:cs typeface="Times New Roman"/>
                                            <a:sym typeface="Times New Roman"/>
                                          </a:rPr>
                                          <m:t>(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Times New Roman"/>
                                            <a:cs typeface="Times New Roman"/>
                                            <a:sym typeface="Times New Roman"/>
                                          </a:rPr>
                                          <m:t> − 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Times New Roman"/>
                                            <a:cs typeface="Times New Roman"/>
                                            <a:sym typeface="Times New Roman"/>
                                          </a:rPr>
                                          <m:t>)</m:t>
                                        </m:r>
                                      </m:e>
                                      <m:sup>
                                        <m: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2</m:t>
                                        </m:r>
                                      </m:sup>
                                    </m:sSup>
                                  </m:e>
                                </m:nary>
                              </m:oMath>
                            </m:oMathPara>
                          </a14:m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𝜕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(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𝑀𝑆𝐸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𝜕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IN" sz="1800" b="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IN" sz="1800" b="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)</m:t>
                                    </m:r>
                                  </m:den>
                                </m:f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=</m:t>
                                </m:r>
                                <m:r>
                                  <a:rPr lang="en-I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−2</m:t>
                                </m:r>
                                <m:r>
                                  <a:rPr lang="en-IN" sz="180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 − </m:t>
                                </m:r>
                                <m:sSub>
                                  <m:sSubPr>
                                    <m:ctrl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78082391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i="0" dirty="0" smtClean="0">
                              <a:solidFill>
                                <a:srgbClr val="242424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Root Mean Square Error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𝑅</m:t>
                                </m:r>
                                <m:r>
                                  <a:rPr lang="en-IN" sz="180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𝑀</m:t>
                                </m:r>
                                <m:r>
                                  <a:rPr lang="en-I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𝑆</m:t>
                                </m:r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𝐸</m:t>
                                </m:r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=</m:t>
                                </m:r>
                                <m:rad>
                                  <m:radPr>
                                    <m:degHide m:val="on"/>
                                    <m:ctrlPr>
                                      <a:rPr lang="en-IN" sz="18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f>
                                      <m:fPr>
                                        <m:ctrlP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1</m:t>
                                        </m:r>
                                      </m:num>
                                      <m:den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𝑛</m:t>
                                        </m:r>
                                      </m:den>
                                    </m:f>
                                    <m:nary>
                                      <m:naryPr>
                                        <m:chr m:val="∑"/>
                                        <m:ctrlP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naryPr>
                                      <m:sub>
                                        <m:r>
                                          <m:rPr>
                                            <m:brk m:alnAt="23"/>
                                          </m:rP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𝑖</m:t>
                                        </m:r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=1</m:t>
                                        </m:r>
                                      </m:sub>
                                      <m:sup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𝑛</m:t>
                                        </m:r>
                                      </m:sup>
                                      <m:e>
                                        <m:sSup>
                                          <m:sSupPr>
                                            <m:ctrlP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ea typeface="Times New Roman"/>
                                                <a:cs typeface="Times New Roman"/>
                                                <a:sym typeface="Times New Roman"/>
                                              </a:rPr>
                                              <m:t>(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ea typeface="Times New Roman"/>
                                                <a:cs typeface="Times New Roman"/>
                                                <a:sym typeface="Times New Roman"/>
                                              </a:rPr>
                                              <m:t> − 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̂"/>
                                                    <m:ctrlPr>
                                                      <a:rPr lang="en-IN" sz="1800" i="1">
                                                        <a:solidFill>
                                                          <a:schemeClr val="dk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Times New Roman"/>
                                                        <a:sym typeface="Times New Roman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IN" sz="1800" i="1">
                                                        <a:solidFill>
                                                          <a:schemeClr val="dk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Times New Roman"/>
                                                        <a:sym typeface="Times New Roman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ea typeface="Times New Roman"/>
                                                <a:cs typeface="Times New Roman"/>
                                                <a:sym typeface="Times New Roman"/>
                                              </a:rPr>
                                              <m:t>)</m:t>
                                            </m:r>
                                          </m:e>
                                          <m:sup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</m:e>
                                    </m:nary>
                                  </m:e>
                                </m:rad>
                              </m:oMath>
                            </m:oMathPara>
                          </a14:m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𝜕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(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𝑅𝑀𝑆𝐸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𝜕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IN" sz="1800" b="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IN" sz="1800" b="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)</m:t>
                                    </m:r>
                                  </m:den>
                                </m:f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IN" sz="18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𝑅𝑀𝑆𝐸</m:t>
                                    </m:r>
                                  </m:den>
                                </m:f>
                                <m:r>
                                  <a:rPr lang="en-I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 . </m:t>
                                </m:r>
                                <m:f>
                                  <m:fPr>
                                    <m:ctrlP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𝑛</m:t>
                                    </m:r>
                                  </m:den>
                                </m:f>
                                <m:r>
                                  <a:rPr lang="en-IN" sz="180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(</m:t>
                                </m:r>
                                <m:sSub>
                                  <m:sSubPr>
                                    <m:ctrl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 − </m:t>
                                </m:r>
                                <m:sSub>
                                  <m:sSubPr>
                                    <m:ctrl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sSubPr>
                                  <m:e>
                                    <m:acc>
                                      <m:accPr>
                                        <m:chr m:val="̂"/>
                                        <m:ctrlP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accPr>
                                      <m:e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𝑦</m:t>
                                        </m:r>
                                      </m:e>
                                    </m:acc>
                                  </m:e>
                                  <m:sub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462732913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Cross Entropy</a:t>
                          </a:r>
                          <a:endParaRPr lang="en-IN" sz="18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𝐶</m:t>
                                </m:r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𝐸</m:t>
                                </m:r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𝑖</m:t>
                                    </m:r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𝑛</m:t>
                                    </m:r>
                                  </m:sup>
                                  <m:e>
                                    <m:d>
                                      <m:dPr>
                                        <m:ctrlP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𝑦</m:t>
                                            </m:r>
                                          </m:e>
                                          <m:sub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𝑙𝑜𝑔</m:t>
                                    </m:r>
                                    <m:sSub>
                                      <m:sSubPr>
                                        <m:ctrlP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(</m:t>
                                        </m:r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)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𝜕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(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𝐶𝐸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𝜕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IN" sz="1800" b="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IN" sz="1800" b="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)</m:t>
                                    </m:r>
                                  </m:den>
                                </m:f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=</m:t>
                                </m:r>
                                <m:eqArr>
                                  <m:eqArrPr>
                                    <m:ctrlP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eqArrPr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Times New Roman"/>
                                            <a:cs typeface="Times New Roman"/>
                                            <a:sym typeface="Times New Roman"/>
                                          </a:rPr>
                                          <m:t>−</m:t>
                                        </m:r>
                                        <m:f>
                                          <m:fPr>
                                            <m:ctrlPr>
                                              <a:rPr lang="en-IN" sz="180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fPr>
                                          <m:num>
                                            <m:r>
                                              <a:rPr lang="en-I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1</m:t>
                                            </m:r>
                                          </m:num>
                                          <m:den>
                                            <m:sSub>
                                              <m:sSubPr>
                                                <m:ctrlPr>
                                                  <a:rPr lang="en-IN" sz="1800" i="1" smtClean="0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acc>
                                                  <m:accPr>
                                                    <m:chr m:val="̂"/>
                                                    <m:ctrlPr>
                                                      <a:rPr lang="en-IN" sz="1800" i="1">
                                                        <a:solidFill>
                                                          <a:schemeClr val="dk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Times New Roman"/>
                                                        <a:sym typeface="Times New Roman"/>
                                                      </a:rPr>
                                                    </m:ctrlPr>
                                                  </m:accPr>
                                                  <m:e>
                                                    <m:r>
                                                      <a:rPr lang="en-IN" sz="1800" i="1">
                                                        <a:solidFill>
                                                          <a:schemeClr val="dk1"/>
                                                        </a:solidFill>
                                                        <a:latin typeface="Cambria Math" panose="02040503050406030204" pitchFamily="18" charset="0"/>
                                                        <a:cs typeface="Times New Roman"/>
                                                        <a:sym typeface="Times New Roman"/>
                                                      </a:rPr>
                                                      <m:t>𝑦</m:t>
                                                    </m:r>
                                                  </m:e>
                                                </m:acc>
                                              </m:e>
                                              <m:sub>
                                                <m: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den>
                                        </m:f>
                                      </m:e>
                                      <m:e>
                                        <m:sSub>
                                          <m:sSubPr>
                                            <m:ctrlPr>
                                              <a:rPr lang="en-I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IN" sz="1800" b="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IN" sz="1800" b="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I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=1</m:t>
                                        </m:r>
                                      </m:e>
                                    </m:d>
                                  </m:e>
                                  <m:e>
                                    <m:d>
                                      <m:dPr>
                                        <m:begChr m:val="{"/>
                                        <m:endChr m:val="}"/>
                                        <m:ctrlP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0</m:t>
                                        </m:r>
                                      </m:e>
                                      <m:e>
                                        <m:r>
                                          <a:rPr lang="en-IN" sz="1800" b="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ea typeface="Times New Roman"/>
                                            <a:cs typeface="Times New Roman"/>
                                            <a:sym typeface="Times New Roman"/>
                                          </a:rPr>
                                          <m:t> 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IN" sz="1800" b="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IN" sz="1800" b="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I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  <m: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=0</m:t>
                                        </m:r>
                                      </m:e>
                                    </m:d>
                                  </m:e>
                                </m:eqArr>
                              </m:oMath>
                            </m:oMathPara>
                          </a14:m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292937918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Binary Cross Entropy</a:t>
                          </a:r>
                          <a:endParaRPr lang="en-IN" sz="18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sz="180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𝐵</m:t>
                                </m:r>
                                <m:r>
                                  <a:rPr lang="en-I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𝐶</m:t>
                                </m:r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𝐸</m:t>
                                </m:r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=−</m:t>
                                </m:r>
                                <m:f>
                                  <m:fPr>
                                    <m:ctrl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𝑛</m:t>
                                    </m:r>
                                  </m:den>
                                </m:f>
                                <m:nary>
                                  <m:naryPr>
                                    <m:chr m:val="∑"/>
                                    <m:ctrl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naryPr>
                                  <m:sub>
                                    <m:r>
                                      <m:rPr>
                                        <m:brk m:alnAt="23"/>
                                      </m:rP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𝑖</m:t>
                                    </m:r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=1</m:t>
                                    </m:r>
                                  </m:sub>
                                  <m:sup>
                                    <m:r>
                                      <a:rPr lang="en-IN" sz="1800" i="1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𝑛</m:t>
                                    </m:r>
                                  </m:sup>
                                  <m:e>
                                    <m:d>
                                      <m:dPr>
                                        <m:begChr m:val="["/>
                                        <m:ctrlPr>
                                          <a:rPr lang="en-IN" sz="180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ctrlP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dPr>
                                          <m:e>
                                            <m:sSub>
                                              <m:sSubPr>
                                                <m:ctrlP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𝑙𝑜𝑔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(</m:t>
                                            </m:r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+</m:t>
                                    </m:r>
                                    <m:d>
                                      <m:dPr>
                                        <m:begChr m:val="["/>
                                        <m:ctrlP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dPr>
                                      <m:e>
                                        <m:d>
                                          <m:dPr>
                                            <m:ctrlP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dPr>
                                          <m:e>
                                            <m:r>
                                              <a:rPr lang="en-I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1−</m:t>
                                            </m:r>
                                            <m:sSub>
                                              <m:sSubPr>
                                                <m:ctrlP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</m:ctrlPr>
                                              </m:sSubPr>
                                              <m:e>
                                                <m: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  <m:sub>
                                                <m: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𝑖</m:t>
                                                </m:r>
                                              </m:sub>
                                            </m:sSub>
                                          </m:e>
                                        </m:d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𝑙𝑜𝑔</m:t>
                                        </m:r>
                                        <m:sSub>
                                          <m:sSubPr>
                                            <m:ctrlP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(</m:t>
                                            </m:r>
                                            <m:r>
                                              <a:rPr lang="en-IN" sz="1800" b="0" i="1" smtClean="0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1−</m:t>
                                            </m:r>
                                            <m:acc>
                                              <m:accPr>
                                                <m:chr m:val="̂"/>
                                                <m:ctrlP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</m:ctrlPr>
                                              </m:accPr>
                                              <m:e>
                                                <m:r>
                                                  <a:rPr lang="en-IN" sz="1800" i="1">
                                                    <a:solidFill>
                                                      <a:schemeClr val="dk1"/>
                                                    </a:solidFill>
                                                    <a:latin typeface="Cambria Math" panose="02040503050406030204" pitchFamily="18" charset="0"/>
                                                    <a:cs typeface="Times New Roman"/>
                                                    <a:sym typeface="Times New Roman"/>
                                                  </a:rPr>
                                                  <m:t>𝑦</m:t>
                                                </m:r>
                                              </m:e>
                                            </m:acc>
                                          </m:e>
                                          <m:sub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𝑖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Times New Roman"/>
                                        <a:cs typeface="Times New Roman"/>
                                        <a:sym typeface="Times New Roman"/>
                                      </a:rPr>
                                      <m:t>]</m:t>
                                    </m:r>
                                  </m:e>
                                </m:nary>
                              </m:oMath>
                            </m:oMathPara>
                          </a14:m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𝜕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(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𝐵𝐶𝐸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)</m:t>
                                    </m:r>
                                  </m:num>
                                  <m:den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𝜕</m:t>
                                    </m:r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(</m:t>
                                    </m:r>
                                    <m:sSub>
                                      <m:sSubPr>
                                        <m:ctrlP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IN" sz="1800" b="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IN" sz="1800" b="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1800" b="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)</m:t>
                                    </m:r>
                                  </m:den>
                                </m:f>
                                <m:r>
                                  <a:rPr lang="en-IN" sz="1800" i="1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=</m:t>
                                </m:r>
                                <m:r>
                                  <a:rPr lang="en-I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ea typeface="Times New Roman"/>
                                    <a:cs typeface="Times New Roman"/>
                                    <a:sym typeface="Times New Roman"/>
                                  </a:rPr>
                                  <m:t>−</m:t>
                                </m:r>
                                <m:f>
                                  <m:fPr>
                                    <m:ctrlPr>
                                      <a:rPr lang="en-IN" sz="180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fPr>
                                  <m:num>
                                    <m:sSub>
                                      <m:sSubPr>
                                        <m:ctrlPr>
                                          <a:rPr lang="en-IN" sz="180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sSub>
                                      <m:sSubPr>
                                        <m:ctrlPr>
                                          <a:rPr lang="en-IN" sz="180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  <m:r>
                                  <a:rPr lang="en-IN" sz="1800" b="0" i="1" smtClean="0">
                                    <a:solidFill>
                                      <a:schemeClr val="dk1"/>
                                    </a:solidFill>
                                    <a:latin typeface="Cambria Math" panose="02040503050406030204" pitchFamily="18" charset="0"/>
                                    <a:cs typeface="Times New Roman"/>
                                    <a:sym typeface="Times New Roman"/>
                                  </a:rPr>
                                  <m:t>+ </m:t>
                                </m:r>
                                <m:f>
                                  <m:fPr>
                                    <m:ctrlP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1−</m:t>
                                    </m:r>
                                    <m:sSub>
                                      <m:sSubPr>
                                        <m:ctrlPr>
                                          <a:rPr lang="en-IN" sz="180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𝑦</m:t>
                                        </m:r>
                                      </m:e>
                                      <m:sub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num>
                                  <m:den>
                                    <m:r>
                                      <a:rPr lang="en-IN" sz="1800" b="0" i="1" smtClean="0">
                                        <a:solidFill>
                                          <a:schemeClr val="dk1"/>
                                        </a:solidFill>
                                        <a:latin typeface="Cambria Math" panose="02040503050406030204" pitchFamily="18" charset="0"/>
                                        <a:cs typeface="Times New Roman"/>
                                        <a:sym typeface="Times New Roman"/>
                                      </a:rPr>
                                      <m:t>1 −</m:t>
                                    </m:r>
                                    <m:sSub>
                                      <m:sSubPr>
                                        <m:ctrlPr>
                                          <a:rPr lang="en-IN" sz="1800" i="1" smtClean="0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</m:ctrlPr>
                                      </m:sSubPr>
                                      <m:e>
                                        <m:acc>
                                          <m:accPr>
                                            <m:chr m:val="̂"/>
                                            <m:ctrlP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</m:ctrlPr>
                                          </m:accPr>
                                          <m:e>
                                            <m:r>
                                              <a:rPr lang="en-IN" sz="1800" i="1">
                                                <a:solidFill>
                                                  <a:schemeClr val="dk1"/>
                                                </a:solidFill>
                                                <a:latin typeface="Cambria Math" panose="02040503050406030204" pitchFamily="18" charset="0"/>
                                                <a:cs typeface="Times New Roman"/>
                                                <a:sym typeface="Times New Roman"/>
                                              </a:rPr>
                                              <m:t>𝑦</m:t>
                                            </m:r>
                                          </m:e>
                                        </m:acc>
                                      </m:e>
                                      <m:sub>
                                        <m:r>
                                          <a:rPr lang="en-IN" sz="1800" i="1">
                                            <a:solidFill>
                                              <a:schemeClr val="dk1"/>
                                            </a:solidFill>
                                            <a:latin typeface="Cambria Math" panose="02040503050406030204" pitchFamily="18" charset="0"/>
                                            <a:cs typeface="Times New Roman"/>
                                            <a:sym typeface="Times New Roman"/>
                                          </a:rPr>
                                          <m:t>𝑖</m:t>
                                        </m:r>
                                      </m:sub>
                                    </m:sSub>
                                  </m:den>
                                </m:f>
                              </m:oMath>
                            </m:oMathPara>
                          </a14:m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67933341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40516418"/>
                  </p:ext>
                </p:extLst>
              </p:nvPr>
            </p:nvGraphicFramePr>
            <p:xfrm>
              <a:off x="203349" y="1530794"/>
              <a:ext cx="11785302" cy="4825556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3160954">
                      <a:extLst>
                        <a:ext uri="{9D8B030D-6E8A-4147-A177-3AD203B41FA5}">
                          <a16:colId xmlns:a16="http://schemas.microsoft.com/office/drawing/2014/main" val="930060248"/>
                        </a:ext>
                      </a:extLst>
                    </a:gridCol>
                    <a:gridCol w="4695914">
                      <a:extLst>
                        <a:ext uri="{9D8B030D-6E8A-4147-A177-3AD203B41FA5}">
                          <a16:colId xmlns:a16="http://schemas.microsoft.com/office/drawing/2014/main" val="2040818863"/>
                        </a:ext>
                      </a:extLst>
                    </a:gridCol>
                    <a:gridCol w="3928434">
                      <a:extLst>
                        <a:ext uri="{9D8B030D-6E8A-4147-A177-3AD203B41FA5}">
                          <a16:colId xmlns:a16="http://schemas.microsoft.com/office/drawing/2014/main" val="3009389228"/>
                        </a:ext>
                      </a:extLst>
                    </a:gridCol>
                  </a:tblGrid>
                  <a:tr h="840359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 smtClean="0">
                              <a:solidFill>
                                <a:schemeClr val="tx1"/>
                              </a:solidFill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 Absolute Error</a:t>
                          </a:r>
                          <a:endParaRPr lang="en-IN" sz="1800" b="0" dirty="0" smtClean="0">
                            <a:solidFill>
                              <a:schemeClr val="tx1"/>
                            </a:solidFill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7532" t="-725" r="-84026" b="-4753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725" r="-310" b="-4753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908861126"/>
                      </a:ext>
                    </a:extLst>
                  </a:tr>
                  <a:tr h="840359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Mean Squared Error</a:t>
                          </a:r>
                          <a:endParaRPr lang="en-IN" sz="18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  <a:p>
                          <a:pPr algn="ctr"/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7532" t="-100725" r="-84026" b="-37536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00725" r="-310" b="-37536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780823919"/>
                      </a:ext>
                    </a:extLst>
                  </a:tr>
                  <a:tr h="1158621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i="0" dirty="0" smtClean="0">
                              <a:solidFill>
                                <a:srgbClr val="242424"/>
                              </a:solidFill>
                              <a:effectLst/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Root Mean Square Error</a:t>
                          </a:r>
                          <a:endParaRPr lang="en-IN" dirty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7532" t="-145789" r="-84026" b="-17263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145789" r="-310" b="-172632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62732913"/>
                      </a:ext>
                    </a:extLst>
                  </a:tr>
                  <a:tr h="877824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Cross Entropy</a:t>
                          </a:r>
                          <a:endParaRPr lang="en-IN" sz="18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7532" t="-324306" r="-84026" b="-12777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324306" r="-310" b="-12777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29379186"/>
                      </a:ext>
                    </a:extLst>
                  </a:tr>
                  <a:tr h="1108393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Binary Cross Entropy</a:t>
                          </a:r>
                          <a:endParaRPr lang="en-IN" sz="1800" dirty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67532" t="-335714" r="-84026" b="-109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200000" t="-335714" r="-310" b="-109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67933341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51688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6942517" y="1186489"/>
                <a:ext cx="3568606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 smtClean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=0.3775</m:t>
                    </m:r>
                  </m:oMath>
                </a14:m>
                <a:endParaRPr lang="en-IN" b="0" dirty="0" smtClean="0"/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2517" y="1186489"/>
                <a:ext cx="3568606" cy="276999"/>
              </a:xfrm>
              <a:prstGeom prst="rect">
                <a:avLst/>
              </a:prstGeom>
              <a:blipFill>
                <a:blip r:embed="rId3"/>
                <a:stretch>
                  <a:fillRect l="-2393" t="-26667" r="-1709" b="-5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6942517" y="1772689"/>
                <a:ext cx="3566939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 smtClean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=0.3925</m:t>
                    </m:r>
                  </m:oMath>
                </a14:m>
                <a:endParaRPr lang="en-IN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2517" y="1772689"/>
                <a:ext cx="3566939" cy="276999"/>
              </a:xfrm>
              <a:prstGeom prst="rect">
                <a:avLst/>
              </a:prstGeom>
              <a:blipFill>
                <a:blip r:embed="rId4"/>
                <a:stretch>
                  <a:fillRect l="-2393" t="-26667" r="-1538" b="-5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6771959" y="1070610"/>
            <a:ext cx="4044569" cy="1150147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735390" y="3785181"/>
                <a:ext cx="3886833" cy="8041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1+ </m:t>
                          </m:r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</a:rPr>
                        <m:t>=0.593269992</m:t>
                      </m:r>
                    </m:oMath>
                  </m:oMathPara>
                </a14:m>
                <a:endParaRPr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5390" y="3785181"/>
                <a:ext cx="3886833" cy="8041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6825738" y="4635886"/>
                <a:ext cx="3703321" cy="8041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1+ </m:t>
                          </m:r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</a:rPr>
                        <m:t>=0.596884378</m:t>
                      </m:r>
                    </m:oMath>
                  </m:oMathPara>
                </a14:m>
                <a:endParaRPr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5738" y="4635886"/>
                <a:ext cx="3703321" cy="804131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angle 8"/>
          <p:cNvSpPr/>
          <p:nvPr/>
        </p:nvSpPr>
        <p:spPr>
          <a:xfrm>
            <a:off x="6611539" y="3706426"/>
            <a:ext cx="4292269" cy="157794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Google Shape;83;p6"/>
          <p:cNvSpPr txBox="1"/>
          <p:nvPr/>
        </p:nvSpPr>
        <p:spPr>
          <a:xfrm>
            <a:off x="269289" y="381000"/>
            <a:ext cx="7615546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Forward Pass Layer 1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189328" y="5628384"/>
            <a:ext cx="11286836" cy="975955"/>
            <a:chOff x="189328" y="5628384"/>
            <a:chExt cx="11286836" cy="9759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ctangle 72"/>
                <p:cNvSpPr/>
                <p:nvPr/>
              </p:nvSpPr>
              <p:spPr>
                <a:xfrm>
                  <a:off x="191990" y="5628384"/>
                  <a:ext cx="123245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=0.05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73" name="Rectangle 7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1990" y="5628384"/>
                  <a:ext cx="1232453" cy="369332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0" name="Rectangle 149"/>
                <p:cNvSpPr/>
                <p:nvPr/>
              </p:nvSpPr>
              <p:spPr>
                <a:xfrm>
                  <a:off x="189328" y="6235007"/>
                  <a:ext cx="123777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=0.10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50" name="Rectangle 14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9328" y="6235007"/>
                  <a:ext cx="1237775" cy="369332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1" name="Rectangle 150"/>
                <p:cNvSpPr/>
                <p:nvPr/>
              </p:nvSpPr>
              <p:spPr>
                <a:xfrm>
                  <a:off x="2111322" y="5672411"/>
                  <a:ext cx="132626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=0.15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51" name="Rectangle 15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1322" y="5672411"/>
                  <a:ext cx="1326261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2" name="Rectangle 151"/>
                <p:cNvSpPr/>
                <p:nvPr/>
              </p:nvSpPr>
              <p:spPr>
                <a:xfrm>
                  <a:off x="2112052" y="6217495"/>
                  <a:ext cx="132626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=0.40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52" name="Rectangle 15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12052" y="6217495"/>
                  <a:ext cx="1326261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3" name="Rectangle 152"/>
                <p:cNvSpPr/>
                <p:nvPr/>
              </p:nvSpPr>
              <p:spPr>
                <a:xfrm>
                  <a:off x="4123262" y="6196948"/>
                  <a:ext cx="132626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=0.45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53" name="Rectangle 15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3262" y="6196948"/>
                  <a:ext cx="1326261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4" name="Rectangle 153"/>
                <p:cNvSpPr/>
                <p:nvPr/>
              </p:nvSpPr>
              <p:spPr>
                <a:xfrm>
                  <a:off x="6134472" y="6217495"/>
                  <a:ext cx="132626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=0.50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54" name="Rectangle 15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4472" y="6217495"/>
                  <a:ext cx="1326261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5" name="Rectangle 154"/>
                <p:cNvSpPr/>
                <p:nvPr/>
              </p:nvSpPr>
              <p:spPr>
                <a:xfrm>
                  <a:off x="8145682" y="6207527"/>
                  <a:ext cx="132626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=0.55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55" name="Rectangle 15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45682" y="6207527"/>
                  <a:ext cx="1326261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6" name="Rectangle 155"/>
                <p:cNvSpPr/>
                <p:nvPr/>
              </p:nvSpPr>
              <p:spPr>
                <a:xfrm>
                  <a:off x="6137602" y="5644540"/>
                  <a:ext cx="132626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=0.25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56" name="Rectangle 15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37602" y="5644540"/>
                  <a:ext cx="1326261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7" name="Rectangle 156"/>
                <p:cNvSpPr/>
                <p:nvPr/>
              </p:nvSpPr>
              <p:spPr>
                <a:xfrm>
                  <a:off x="4124462" y="5658121"/>
                  <a:ext cx="132626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=0.20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57" name="Rectangle 1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24462" y="5658121"/>
                  <a:ext cx="1326261" cy="369332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8" name="Rectangle 157"/>
                <p:cNvSpPr/>
                <p:nvPr/>
              </p:nvSpPr>
              <p:spPr>
                <a:xfrm>
                  <a:off x="8150742" y="5644540"/>
                  <a:ext cx="131927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=0.30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58" name="Rectangle 15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0742" y="5644540"/>
                  <a:ext cx="1319271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2" name="Rectangle 81"/>
                <p:cNvSpPr/>
                <p:nvPr/>
              </p:nvSpPr>
              <p:spPr>
                <a:xfrm>
                  <a:off x="10156892" y="5628384"/>
                  <a:ext cx="1319272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=0.3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82" name="Rectangle 8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6892" y="5628384"/>
                  <a:ext cx="1319272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3" name="Rectangle 82"/>
                <p:cNvSpPr/>
                <p:nvPr/>
              </p:nvSpPr>
              <p:spPr>
                <a:xfrm>
                  <a:off x="10156893" y="6217495"/>
                  <a:ext cx="1319271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i="1">
                            <a:latin typeface="Cambria Math" panose="02040503050406030204" pitchFamily="18" charset="0"/>
                          </a:rPr>
                          <m:t>=0.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83" name="Rectangle 8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156893" y="6217495"/>
                  <a:ext cx="1319271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4" name="Group 83"/>
          <p:cNvGrpSpPr/>
          <p:nvPr/>
        </p:nvGrpSpPr>
        <p:grpSpPr>
          <a:xfrm>
            <a:off x="140705" y="1320836"/>
            <a:ext cx="6256505" cy="4015495"/>
            <a:chOff x="31217" y="1424522"/>
            <a:chExt cx="6256505" cy="4015495"/>
          </a:xfrm>
        </p:grpSpPr>
        <p:grpSp>
          <p:nvGrpSpPr>
            <p:cNvPr id="76" name="Group 75"/>
            <p:cNvGrpSpPr/>
            <p:nvPr/>
          </p:nvGrpSpPr>
          <p:grpSpPr>
            <a:xfrm>
              <a:off x="31217" y="1424522"/>
              <a:ext cx="5601385" cy="4015495"/>
              <a:chOff x="31217" y="1424522"/>
              <a:chExt cx="5601385" cy="401549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81" name="Rectangle 1080"/>
                  <p:cNvSpPr/>
                  <p:nvPr/>
                </p:nvSpPr>
                <p:spPr>
                  <a:xfrm>
                    <a:off x="954506" y="1892806"/>
                    <a:ext cx="5867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081" name="Rectangle 108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4506" y="1892806"/>
                    <a:ext cx="586763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5" name="Rectangle 124"/>
                  <p:cNvSpPr/>
                  <p:nvPr/>
                </p:nvSpPr>
                <p:spPr>
                  <a:xfrm>
                    <a:off x="3497263" y="1938791"/>
                    <a:ext cx="5867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25" name="Rectangle 12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97263" y="1938791"/>
                    <a:ext cx="586763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6" name="Rectangle 125"/>
                  <p:cNvSpPr/>
                  <p:nvPr/>
                </p:nvSpPr>
                <p:spPr>
                  <a:xfrm>
                    <a:off x="858937" y="3610262"/>
                    <a:ext cx="5867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26" name="Rectangle 12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8937" y="3610262"/>
                    <a:ext cx="586763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7" name="Rectangle 126"/>
                  <p:cNvSpPr/>
                  <p:nvPr/>
                </p:nvSpPr>
                <p:spPr>
                  <a:xfrm>
                    <a:off x="624902" y="4404646"/>
                    <a:ext cx="5867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27" name="Rectangle 12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4902" y="4404646"/>
                    <a:ext cx="586763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9" name="Rectangle 128"/>
                  <p:cNvSpPr/>
                  <p:nvPr/>
                </p:nvSpPr>
                <p:spPr>
                  <a:xfrm>
                    <a:off x="3376692" y="2411555"/>
                    <a:ext cx="5867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29" name="Rectangle 12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76692" y="2411555"/>
                    <a:ext cx="586763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0" name="Rectangle 129"/>
                  <p:cNvSpPr/>
                  <p:nvPr/>
                </p:nvSpPr>
                <p:spPr>
                  <a:xfrm>
                    <a:off x="3330188" y="3690403"/>
                    <a:ext cx="5867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30" name="Rectangle 12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30188" y="3690403"/>
                    <a:ext cx="586763" cy="369332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31" name="Rectangle 130"/>
                  <p:cNvSpPr/>
                  <p:nvPr/>
                </p:nvSpPr>
                <p:spPr>
                  <a:xfrm>
                    <a:off x="3104363" y="4339919"/>
                    <a:ext cx="5867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31" name="Rectangle 13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04363" y="4339919"/>
                    <a:ext cx="586763" cy="369332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75" name="Group 74"/>
              <p:cNvGrpSpPr/>
              <p:nvPr/>
            </p:nvGrpSpPr>
            <p:grpSpPr>
              <a:xfrm>
                <a:off x="31217" y="1911188"/>
                <a:ext cx="5601385" cy="3528829"/>
                <a:chOff x="31217" y="1911188"/>
                <a:chExt cx="5601385" cy="3528829"/>
              </a:xfrm>
            </p:grpSpPr>
            <p:grpSp>
              <p:nvGrpSpPr>
                <p:cNvPr id="1080" name="Group 1079"/>
                <p:cNvGrpSpPr/>
                <p:nvPr/>
              </p:nvGrpSpPr>
              <p:grpSpPr>
                <a:xfrm>
                  <a:off x="31217" y="1911188"/>
                  <a:ext cx="5601385" cy="2941228"/>
                  <a:chOff x="31217" y="1911188"/>
                  <a:chExt cx="5601385" cy="3528830"/>
                </a:xfrm>
              </p:grpSpPr>
              <p:cxnSp>
                <p:nvCxnSpPr>
                  <p:cNvPr id="25" name="Straight Connector 24"/>
                  <p:cNvCxnSpPr>
                    <a:stCxn id="5" idx="0"/>
                    <a:endCxn id="5" idx="4"/>
                  </p:cNvCxnSpPr>
                  <p:nvPr/>
                </p:nvCxnSpPr>
                <p:spPr>
                  <a:xfrm>
                    <a:off x="2128745" y="1911188"/>
                    <a:ext cx="0" cy="1100235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7" name="Straight Connector 26"/>
                  <p:cNvCxnSpPr>
                    <a:stCxn id="24" idx="4"/>
                    <a:endCxn id="24" idx="0"/>
                  </p:cNvCxnSpPr>
                  <p:nvPr/>
                </p:nvCxnSpPr>
                <p:spPr>
                  <a:xfrm flipV="1">
                    <a:off x="2203660" y="4376358"/>
                    <a:ext cx="0" cy="106366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1062" name="Group 1061"/>
                  <p:cNvGrpSpPr/>
                  <p:nvPr/>
                </p:nvGrpSpPr>
                <p:grpSpPr>
                  <a:xfrm>
                    <a:off x="1452181" y="1911188"/>
                    <a:ext cx="1403151" cy="1100235"/>
                    <a:chOff x="1452181" y="1911188"/>
                    <a:chExt cx="1403151" cy="1100235"/>
                  </a:xfrm>
                </p:grpSpPr>
                <p:sp>
                  <p:nvSpPr>
                    <p:cNvPr id="5" name="Oval 4"/>
                    <p:cNvSpPr/>
                    <p:nvPr/>
                  </p:nvSpPr>
                  <p:spPr>
                    <a:xfrm>
                      <a:off x="1551186" y="1911188"/>
                      <a:ext cx="1155118" cy="1100235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5" name="TextBox 34"/>
                        <p:cNvSpPr txBox="1"/>
                        <p:nvPr/>
                      </p:nvSpPr>
                      <p:spPr>
                        <a:xfrm>
                          <a:off x="1452181" y="2217550"/>
                          <a:ext cx="748154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35" name="TextBox 34"/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452181" y="2217550"/>
                          <a:ext cx="748154" cy="369332"/>
                        </a:xfrm>
                        <a:prstGeom prst="rect">
                          <a:avLst/>
                        </a:prstGeom>
                        <a:blipFill>
                          <a:blip r:embed="rId26"/>
                          <a:stretch>
                            <a:fillRect b="-17647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7" name="Rectangle 36"/>
                        <p:cNvSpPr/>
                        <p:nvPr/>
                      </p:nvSpPr>
                      <p:spPr>
                        <a:xfrm>
                          <a:off x="1976822" y="2220757"/>
                          <a:ext cx="878510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37" name="Rectangle 36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976822" y="2220757"/>
                          <a:ext cx="878510" cy="369332"/>
                        </a:xfrm>
                        <a:prstGeom prst="rect">
                          <a:avLst/>
                        </a:prstGeom>
                        <a:blipFill>
                          <a:blip r:embed="rId27"/>
                          <a:stretch>
                            <a:fillRect b="-18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1063" name="Group 1062"/>
                  <p:cNvGrpSpPr/>
                  <p:nvPr/>
                </p:nvGrpSpPr>
                <p:grpSpPr>
                  <a:xfrm>
                    <a:off x="1522435" y="4376358"/>
                    <a:ext cx="1272739" cy="1063660"/>
                    <a:chOff x="1522435" y="4376358"/>
                    <a:chExt cx="1272739" cy="1063660"/>
                  </a:xfrm>
                </p:grpSpPr>
                <p:sp>
                  <p:nvSpPr>
                    <p:cNvPr id="24" name="Oval 23"/>
                    <p:cNvSpPr/>
                    <p:nvPr/>
                  </p:nvSpPr>
                  <p:spPr>
                    <a:xfrm>
                      <a:off x="1612146" y="4376358"/>
                      <a:ext cx="1183028" cy="106366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6" name="Rectangle 35"/>
                        <p:cNvSpPr/>
                        <p:nvPr/>
                      </p:nvSpPr>
                      <p:spPr>
                        <a:xfrm>
                          <a:off x="1522435" y="4678579"/>
                          <a:ext cx="748154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36" name="Rectangle 35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522435" y="4678579"/>
                          <a:ext cx="748154" cy="369332"/>
                        </a:xfrm>
                        <a:prstGeom prst="rect">
                          <a:avLst/>
                        </a:prstGeom>
                        <a:blipFill>
                          <a:blip r:embed="rId28"/>
                          <a:stretch>
                            <a:fillRect b="-18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8" name="Rectangle 37"/>
                        <p:cNvSpPr/>
                        <p:nvPr/>
                      </p:nvSpPr>
                      <p:spPr>
                        <a:xfrm>
                          <a:off x="2153196" y="4697757"/>
                          <a:ext cx="580208" cy="369332"/>
                        </a:xfrm>
                        <a:prstGeom prst="rect">
                          <a:avLst/>
                        </a:prstGeom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38" name="Rectangle 37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153196" y="4697757"/>
                          <a:ext cx="580208" cy="369332"/>
                        </a:xfrm>
                        <a:prstGeom prst="rect">
                          <a:avLst/>
                        </a:prstGeom>
                        <a:blipFill>
                          <a:blip r:embed="rId29"/>
                          <a:stretch>
                            <a:fillRect r="-20000" b="-18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1069" name="Group 1068"/>
                  <p:cNvGrpSpPr/>
                  <p:nvPr/>
                </p:nvGrpSpPr>
                <p:grpSpPr>
                  <a:xfrm>
                    <a:off x="4103278" y="2090732"/>
                    <a:ext cx="1359132" cy="775343"/>
                    <a:chOff x="4106586" y="1898996"/>
                    <a:chExt cx="1359132" cy="775343"/>
                  </a:xfrm>
                </p:grpSpPr>
                <p:sp>
                  <p:nvSpPr>
                    <p:cNvPr id="30" name="Oval 29"/>
                    <p:cNvSpPr/>
                    <p:nvPr/>
                  </p:nvSpPr>
                  <p:spPr>
                    <a:xfrm>
                      <a:off x="4106586" y="1898996"/>
                      <a:ext cx="1233904" cy="775343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accent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cxnSp>
                  <p:nvCxnSpPr>
                    <p:cNvPr id="32" name="Straight Connector 31"/>
                    <p:cNvCxnSpPr>
                      <a:stCxn id="30" idx="0"/>
                      <a:endCxn id="30" idx="4"/>
                    </p:cNvCxnSpPr>
                    <p:nvPr/>
                  </p:nvCxnSpPr>
                  <p:spPr>
                    <a:xfrm>
                      <a:off x="4723538" y="1898996"/>
                      <a:ext cx="0" cy="775343"/>
                    </a:xfrm>
                    <a:prstGeom prst="line">
                      <a:avLst/>
                    </a:prstGeom>
                    <a:ln>
                      <a:solidFill>
                        <a:schemeClr val="accent5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39" name="Rectangle 38"/>
                        <p:cNvSpPr/>
                        <p:nvPr/>
                      </p:nvSpPr>
                      <p:spPr>
                        <a:xfrm>
                          <a:off x="4106790" y="2062223"/>
                          <a:ext cx="743345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39" name="Rectangle 38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106790" y="2062223"/>
                          <a:ext cx="743345" cy="369332"/>
                        </a:xfrm>
                        <a:prstGeom prst="rect">
                          <a:avLst/>
                        </a:prstGeom>
                        <a:blipFill>
                          <a:blip r:embed="rId30"/>
                          <a:stretch>
                            <a:fillRect b="-1568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1" name="Rectangle 40"/>
                        <p:cNvSpPr/>
                        <p:nvPr/>
                      </p:nvSpPr>
                      <p:spPr>
                        <a:xfrm>
                          <a:off x="4592017" y="2066449"/>
                          <a:ext cx="873701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41" name="Rectangle 40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592017" y="2066449"/>
                          <a:ext cx="873701" cy="369332"/>
                        </a:xfrm>
                        <a:prstGeom prst="rect">
                          <a:avLst/>
                        </a:prstGeom>
                        <a:blipFill>
                          <a:blip r:embed="rId31"/>
                          <a:stretch>
                            <a:fillRect b="-18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1064" name="Group 1063"/>
                  <p:cNvGrpSpPr/>
                  <p:nvPr/>
                </p:nvGrpSpPr>
                <p:grpSpPr>
                  <a:xfrm>
                    <a:off x="4132041" y="4510652"/>
                    <a:ext cx="1500561" cy="834677"/>
                    <a:chOff x="4130470" y="4654327"/>
                    <a:chExt cx="1500561" cy="834677"/>
                  </a:xfrm>
                </p:grpSpPr>
                <p:sp>
                  <p:nvSpPr>
                    <p:cNvPr id="31" name="Oval 30"/>
                    <p:cNvSpPr/>
                    <p:nvPr/>
                  </p:nvSpPr>
                  <p:spPr>
                    <a:xfrm>
                      <a:off x="4130470" y="4654327"/>
                      <a:ext cx="1353244" cy="834677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accent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cxnSp>
                  <p:nvCxnSpPr>
                    <p:cNvPr id="34" name="Straight Connector 33"/>
                    <p:cNvCxnSpPr>
                      <a:stCxn id="31" idx="0"/>
                      <a:endCxn id="31" idx="4"/>
                    </p:cNvCxnSpPr>
                    <p:nvPr/>
                  </p:nvCxnSpPr>
                  <p:spPr>
                    <a:xfrm>
                      <a:off x="4807092" y="4654327"/>
                      <a:ext cx="0" cy="834677"/>
                    </a:xfrm>
                    <a:prstGeom prst="line">
                      <a:avLst/>
                    </a:prstGeom>
                    <a:ln>
                      <a:solidFill>
                        <a:schemeClr val="accent5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0" name="Rectangle 39"/>
                        <p:cNvSpPr/>
                        <p:nvPr/>
                      </p:nvSpPr>
                      <p:spPr>
                        <a:xfrm>
                          <a:off x="4179793" y="4784143"/>
                          <a:ext cx="743345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40" name="Rectangle 39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179793" y="4784143"/>
                          <a:ext cx="743345" cy="369332"/>
                        </a:xfrm>
                        <a:prstGeom prst="rect">
                          <a:avLst/>
                        </a:prstGeom>
                        <a:blipFill>
                          <a:blip r:embed="rId32"/>
                          <a:stretch>
                            <a:fillRect b="-18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42" name="Rectangle 41"/>
                        <p:cNvSpPr/>
                        <p:nvPr/>
                      </p:nvSpPr>
                      <p:spPr>
                        <a:xfrm>
                          <a:off x="4757330" y="4785934"/>
                          <a:ext cx="873701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42" name="Rectangle 41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757330" y="4785934"/>
                          <a:ext cx="873701" cy="369332"/>
                        </a:xfrm>
                        <a:prstGeom prst="rect">
                          <a:avLst/>
                        </a:prstGeom>
                        <a:blipFill>
                          <a:blip r:embed="rId33"/>
                          <a:stretch>
                            <a:fillRect b="-18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cxnSp>
                <p:nvCxnSpPr>
                  <p:cNvPr id="44" name="Straight Connector 43"/>
                  <p:cNvCxnSpPr>
                    <a:stCxn id="5" idx="6"/>
                    <a:endCxn id="31" idx="2"/>
                  </p:cNvCxnSpPr>
                  <p:nvPr/>
                </p:nvCxnSpPr>
                <p:spPr>
                  <a:xfrm>
                    <a:off x="2706304" y="2461306"/>
                    <a:ext cx="1425737" cy="246668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/>
                  <p:cNvCxnSpPr>
                    <a:stCxn id="30" idx="2"/>
                    <a:endCxn id="24" idx="6"/>
                  </p:cNvCxnSpPr>
                  <p:nvPr/>
                </p:nvCxnSpPr>
                <p:spPr>
                  <a:xfrm flipH="1">
                    <a:off x="2795174" y="2478404"/>
                    <a:ext cx="1308104" cy="2429784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0" name="Straight Connector 49"/>
                  <p:cNvCxnSpPr>
                    <a:stCxn id="5" idx="6"/>
                    <a:endCxn id="30" idx="2"/>
                  </p:cNvCxnSpPr>
                  <p:nvPr/>
                </p:nvCxnSpPr>
                <p:spPr>
                  <a:xfrm>
                    <a:off x="2706304" y="2461306"/>
                    <a:ext cx="1396974" cy="17098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8" name="Straight Connector 57"/>
                  <p:cNvCxnSpPr>
                    <a:stCxn id="24" idx="6"/>
                    <a:endCxn id="31" idx="2"/>
                  </p:cNvCxnSpPr>
                  <p:nvPr/>
                </p:nvCxnSpPr>
                <p:spPr>
                  <a:xfrm>
                    <a:off x="2795174" y="4908188"/>
                    <a:ext cx="1336867" cy="19803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62" name="Group 61"/>
                  <p:cNvGrpSpPr/>
                  <p:nvPr/>
                </p:nvGrpSpPr>
                <p:grpSpPr>
                  <a:xfrm>
                    <a:off x="31217" y="4649017"/>
                    <a:ext cx="528428" cy="525135"/>
                    <a:chOff x="392047" y="4745587"/>
                    <a:chExt cx="528428" cy="525135"/>
                  </a:xfrm>
                </p:grpSpPr>
                <p:sp>
                  <p:nvSpPr>
                    <p:cNvPr id="61" name="Oval 60"/>
                    <p:cNvSpPr/>
                    <p:nvPr/>
                  </p:nvSpPr>
                  <p:spPr>
                    <a:xfrm>
                      <a:off x="392047" y="4745587"/>
                      <a:ext cx="519059" cy="525135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3" name="Rectangle 62"/>
                        <p:cNvSpPr/>
                        <p:nvPr/>
                      </p:nvSpPr>
                      <p:spPr>
                        <a:xfrm>
                          <a:off x="416876" y="4830761"/>
                          <a:ext cx="503599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63" name="Rectangle 62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16876" y="4830761"/>
                          <a:ext cx="503599" cy="369332"/>
                        </a:xfrm>
                        <a:prstGeom prst="rect">
                          <a:avLst/>
                        </a:prstGeom>
                        <a:blipFill>
                          <a:blip r:embed="rId34"/>
                          <a:stretch>
                            <a:fillRect b="-1568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1024" name="Group 1023"/>
                  <p:cNvGrpSpPr/>
                  <p:nvPr/>
                </p:nvGrpSpPr>
                <p:grpSpPr>
                  <a:xfrm>
                    <a:off x="42436" y="2220757"/>
                    <a:ext cx="517703" cy="539679"/>
                    <a:chOff x="269289" y="2220757"/>
                    <a:chExt cx="517703" cy="539679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59" name="Oval 58"/>
                        <p:cNvSpPr/>
                        <p:nvPr/>
                      </p:nvSpPr>
                      <p:spPr>
                        <a:xfrm>
                          <a:off x="269289" y="2220757"/>
                          <a:ext cx="496551" cy="539679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/>
                        </a:p>
                      </p:txBody>
                    </p:sp>
                  </mc:Choice>
                  <mc:Fallback xmlns="">
                    <p:sp>
                      <p:nvSpPr>
                        <p:cNvPr id="59" name="Oval 58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69289" y="2220757"/>
                          <a:ext cx="496551" cy="539679"/>
                        </a:xfrm>
                        <a:prstGeom prst="ellipse">
                          <a:avLst/>
                        </a:prstGeom>
                        <a:blipFill>
                          <a:blip r:embed="rId35"/>
                          <a:stretch>
                            <a:fillRect/>
                          </a:stretch>
                        </a:blipFill>
                        <a:ln>
                          <a:solidFill>
                            <a:schemeClr val="accent6"/>
                          </a:solidFill>
                        </a:ln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0" name="Rectangle 59"/>
                        <p:cNvSpPr/>
                        <p:nvPr/>
                      </p:nvSpPr>
                      <p:spPr>
                        <a:xfrm>
                          <a:off x="288714" y="2305930"/>
                          <a:ext cx="498278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60" name="Rectangle 59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88714" y="2305930"/>
                          <a:ext cx="498278" cy="369332"/>
                        </a:xfrm>
                        <a:prstGeom prst="rect">
                          <a:avLst/>
                        </a:prstGeom>
                        <a:blipFill>
                          <a:blip r:embed="rId36"/>
                          <a:stretch>
                            <a:fillRect b="-1568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cxnSp>
                <p:nvCxnSpPr>
                  <p:cNvPr id="1027" name="Straight Connector 1026"/>
                  <p:cNvCxnSpPr>
                    <a:stCxn id="60" idx="3"/>
                    <a:endCxn id="24" idx="2"/>
                  </p:cNvCxnSpPr>
                  <p:nvPr/>
                </p:nvCxnSpPr>
                <p:spPr>
                  <a:xfrm>
                    <a:off x="560139" y="2490596"/>
                    <a:ext cx="1052007" cy="2417592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8" name="Straight Connector 67"/>
                  <p:cNvCxnSpPr>
                    <a:stCxn id="63" idx="3"/>
                    <a:endCxn id="24" idx="2"/>
                  </p:cNvCxnSpPr>
                  <p:nvPr/>
                </p:nvCxnSpPr>
                <p:spPr>
                  <a:xfrm flipV="1">
                    <a:off x="559645" y="4908188"/>
                    <a:ext cx="1052501" cy="10669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1" name="Straight Connector 70"/>
                  <p:cNvCxnSpPr>
                    <a:stCxn id="60" idx="3"/>
                    <a:endCxn id="5" idx="2"/>
                  </p:cNvCxnSpPr>
                  <p:nvPr/>
                </p:nvCxnSpPr>
                <p:spPr>
                  <a:xfrm flipV="1">
                    <a:off x="560139" y="2461306"/>
                    <a:ext cx="991047" cy="2929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4" name="Straight Connector 73"/>
                  <p:cNvCxnSpPr>
                    <a:stCxn id="5" idx="2"/>
                    <a:endCxn id="61" idx="6"/>
                  </p:cNvCxnSpPr>
                  <p:nvPr/>
                </p:nvCxnSpPr>
                <p:spPr>
                  <a:xfrm flipH="1">
                    <a:off x="550276" y="2461306"/>
                    <a:ext cx="1000910" cy="2450279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28" name="Rectangle 127"/>
                    <p:cNvSpPr/>
                    <p:nvPr/>
                  </p:nvSpPr>
                  <p:spPr>
                    <a:xfrm>
                      <a:off x="912072" y="5070685"/>
                      <a:ext cx="586763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I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128" name="Rectangle 127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12072" y="5070685"/>
                      <a:ext cx="586763" cy="369332"/>
                    </a:xfrm>
                    <a:prstGeom prst="rect">
                      <a:avLst/>
                    </a:prstGeom>
                    <a:blipFill>
                      <a:blip r:embed="rId37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32" name="Rectangle 131"/>
                    <p:cNvSpPr/>
                    <p:nvPr/>
                  </p:nvSpPr>
                  <p:spPr>
                    <a:xfrm>
                      <a:off x="3416202" y="5068911"/>
                      <a:ext cx="586763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I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132" name="Rectangle 13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16202" y="5068911"/>
                      <a:ext cx="586763" cy="369332"/>
                    </a:xfrm>
                    <a:prstGeom prst="rect">
                      <a:avLst/>
                    </a:prstGeom>
                    <a:blipFill>
                      <a:blip r:embed="rId38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1083" name="Straight Connector 1082"/>
                <p:cNvCxnSpPr>
                  <a:stCxn id="128" idx="0"/>
                  <a:endCxn id="5" idx="2"/>
                </p:cNvCxnSpPr>
                <p:nvPr/>
              </p:nvCxnSpPr>
              <p:spPr>
                <a:xfrm flipV="1">
                  <a:off x="1205454" y="2369704"/>
                  <a:ext cx="345732" cy="2700981"/>
                </a:xfrm>
                <a:prstGeom prst="line">
                  <a:avLst/>
                </a:prstGeom>
                <a:ln>
                  <a:prstDash val="lg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/>
                <p:cNvCxnSpPr>
                  <a:stCxn id="128" idx="0"/>
                  <a:endCxn id="24" idx="2"/>
                </p:cNvCxnSpPr>
                <p:nvPr/>
              </p:nvCxnSpPr>
              <p:spPr>
                <a:xfrm flipV="1">
                  <a:off x="1205454" y="4409144"/>
                  <a:ext cx="406692" cy="661541"/>
                </a:xfrm>
                <a:prstGeom prst="line">
                  <a:avLst/>
                </a:prstGeom>
                <a:ln>
                  <a:prstDash val="lg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/>
                <p:cNvCxnSpPr>
                  <a:stCxn id="132" idx="0"/>
                  <a:endCxn id="30" idx="2"/>
                </p:cNvCxnSpPr>
                <p:nvPr/>
              </p:nvCxnSpPr>
              <p:spPr>
                <a:xfrm flipV="1">
                  <a:off x="3709584" y="2383954"/>
                  <a:ext cx="393694" cy="2684957"/>
                </a:xfrm>
                <a:prstGeom prst="line">
                  <a:avLst/>
                </a:prstGeom>
                <a:ln>
                  <a:prstDash val="lg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/>
                <p:cNvCxnSpPr>
                  <a:stCxn id="132" idx="0"/>
                  <a:endCxn id="31" idx="2"/>
                </p:cNvCxnSpPr>
                <p:nvPr/>
              </p:nvCxnSpPr>
              <p:spPr>
                <a:xfrm flipV="1">
                  <a:off x="3709584" y="4425649"/>
                  <a:ext cx="422457" cy="643262"/>
                </a:xfrm>
                <a:prstGeom prst="line">
                  <a:avLst/>
                </a:prstGeom>
                <a:ln>
                  <a:prstDash val="lg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9" name="Rectangle 158"/>
                  <p:cNvSpPr/>
                  <p:nvPr/>
                </p:nvSpPr>
                <p:spPr>
                  <a:xfrm>
                    <a:off x="1896512" y="1424522"/>
                    <a:ext cx="5527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59" name="Rectangle 15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6512" y="1424522"/>
                    <a:ext cx="552779" cy="369332"/>
                  </a:xfrm>
                  <a:prstGeom prst="rect">
                    <a:avLst/>
                  </a:prstGeom>
                  <a:blipFill>
                    <a:blip r:embed="rId3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0" name="Rectangle 159"/>
                  <p:cNvSpPr/>
                  <p:nvPr/>
                </p:nvSpPr>
                <p:spPr>
                  <a:xfrm>
                    <a:off x="1949522" y="3515514"/>
                    <a:ext cx="5527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60" name="Rectangle 15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49522" y="3515514"/>
                    <a:ext cx="552779" cy="369332"/>
                  </a:xfrm>
                  <a:prstGeom prst="rect">
                    <a:avLst/>
                  </a:prstGeom>
                  <a:blipFill>
                    <a:blip r:embed="rId4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1" name="Rectangle 160"/>
                  <p:cNvSpPr/>
                  <p:nvPr/>
                </p:nvSpPr>
                <p:spPr>
                  <a:xfrm>
                    <a:off x="4407617" y="1656270"/>
                    <a:ext cx="5527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61" name="Rectangle 16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07617" y="1656270"/>
                    <a:ext cx="552779" cy="369332"/>
                  </a:xfrm>
                  <a:prstGeom prst="rect">
                    <a:avLst/>
                  </a:prstGeom>
                  <a:blipFill>
                    <a:blip r:embed="rId4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2" name="Rectangle 161"/>
                  <p:cNvSpPr/>
                  <p:nvPr/>
                </p:nvSpPr>
                <p:spPr>
                  <a:xfrm>
                    <a:off x="4494478" y="3638005"/>
                    <a:ext cx="5527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162" name="Rectangle 16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94478" y="3638005"/>
                    <a:ext cx="552779" cy="369332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78" name="Straight Connector 77"/>
            <p:cNvCxnSpPr/>
            <p:nvPr/>
          </p:nvCxnSpPr>
          <p:spPr>
            <a:xfrm>
              <a:off x="5337182" y="2320452"/>
              <a:ext cx="7716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7" name="Straight Connector 166"/>
            <p:cNvCxnSpPr/>
            <p:nvPr/>
          </p:nvCxnSpPr>
          <p:spPr>
            <a:xfrm>
              <a:off x="5485285" y="4404646"/>
              <a:ext cx="72485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1" name="Rectangle 80"/>
                <p:cNvSpPr/>
                <p:nvPr/>
              </p:nvSpPr>
              <p:spPr>
                <a:xfrm>
                  <a:off x="5462410" y="2440500"/>
                  <a:ext cx="7553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81" name="Rectangle 8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410" y="2440500"/>
                  <a:ext cx="755335" cy="369332"/>
                </a:xfrm>
                <a:prstGeom prst="rect">
                  <a:avLst/>
                </a:prstGeom>
                <a:blipFill>
                  <a:blip r:embed="rId4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1" name="Rectangle 170"/>
                <p:cNvSpPr/>
                <p:nvPr/>
              </p:nvSpPr>
              <p:spPr>
                <a:xfrm>
                  <a:off x="5532387" y="3882622"/>
                  <a:ext cx="7553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99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71" name="Rectangle 17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2387" y="3882622"/>
                  <a:ext cx="755335" cy="369332"/>
                </a:xfrm>
                <a:prstGeom prst="rect">
                  <a:avLst/>
                </a:prstGeom>
                <a:blipFill>
                  <a:blip r:embed="rId4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4" name="Rectangle 173"/>
                <p:cNvSpPr/>
                <p:nvPr/>
              </p:nvSpPr>
              <p:spPr>
                <a:xfrm>
                  <a:off x="924026" y="2390286"/>
                  <a:ext cx="5867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74" name="Rectangle 17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026" y="2390286"/>
                  <a:ext cx="586763" cy="369332"/>
                </a:xfrm>
                <a:prstGeom prst="rect">
                  <a:avLst/>
                </a:prstGeom>
                <a:blipFill>
                  <a:blip r:embed="rId4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01093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8" grpId="0" animBg="1"/>
      <p:bldP spid="3" grpId="0"/>
      <p:bldP spid="6" grpId="0"/>
      <p:bldP spid="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6498452" y="1883811"/>
                <a:ext cx="50990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 smtClean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=1.105905967</m:t>
                    </m:r>
                  </m:oMath>
                </a14:m>
                <a:endParaRPr lang="en-IN" dirty="0" smtClean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452" y="1883811"/>
                <a:ext cx="5099025" cy="276999"/>
              </a:xfrm>
              <a:prstGeom prst="rect">
                <a:avLst/>
              </a:prstGeom>
              <a:blipFill>
                <a:blip r:embed="rId3"/>
                <a:stretch>
                  <a:fillRect l="-1675" t="-26667" b="-5555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6498452" y="2501432"/>
                <a:ext cx="5099025" cy="27699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b="0" i="1" smtClean="0">
                        <a:latin typeface="Cambria Math" panose="02040503050406030204" pitchFamily="18" charset="0"/>
                      </a:rPr>
                      <m:t>𝑖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IN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dirty="0" smtClean="0"/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=1.224921404</m:t>
                    </m:r>
                  </m:oMath>
                </a14:m>
                <a:endParaRPr lang="en-IN" dirty="0" smtClean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98452" y="2501432"/>
                <a:ext cx="5099025" cy="276999"/>
              </a:xfrm>
              <a:prstGeom prst="rect">
                <a:avLst/>
              </a:prstGeom>
              <a:blipFill>
                <a:blip r:embed="rId4"/>
                <a:stretch>
                  <a:fillRect l="-1675" t="-26087" b="-5217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Rectangle 12"/>
          <p:cNvSpPr/>
          <p:nvPr/>
        </p:nvSpPr>
        <p:spPr>
          <a:xfrm>
            <a:off x="6392062" y="1819643"/>
            <a:ext cx="5237499" cy="1110310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828042" y="4095094"/>
                <a:ext cx="3886833" cy="80413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1+ </m:t>
                          </m:r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</a:rPr>
                        <m:t>=0.75136507</m:t>
                      </m:r>
                    </m:oMath>
                  </m:oMathPara>
                </a14:m>
                <a:endParaRPr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8042" y="4095094"/>
                <a:ext cx="3886833" cy="804131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918390" y="4945799"/>
                <a:ext cx="3758914" cy="81887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𝑜𝑢𝑡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1+ </m:t>
                          </m:r>
                          <m:sSup>
                            <m:sSup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  <m:sup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IN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𝑖𝑛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sup>
                          </m:sSup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</a:rPr>
                        <m:t>=0.772928465</m:t>
                      </m:r>
                    </m:oMath>
                  </m:oMathPara>
                </a14:m>
                <a:endParaRPr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18390" y="4945799"/>
                <a:ext cx="3758914" cy="81887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6704191" y="4016339"/>
            <a:ext cx="4292269" cy="1577943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Google Shape;83;p6"/>
          <p:cNvSpPr txBox="1"/>
          <p:nvPr/>
        </p:nvSpPr>
        <p:spPr>
          <a:xfrm>
            <a:off x="269289" y="381000"/>
            <a:ext cx="7615546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Forward Pass Layer 2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31217" y="1424522"/>
            <a:ext cx="6256505" cy="4015495"/>
            <a:chOff x="31217" y="1424522"/>
            <a:chExt cx="6256505" cy="4015495"/>
          </a:xfrm>
        </p:grpSpPr>
        <p:grpSp>
          <p:nvGrpSpPr>
            <p:cNvPr id="23" name="Group 22"/>
            <p:cNvGrpSpPr/>
            <p:nvPr/>
          </p:nvGrpSpPr>
          <p:grpSpPr>
            <a:xfrm>
              <a:off x="31217" y="1424522"/>
              <a:ext cx="5601385" cy="4015495"/>
              <a:chOff x="31217" y="1424522"/>
              <a:chExt cx="5601385" cy="401549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Rectangle 28"/>
                  <p:cNvSpPr/>
                  <p:nvPr/>
                </p:nvSpPr>
                <p:spPr>
                  <a:xfrm>
                    <a:off x="954506" y="1892806"/>
                    <a:ext cx="5867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29" name="Rectangle 2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4506" y="1892806"/>
                    <a:ext cx="586763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Rectangle 29"/>
                  <p:cNvSpPr/>
                  <p:nvPr/>
                </p:nvSpPr>
                <p:spPr>
                  <a:xfrm>
                    <a:off x="3497263" y="1938791"/>
                    <a:ext cx="5867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0" name="Rectangle 2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97263" y="1938791"/>
                    <a:ext cx="586763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Rectangle 30"/>
                  <p:cNvSpPr/>
                  <p:nvPr/>
                </p:nvSpPr>
                <p:spPr>
                  <a:xfrm>
                    <a:off x="857798" y="3720194"/>
                    <a:ext cx="5867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1" name="Rectangle 3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7798" y="3720194"/>
                    <a:ext cx="586763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Rectangle 31"/>
                  <p:cNvSpPr/>
                  <p:nvPr/>
                </p:nvSpPr>
                <p:spPr>
                  <a:xfrm>
                    <a:off x="624902" y="4404646"/>
                    <a:ext cx="5867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2" name="Rectangle 3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4902" y="4404646"/>
                    <a:ext cx="586763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Rectangle 32"/>
                  <p:cNvSpPr/>
                  <p:nvPr/>
                </p:nvSpPr>
                <p:spPr>
                  <a:xfrm>
                    <a:off x="3376692" y="2411555"/>
                    <a:ext cx="5867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3" name="Rectangle 3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76692" y="2411555"/>
                    <a:ext cx="586763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Rectangle 33"/>
                  <p:cNvSpPr/>
                  <p:nvPr/>
                </p:nvSpPr>
                <p:spPr>
                  <a:xfrm>
                    <a:off x="3319066" y="3700539"/>
                    <a:ext cx="5867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4" name="Rectangle 3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19066" y="3700539"/>
                    <a:ext cx="586763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Rectangle 34"/>
                  <p:cNvSpPr/>
                  <p:nvPr/>
                </p:nvSpPr>
                <p:spPr>
                  <a:xfrm>
                    <a:off x="3104363" y="4339919"/>
                    <a:ext cx="5867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5" name="Rectangle 3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04363" y="4339919"/>
                    <a:ext cx="586763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6" name="Group 35"/>
              <p:cNvGrpSpPr/>
              <p:nvPr/>
            </p:nvGrpSpPr>
            <p:grpSpPr>
              <a:xfrm>
                <a:off x="31217" y="1911188"/>
                <a:ext cx="5601385" cy="3528829"/>
                <a:chOff x="31217" y="1911188"/>
                <a:chExt cx="5601385" cy="3528829"/>
              </a:xfrm>
            </p:grpSpPr>
            <p:grpSp>
              <p:nvGrpSpPr>
                <p:cNvPr id="41" name="Group 40"/>
                <p:cNvGrpSpPr/>
                <p:nvPr/>
              </p:nvGrpSpPr>
              <p:grpSpPr>
                <a:xfrm>
                  <a:off x="31217" y="1911188"/>
                  <a:ext cx="5601385" cy="2941228"/>
                  <a:chOff x="31217" y="1911188"/>
                  <a:chExt cx="5601385" cy="3528830"/>
                </a:xfrm>
              </p:grpSpPr>
              <p:cxnSp>
                <p:nvCxnSpPr>
                  <p:cNvPr id="48" name="Straight Connector 47"/>
                  <p:cNvCxnSpPr>
                    <a:stCxn id="79" idx="0"/>
                    <a:endCxn id="79" idx="4"/>
                  </p:cNvCxnSpPr>
                  <p:nvPr/>
                </p:nvCxnSpPr>
                <p:spPr>
                  <a:xfrm>
                    <a:off x="2128745" y="1911188"/>
                    <a:ext cx="0" cy="1100235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9" name="Straight Connector 48"/>
                  <p:cNvCxnSpPr>
                    <a:stCxn id="76" idx="4"/>
                    <a:endCxn id="76" idx="0"/>
                  </p:cNvCxnSpPr>
                  <p:nvPr/>
                </p:nvCxnSpPr>
                <p:spPr>
                  <a:xfrm flipV="1">
                    <a:off x="2203660" y="4376358"/>
                    <a:ext cx="0" cy="106366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0" name="Group 49"/>
                  <p:cNvGrpSpPr/>
                  <p:nvPr/>
                </p:nvGrpSpPr>
                <p:grpSpPr>
                  <a:xfrm>
                    <a:off x="1452181" y="1911188"/>
                    <a:ext cx="1403151" cy="1100235"/>
                    <a:chOff x="1452181" y="1911188"/>
                    <a:chExt cx="1403151" cy="1100235"/>
                  </a:xfrm>
                </p:grpSpPr>
                <p:sp>
                  <p:nvSpPr>
                    <p:cNvPr id="79" name="Oval 78"/>
                    <p:cNvSpPr/>
                    <p:nvPr/>
                  </p:nvSpPr>
                  <p:spPr>
                    <a:xfrm>
                      <a:off x="1551186" y="1911188"/>
                      <a:ext cx="1155118" cy="1100235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80" name="TextBox 79"/>
                        <p:cNvSpPr txBox="1"/>
                        <p:nvPr/>
                      </p:nvSpPr>
                      <p:spPr>
                        <a:xfrm>
                          <a:off x="1452181" y="2217550"/>
                          <a:ext cx="748154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80" name="TextBox 79"/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452181" y="2217550"/>
                          <a:ext cx="748154" cy="369332"/>
                        </a:xfrm>
                        <a:prstGeom prst="rect">
                          <a:avLst/>
                        </a:prstGeom>
                        <a:blipFill>
                          <a:blip r:embed="rId14"/>
                          <a:stretch>
                            <a:fillRect b="-17647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81" name="Rectangle 80"/>
                        <p:cNvSpPr/>
                        <p:nvPr/>
                      </p:nvSpPr>
                      <p:spPr>
                        <a:xfrm>
                          <a:off x="1976822" y="2220757"/>
                          <a:ext cx="878510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81" name="Rectangle 80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976822" y="2220757"/>
                          <a:ext cx="878510" cy="369332"/>
                        </a:xfrm>
                        <a:prstGeom prst="rect">
                          <a:avLst/>
                        </a:prstGeom>
                        <a:blipFill>
                          <a:blip r:embed="rId15"/>
                          <a:stretch>
                            <a:fillRect b="-18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51" name="Group 50"/>
                  <p:cNvGrpSpPr/>
                  <p:nvPr/>
                </p:nvGrpSpPr>
                <p:grpSpPr>
                  <a:xfrm>
                    <a:off x="1522435" y="4376358"/>
                    <a:ext cx="1272739" cy="1063660"/>
                    <a:chOff x="1522435" y="4376358"/>
                    <a:chExt cx="1272739" cy="1063660"/>
                  </a:xfrm>
                </p:grpSpPr>
                <p:sp>
                  <p:nvSpPr>
                    <p:cNvPr id="76" name="Oval 75"/>
                    <p:cNvSpPr/>
                    <p:nvPr/>
                  </p:nvSpPr>
                  <p:spPr>
                    <a:xfrm>
                      <a:off x="1612146" y="4376358"/>
                      <a:ext cx="1183028" cy="106366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77" name="Rectangle 76"/>
                        <p:cNvSpPr/>
                        <p:nvPr/>
                      </p:nvSpPr>
                      <p:spPr>
                        <a:xfrm>
                          <a:off x="1522435" y="4678579"/>
                          <a:ext cx="748154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77" name="Rectangle 76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522435" y="4678579"/>
                          <a:ext cx="748154" cy="369332"/>
                        </a:xfrm>
                        <a:prstGeom prst="rect">
                          <a:avLst/>
                        </a:prstGeom>
                        <a:blipFill>
                          <a:blip r:embed="rId16"/>
                          <a:stretch>
                            <a:fillRect b="-18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78" name="Rectangle 77"/>
                        <p:cNvSpPr/>
                        <p:nvPr/>
                      </p:nvSpPr>
                      <p:spPr>
                        <a:xfrm>
                          <a:off x="2153196" y="4697757"/>
                          <a:ext cx="580208" cy="369332"/>
                        </a:xfrm>
                        <a:prstGeom prst="rect">
                          <a:avLst/>
                        </a:prstGeom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78" name="Rectangle 77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153196" y="4697757"/>
                          <a:ext cx="580208" cy="369332"/>
                        </a:xfrm>
                        <a:prstGeom prst="rect">
                          <a:avLst/>
                        </a:prstGeom>
                        <a:blipFill>
                          <a:blip r:embed="rId17"/>
                          <a:stretch>
                            <a:fillRect r="-20000" b="-18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52" name="Group 51"/>
                  <p:cNvGrpSpPr/>
                  <p:nvPr/>
                </p:nvGrpSpPr>
                <p:grpSpPr>
                  <a:xfrm>
                    <a:off x="4103278" y="2090732"/>
                    <a:ext cx="1359132" cy="775343"/>
                    <a:chOff x="4106586" y="1898996"/>
                    <a:chExt cx="1359132" cy="775343"/>
                  </a:xfrm>
                </p:grpSpPr>
                <p:sp>
                  <p:nvSpPr>
                    <p:cNvPr id="72" name="Oval 71"/>
                    <p:cNvSpPr/>
                    <p:nvPr/>
                  </p:nvSpPr>
                  <p:spPr>
                    <a:xfrm>
                      <a:off x="4106586" y="1898996"/>
                      <a:ext cx="1233904" cy="775343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accent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cxnSp>
                  <p:nvCxnSpPr>
                    <p:cNvPr id="73" name="Straight Connector 72"/>
                    <p:cNvCxnSpPr>
                      <a:stCxn id="72" idx="0"/>
                      <a:endCxn id="72" idx="4"/>
                    </p:cNvCxnSpPr>
                    <p:nvPr/>
                  </p:nvCxnSpPr>
                  <p:spPr>
                    <a:xfrm>
                      <a:off x="4723538" y="1898996"/>
                      <a:ext cx="0" cy="775343"/>
                    </a:xfrm>
                    <a:prstGeom prst="line">
                      <a:avLst/>
                    </a:prstGeom>
                    <a:ln>
                      <a:solidFill>
                        <a:schemeClr val="accent5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74" name="Rectangle 73"/>
                        <p:cNvSpPr/>
                        <p:nvPr/>
                      </p:nvSpPr>
                      <p:spPr>
                        <a:xfrm>
                          <a:off x="4106790" y="2062223"/>
                          <a:ext cx="743345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74" name="Rectangle 73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106790" y="2062223"/>
                          <a:ext cx="743345" cy="369332"/>
                        </a:xfrm>
                        <a:prstGeom prst="rect">
                          <a:avLst/>
                        </a:prstGeom>
                        <a:blipFill>
                          <a:blip r:embed="rId18"/>
                          <a:stretch>
                            <a:fillRect b="-1568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75" name="Rectangle 74"/>
                        <p:cNvSpPr/>
                        <p:nvPr/>
                      </p:nvSpPr>
                      <p:spPr>
                        <a:xfrm>
                          <a:off x="4592017" y="2066449"/>
                          <a:ext cx="873701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75" name="Rectangle 74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592017" y="2066449"/>
                          <a:ext cx="873701" cy="369332"/>
                        </a:xfrm>
                        <a:prstGeom prst="rect">
                          <a:avLst/>
                        </a:prstGeom>
                        <a:blipFill>
                          <a:blip r:embed="rId19"/>
                          <a:stretch>
                            <a:fillRect b="-18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53" name="Group 52"/>
                  <p:cNvGrpSpPr/>
                  <p:nvPr/>
                </p:nvGrpSpPr>
                <p:grpSpPr>
                  <a:xfrm>
                    <a:off x="4132041" y="4510652"/>
                    <a:ext cx="1500561" cy="834677"/>
                    <a:chOff x="4130470" y="4654327"/>
                    <a:chExt cx="1500561" cy="834677"/>
                  </a:xfrm>
                </p:grpSpPr>
                <p:sp>
                  <p:nvSpPr>
                    <p:cNvPr id="68" name="Oval 67"/>
                    <p:cNvSpPr/>
                    <p:nvPr/>
                  </p:nvSpPr>
                  <p:spPr>
                    <a:xfrm>
                      <a:off x="4130470" y="4654327"/>
                      <a:ext cx="1353244" cy="834677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accent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cxnSp>
                  <p:nvCxnSpPr>
                    <p:cNvPr id="69" name="Straight Connector 68"/>
                    <p:cNvCxnSpPr>
                      <a:stCxn id="68" idx="0"/>
                      <a:endCxn id="68" idx="4"/>
                    </p:cNvCxnSpPr>
                    <p:nvPr/>
                  </p:nvCxnSpPr>
                  <p:spPr>
                    <a:xfrm>
                      <a:off x="4807092" y="4654327"/>
                      <a:ext cx="0" cy="834677"/>
                    </a:xfrm>
                    <a:prstGeom prst="line">
                      <a:avLst/>
                    </a:prstGeom>
                    <a:ln>
                      <a:solidFill>
                        <a:schemeClr val="accent5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70" name="Rectangle 69"/>
                        <p:cNvSpPr/>
                        <p:nvPr/>
                      </p:nvSpPr>
                      <p:spPr>
                        <a:xfrm>
                          <a:off x="4179793" y="4784143"/>
                          <a:ext cx="743345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70" name="Rectangle 69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179793" y="4784143"/>
                          <a:ext cx="743345" cy="369332"/>
                        </a:xfrm>
                        <a:prstGeom prst="rect">
                          <a:avLst/>
                        </a:prstGeom>
                        <a:blipFill>
                          <a:blip r:embed="rId20"/>
                          <a:stretch>
                            <a:fillRect b="-18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71" name="Rectangle 70"/>
                        <p:cNvSpPr/>
                        <p:nvPr/>
                      </p:nvSpPr>
                      <p:spPr>
                        <a:xfrm>
                          <a:off x="4757330" y="4785934"/>
                          <a:ext cx="873701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71" name="Rectangle 70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757330" y="4785934"/>
                          <a:ext cx="873701" cy="369332"/>
                        </a:xfrm>
                        <a:prstGeom prst="rect">
                          <a:avLst/>
                        </a:prstGeom>
                        <a:blipFill>
                          <a:blip r:embed="rId21"/>
                          <a:stretch>
                            <a:fillRect b="-18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cxnSp>
                <p:nvCxnSpPr>
                  <p:cNvPr id="54" name="Straight Connector 53"/>
                  <p:cNvCxnSpPr>
                    <a:stCxn id="79" idx="6"/>
                    <a:endCxn id="68" idx="2"/>
                  </p:cNvCxnSpPr>
                  <p:nvPr/>
                </p:nvCxnSpPr>
                <p:spPr>
                  <a:xfrm>
                    <a:off x="2706304" y="2461306"/>
                    <a:ext cx="1425737" cy="246668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/>
                  <p:cNvCxnSpPr>
                    <a:stCxn id="72" idx="2"/>
                    <a:endCxn id="76" idx="6"/>
                  </p:cNvCxnSpPr>
                  <p:nvPr/>
                </p:nvCxnSpPr>
                <p:spPr>
                  <a:xfrm flipH="1">
                    <a:off x="2795174" y="2478404"/>
                    <a:ext cx="1308104" cy="2429784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" name="Straight Connector 55"/>
                  <p:cNvCxnSpPr>
                    <a:stCxn id="79" idx="6"/>
                    <a:endCxn id="72" idx="2"/>
                  </p:cNvCxnSpPr>
                  <p:nvPr/>
                </p:nvCxnSpPr>
                <p:spPr>
                  <a:xfrm>
                    <a:off x="2706304" y="2461306"/>
                    <a:ext cx="1396974" cy="17098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7" name="Straight Connector 56"/>
                  <p:cNvCxnSpPr>
                    <a:stCxn id="76" idx="6"/>
                    <a:endCxn id="68" idx="2"/>
                  </p:cNvCxnSpPr>
                  <p:nvPr/>
                </p:nvCxnSpPr>
                <p:spPr>
                  <a:xfrm>
                    <a:off x="2795174" y="4908188"/>
                    <a:ext cx="1336867" cy="19803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8" name="Group 57"/>
                  <p:cNvGrpSpPr/>
                  <p:nvPr/>
                </p:nvGrpSpPr>
                <p:grpSpPr>
                  <a:xfrm>
                    <a:off x="31217" y="4649017"/>
                    <a:ext cx="528428" cy="525135"/>
                    <a:chOff x="392047" y="4745587"/>
                    <a:chExt cx="528428" cy="525135"/>
                  </a:xfrm>
                </p:grpSpPr>
                <p:sp>
                  <p:nvSpPr>
                    <p:cNvPr id="66" name="Oval 65"/>
                    <p:cNvSpPr/>
                    <p:nvPr/>
                  </p:nvSpPr>
                  <p:spPr>
                    <a:xfrm>
                      <a:off x="392047" y="4745587"/>
                      <a:ext cx="519059" cy="525135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7" name="Rectangle 66"/>
                        <p:cNvSpPr/>
                        <p:nvPr/>
                      </p:nvSpPr>
                      <p:spPr>
                        <a:xfrm>
                          <a:off x="416876" y="4830761"/>
                          <a:ext cx="503599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67" name="Rectangle 66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16876" y="4830761"/>
                          <a:ext cx="503599" cy="369332"/>
                        </a:xfrm>
                        <a:prstGeom prst="rect">
                          <a:avLst/>
                        </a:prstGeom>
                        <a:blipFill>
                          <a:blip r:embed="rId22"/>
                          <a:stretch>
                            <a:fillRect b="-1568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59" name="Group 58"/>
                  <p:cNvGrpSpPr/>
                  <p:nvPr/>
                </p:nvGrpSpPr>
                <p:grpSpPr>
                  <a:xfrm>
                    <a:off x="42436" y="2220757"/>
                    <a:ext cx="517703" cy="539679"/>
                    <a:chOff x="269289" y="2220757"/>
                    <a:chExt cx="517703" cy="539679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4" name="Oval 63"/>
                        <p:cNvSpPr/>
                        <p:nvPr/>
                      </p:nvSpPr>
                      <p:spPr>
                        <a:xfrm>
                          <a:off x="269289" y="2220757"/>
                          <a:ext cx="496551" cy="539679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/>
                        </a:p>
                      </p:txBody>
                    </p:sp>
                  </mc:Choice>
                  <mc:Fallback xmlns="">
                    <p:sp>
                      <p:nvSpPr>
                        <p:cNvPr id="64" name="Oval 63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69289" y="2220757"/>
                          <a:ext cx="496551" cy="539679"/>
                        </a:xfrm>
                        <a:prstGeom prst="ellipse">
                          <a:avLst/>
                        </a:prstGeom>
                        <a:blipFill>
                          <a:blip r:embed="rId23"/>
                          <a:stretch>
                            <a:fillRect/>
                          </a:stretch>
                        </a:blipFill>
                        <a:ln>
                          <a:solidFill>
                            <a:schemeClr val="accent6"/>
                          </a:solidFill>
                        </a:ln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5" name="Rectangle 64"/>
                        <p:cNvSpPr/>
                        <p:nvPr/>
                      </p:nvSpPr>
                      <p:spPr>
                        <a:xfrm>
                          <a:off x="288714" y="2305930"/>
                          <a:ext cx="498278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65" name="Rectangle 64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88714" y="2305930"/>
                          <a:ext cx="498278" cy="369332"/>
                        </a:xfrm>
                        <a:prstGeom prst="rect">
                          <a:avLst/>
                        </a:prstGeom>
                        <a:blipFill>
                          <a:blip r:embed="rId24"/>
                          <a:stretch>
                            <a:fillRect b="-1568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cxnSp>
                <p:nvCxnSpPr>
                  <p:cNvPr id="60" name="Straight Connector 59"/>
                  <p:cNvCxnSpPr>
                    <a:stCxn id="65" idx="3"/>
                    <a:endCxn id="76" idx="2"/>
                  </p:cNvCxnSpPr>
                  <p:nvPr/>
                </p:nvCxnSpPr>
                <p:spPr>
                  <a:xfrm>
                    <a:off x="560139" y="2490596"/>
                    <a:ext cx="1052007" cy="2417592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/>
                  <p:cNvCxnSpPr>
                    <a:stCxn id="67" idx="3"/>
                    <a:endCxn id="76" idx="2"/>
                  </p:cNvCxnSpPr>
                  <p:nvPr/>
                </p:nvCxnSpPr>
                <p:spPr>
                  <a:xfrm flipV="1">
                    <a:off x="559645" y="4908188"/>
                    <a:ext cx="1052501" cy="10669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2" name="Straight Connector 61"/>
                  <p:cNvCxnSpPr>
                    <a:stCxn id="65" idx="3"/>
                    <a:endCxn id="79" idx="2"/>
                  </p:cNvCxnSpPr>
                  <p:nvPr/>
                </p:nvCxnSpPr>
                <p:spPr>
                  <a:xfrm flipV="1">
                    <a:off x="560139" y="2461306"/>
                    <a:ext cx="991047" cy="2929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3" name="Straight Connector 62"/>
                  <p:cNvCxnSpPr>
                    <a:stCxn id="79" idx="2"/>
                    <a:endCxn id="66" idx="6"/>
                  </p:cNvCxnSpPr>
                  <p:nvPr/>
                </p:nvCxnSpPr>
                <p:spPr>
                  <a:xfrm flipH="1">
                    <a:off x="550276" y="2461306"/>
                    <a:ext cx="1000910" cy="2450279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2" name="Rectangle 41"/>
                    <p:cNvSpPr/>
                    <p:nvPr/>
                  </p:nvSpPr>
                  <p:spPr>
                    <a:xfrm>
                      <a:off x="912072" y="5070685"/>
                      <a:ext cx="586763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I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42" name="Rectangle 4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12072" y="5070685"/>
                      <a:ext cx="586763" cy="369332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3" name="Rectangle 42"/>
                    <p:cNvSpPr/>
                    <p:nvPr/>
                  </p:nvSpPr>
                  <p:spPr>
                    <a:xfrm>
                      <a:off x="3416202" y="5068911"/>
                      <a:ext cx="586763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I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43" name="Rectangle 42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16202" y="5068911"/>
                      <a:ext cx="586763" cy="369332"/>
                    </a:xfrm>
                    <a:prstGeom prst="rect">
                      <a:avLst/>
                    </a:prstGeom>
                    <a:blipFill>
                      <a:blip r:embed="rId26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4" name="Straight Connector 43"/>
                <p:cNvCxnSpPr>
                  <a:stCxn id="42" idx="0"/>
                  <a:endCxn id="79" idx="2"/>
                </p:cNvCxnSpPr>
                <p:nvPr/>
              </p:nvCxnSpPr>
              <p:spPr>
                <a:xfrm flipV="1">
                  <a:off x="1205454" y="2369704"/>
                  <a:ext cx="345732" cy="2700981"/>
                </a:xfrm>
                <a:prstGeom prst="line">
                  <a:avLst/>
                </a:prstGeom>
                <a:ln>
                  <a:prstDash val="lg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>
                  <a:stCxn id="42" idx="0"/>
                  <a:endCxn id="76" idx="2"/>
                </p:cNvCxnSpPr>
                <p:nvPr/>
              </p:nvCxnSpPr>
              <p:spPr>
                <a:xfrm flipV="1">
                  <a:off x="1205454" y="4409144"/>
                  <a:ext cx="406692" cy="661541"/>
                </a:xfrm>
                <a:prstGeom prst="line">
                  <a:avLst/>
                </a:prstGeom>
                <a:ln>
                  <a:prstDash val="lgDash"/>
                </a:ln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6" name="Straight Connector 45"/>
                <p:cNvCxnSpPr>
                  <a:stCxn id="43" idx="0"/>
                  <a:endCxn id="72" idx="2"/>
                </p:cNvCxnSpPr>
                <p:nvPr/>
              </p:nvCxnSpPr>
              <p:spPr>
                <a:xfrm flipV="1">
                  <a:off x="3709584" y="2383954"/>
                  <a:ext cx="393694" cy="2684957"/>
                </a:xfrm>
                <a:prstGeom prst="line">
                  <a:avLst/>
                </a:prstGeom>
                <a:ln>
                  <a:prstDash val="lg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7" name="Straight Connector 46"/>
                <p:cNvCxnSpPr>
                  <a:stCxn id="43" idx="0"/>
                  <a:endCxn id="68" idx="2"/>
                </p:cNvCxnSpPr>
                <p:nvPr/>
              </p:nvCxnSpPr>
              <p:spPr>
                <a:xfrm flipV="1">
                  <a:off x="3709584" y="4425649"/>
                  <a:ext cx="422457" cy="643262"/>
                </a:xfrm>
                <a:prstGeom prst="line">
                  <a:avLst/>
                </a:prstGeom>
                <a:ln>
                  <a:prstDash val="lgDash"/>
                </a:ln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Rectangle 36"/>
                  <p:cNvSpPr/>
                  <p:nvPr/>
                </p:nvSpPr>
                <p:spPr>
                  <a:xfrm>
                    <a:off x="1896512" y="1424522"/>
                    <a:ext cx="5527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7" name="Rectangle 3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6512" y="1424522"/>
                    <a:ext cx="552779" cy="369332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Rectangle 37"/>
                  <p:cNvSpPr/>
                  <p:nvPr/>
                </p:nvSpPr>
                <p:spPr>
                  <a:xfrm>
                    <a:off x="1949522" y="3515514"/>
                    <a:ext cx="5527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8" name="Rectangle 3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49522" y="3515514"/>
                    <a:ext cx="552779" cy="369332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Rectangle 38"/>
                  <p:cNvSpPr/>
                  <p:nvPr/>
                </p:nvSpPr>
                <p:spPr>
                  <a:xfrm>
                    <a:off x="4407617" y="1656270"/>
                    <a:ext cx="5527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9" name="Rectangle 3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07617" y="1656270"/>
                    <a:ext cx="552779" cy="369332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0" name="Rectangle 39"/>
                  <p:cNvSpPr/>
                  <p:nvPr/>
                </p:nvSpPr>
                <p:spPr>
                  <a:xfrm>
                    <a:off x="4494478" y="3638005"/>
                    <a:ext cx="5527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40" name="Rectangle 3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94478" y="3638005"/>
                    <a:ext cx="552779" cy="369332"/>
                  </a:xfrm>
                  <a:prstGeom prst="rect">
                    <a:avLst/>
                  </a:prstGeom>
                  <a:blipFill>
                    <a:blip r:embed="rId3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4" name="Straight Connector 23"/>
            <p:cNvCxnSpPr/>
            <p:nvPr/>
          </p:nvCxnSpPr>
          <p:spPr>
            <a:xfrm>
              <a:off x="5337182" y="2320452"/>
              <a:ext cx="7716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5485285" y="4404646"/>
              <a:ext cx="72485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5462410" y="2440500"/>
                  <a:ext cx="7553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410" y="2440500"/>
                  <a:ext cx="755335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5532387" y="3882622"/>
                  <a:ext cx="7553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99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2387" y="3882622"/>
                  <a:ext cx="755335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/>
                <p:cNvSpPr/>
                <p:nvPr/>
              </p:nvSpPr>
              <p:spPr>
                <a:xfrm>
                  <a:off x="924316" y="2437714"/>
                  <a:ext cx="5867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8" name="Rectangle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316" y="2437714"/>
                  <a:ext cx="586763" cy="369332"/>
                </a:xfrm>
                <a:prstGeom prst="rect">
                  <a:avLst/>
                </a:prstGeom>
                <a:blipFill>
                  <a:blip r:embed="rId3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081507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 animBg="1"/>
      <p:bldP spid="18" grpId="0"/>
      <p:bldP spid="19" grpId="0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6763873" y="1709127"/>
                <a:ext cx="4574907" cy="7956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𝐸𝑟𝑟𝑜𝑟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1)</m:t>
                          </m:r>
                        </m:e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</a:rPr>
                        <m:t>=0.274811083</m:t>
                      </m:r>
                    </m:oMath>
                  </m:oMathPara>
                </a14:m>
                <a:endParaRPr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3873" y="1709127"/>
                <a:ext cx="4574907" cy="79560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6723029" y="2508321"/>
                <a:ext cx="4615751" cy="79560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𝐸𝑟𝑟𝑜𝑟</m:t>
                          </m:r>
                        </m:e>
                        <m: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sSup>
                        <m:sSup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−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𝑜𝑢𝑡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IN" i="1">
                          <a:latin typeface="Cambria Math" panose="02040503050406030204" pitchFamily="18" charset="0"/>
                        </a:rPr>
                        <m:t>=0.023560026</m:t>
                      </m:r>
                    </m:oMath>
                  </m:oMathPara>
                </a14:m>
                <a:endParaRPr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3029" y="2508321"/>
                <a:ext cx="4615751" cy="79560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6640022" y="1630372"/>
            <a:ext cx="5022589" cy="1594091"/>
          </a:xfrm>
          <a:prstGeom prst="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Google Shape;83;p6"/>
          <p:cNvSpPr txBox="1"/>
          <p:nvPr/>
        </p:nvSpPr>
        <p:spPr>
          <a:xfrm>
            <a:off x="269289" y="381000"/>
            <a:ext cx="10559132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Forward Pass Error (Cost Function)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6763873" y="4181872"/>
                <a:ext cx="5073440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𝑜𝑡𝑎𝑙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𝐸𝑟𝑟𝑜𝑟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𝐸𝑟𝑟𝑜𝑟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𝐸𝑟𝑟𝑜𝑟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=0.298371109</m:t>
                      </m:r>
                    </m:oMath>
                  </m:oMathPara>
                </a14:m>
                <a:endParaRPr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63873" y="4181872"/>
                <a:ext cx="5073440" cy="553998"/>
              </a:xfrm>
              <a:prstGeom prst="rect">
                <a:avLst/>
              </a:prstGeom>
              <a:blipFill>
                <a:blip r:embed="rId5"/>
                <a:stretch>
                  <a:fillRect l="-240" t="-15385" r="-22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Group 14"/>
          <p:cNvGrpSpPr/>
          <p:nvPr/>
        </p:nvGrpSpPr>
        <p:grpSpPr>
          <a:xfrm>
            <a:off x="31217" y="1424522"/>
            <a:ext cx="6256505" cy="4015495"/>
            <a:chOff x="31217" y="1424522"/>
            <a:chExt cx="6256505" cy="4015495"/>
          </a:xfrm>
        </p:grpSpPr>
        <p:grpSp>
          <p:nvGrpSpPr>
            <p:cNvPr id="16" name="Group 15"/>
            <p:cNvGrpSpPr/>
            <p:nvPr/>
          </p:nvGrpSpPr>
          <p:grpSpPr>
            <a:xfrm>
              <a:off x="31217" y="1424522"/>
              <a:ext cx="5601385" cy="4015495"/>
              <a:chOff x="31217" y="1424522"/>
              <a:chExt cx="5601385" cy="4015495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Rectangle 26"/>
                  <p:cNvSpPr/>
                  <p:nvPr/>
                </p:nvSpPr>
                <p:spPr>
                  <a:xfrm>
                    <a:off x="954506" y="1892806"/>
                    <a:ext cx="5867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27" name="Rectangle 2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4506" y="1892806"/>
                    <a:ext cx="586763" cy="369332"/>
                  </a:xfrm>
                  <a:prstGeom prst="rect">
                    <a:avLst/>
                  </a:prstGeom>
                  <a:blipFill>
                    <a:blip r:embed="rId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Rectangle 27"/>
                  <p:cNvSpPr/>
                  <p:nvPr/>
                </p:nvSpPr>
                <p:spPr>
                  <a:xfrm>
                    <a:off x="3497263" y="1938791"/>
                    <a:ext cx="5867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28" name="Rectangle 2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97263" y="1938791"/>
                    <a:ext cx="586763" cy="369332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Rectangle 28"/>
                  <p:cNvSpPr/>
                  <p:nvPr/>
                </p:nvSpPr>
                <p:spPr>
                  <a:xfrm>
                    <a:off x="816393" y="3720194"/>
                    <a:ext cx="5867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29" name="Rectangle 2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16393" y="3720194"/>
                    <a:ext cx="586763" cy="369332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0" name="Rectangle 29"/>
                  <p:cNvSpPr/>
                  <p:nvPr/>
                </p:nvSpPr>
                <p:spPr>
                  <a:xfrm>
                    <a:off x="624902" y="4404646"/>
                    <a:ext cx="5867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0" name="Rectangle 2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24902" y="4404646"/>
                    <a:ext cx="586763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Rectangle 30"/>
                  <p:cNvSpPr/>
                  <p:nvPr/>
                </p:nvSpPr>
                <p:spPr>
                  <a:xfrm>
                    <a:off x="3376692" y="2411555"/>
                    <a:ext cx="5867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1" name="Rectangle 3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376692" y="2411555"/>
                    <a:ext cx="586763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2" name="Rectangle 31"/>
                  <p:cNvSpPr/>
                  <p:nvPr/>
                </p:nvSpPr>
                <p:spPr>
                  <a:xfrm>
                    <a:off x="3296792" y="3754899"/>
                    <a:ext cx="5867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2" name="Rectangle 3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96792" y="3754899"/>
                    <a:ext cx="586763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Rectangle 32"/>
                  <p:cNvSpPr/>
                  <p:nvPr/>
                </p:nvSpPr>
                <p:spPr>
                  <a:xfrm>
                    <a:off x="3104363" y="4339919"/>
                    <a:ext cx="586763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3" name="Rectangle 3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04363" y="4339919"/>
                    <a:ext cx="586763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4" name="Group 33"/>
              <p:cNvGrpSpPr/>
              <p:nvPr/>
            </p:nvGrpSpPr>
            <p:grpSpPr>
              <a:xfrm>
                <a:off x="31217" y="1911188"/>
                <a:ext cx="5601385" cy="3528829"/>
                <a:chOff x="31217" y="1911188"/>
                <a:chExt cx="5601385" cy="3528829"/>
              </a:xfrm>
            </p:grpSpPr>
            <p:grpSp>
              <p:nvGrpSpPr>
                <p:cNvPr id="39" name="Group 38"/>
                <p:cNvGrpSpPr/>
                <p:nvPr/>
              </p:nvGrpSpPr>
              <p:grpSpPr>
                <a:xfrm>
                  <a:off x="31217" y="1911188"/>
                  <a:ext cx="5601385" cy="2941228"/>
                  <a:chOff x="31217" y="1911188"/>
                  <a:chExt cx="5601385" cy="3528830"/>
                </a:xfrm>
              </p:grpSpPr>
              <p:cxnSp>
                <p:nvCxnSpPr>
                  <p:cNvPr id="46" name="Straight Connector 45"/>
                  <p:cNvCxnSpPr>
                    <a:stCxn id="77" idx="0"/>
                    <a:endCxn id="77" idx="4"/>
                  </p:cNvCxnSpPr>
                  <p:nvPr/>
                </p:nvCxnSpPr>
                <p:spPr>
                  <a:xfrm>
                    <a:off x="2128745" y="1911188"/>
                    <a:ext cx="0" cy="1100235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7" name="Straight Connector 46"/>
                  <p:cNvCxnSpPr>
                    <a:stCxn id="74" idx="4"/>
                    <a:endCxn id="74" idx="0"/>
                  </p:cNvCxnSpPr>
                  <p:nvPr/>
                </p:nvCxnSpPr>
                <p:spPr>
                  <a:xfrm flipV="1">
                    <a:off x="2203660" y="4376358"/>
                    <a:ext cx="0" cy="1063660"/>
                  </a:xfrm>
                  <a:prstGeom prst="line">
                    <a:avLst/>
                  </a:prstGeom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48" name="Group 47"/>
                  <p:cNvGrpSpPr/>
                  <p:nvPr/>
                </p:nvGrpSpPr>
                <p:grpSpPr>
                  <a:xfrm>
                    <a:off x="1452181" y="1911188"/>
                    <a:ext cx="1403151" cy="1100235"/>
                    <a:chOff x="1452181" y="1911188"/>
                    <a:chExt cx="1403151" cy="1100235"/>
                  </a:xfrm>
                </p:grpSpPr>
                <p:sp>
                  <p:nvSpPr>
                    <p:cNvPr id="77" name="Oval 76"/>
                    <p:cNvSpPr/>
                    <p:nvPr/>
                  </p:nvSpPr>
                  <p:spPr>
                    <a:xfrm>
                      <a:off x="1551186" y="1911188"/>
                      <a:ext cx="1155118" cy="1100235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78" name="TextBox 77"/>
                        <p:cNvSpPr txBox="1"/>
                        <p:nvPr/>
                      </p:nvSpPr>
                      <p:spPr>
                        <a:xfrm>
                          <a:off x="1452181" y="2217550"/>
                          <a:ext cx="748154" cy="369332"/>
                        </a:xfrm>
                        <a:prstGeom prst="rect">
                          <a:avLst/>
                        </a:prstGeom>
                        <a:noFill/>
                      </p:spPr>
                      <p:txBody>
                        <a:bodyPr wrap="none" rtlCol="0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78" name="TextBox 77"/>
                        <p:cNvSpPr txBox="1"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452181" y="2217550"/>
                          <a:ext cx="748154" cy="369332"/>
                        </a:xfrm>
                        <a:prstGeom prst="rect">
                          <a:avLst/>
                        </a:prstGeom>
                        <a:blipFill>
                          <a:blip r:embed="rId13"/>
                          <a:stretch>
                            <a:fillRect b="-17647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79" name="Rectangle 78"/>
                        <p:cNvSpPr/>
                        <p:nvPr/>
                      </p:nvSpPr>
                      <p:spPr>
                        <a:xfrm>
                          <a:off x="1976822" y="2220757"/>
                          <a:ext cx="878510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79" name="Rectangle 78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976822" y="2220757"/>
                          <a:ext cx="878510" cy="369332"/>
                        </a:xfrm>
                        <a:prstGeom prst="rect">
                          <a:avLst/>
                        </a:prstGeom>
                        <a:blipFill>
                          <a:blip r:embed="rId14"/>
                          <a:stretch>
                            <a:fillRect b="-18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49" name="Group 48"/>
                  <p:cNvGrpSpPr/>
                  <p:nvPr/>
                </p:nvGrpSpPr>
                <p:grpSpPr>
                  <a:xfrm>
                    <a:off x="1522435" y="4376358"/>
                    <a:ext cx="1272739" cy="1063660"/>
                    <a:chOff x="1522435" y="4376358"/>
                    <a:chExt cx="1272739" cy="1063660"/>
                  </a:xfrm>
                </p:grpSpPr>
                <p:sp>
                  <p:nvSpPr>
                    <p:cNvPr id="74" name="Oval 73"/>
                    <p:cNvSpPr/>
                    <p:nvPr/>
                  </p:nvSpPr>
                  <p:spPr>
                    <a:xfrm>
                      <a:off x="1612146" y="4376358"/>
                      <a:ext cx="1183028" cy="1063660"/>
                    </a:xfrm>
                    <a:prstGeom prst="ellipse">
                      <a:avLst/>
                    </a:prstGeom>
                    <a:noFill/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75" name="Rectangle 74"/>
                        <p:cNvSpPr/>
                        <p:nvPr/>
                      </p:nvSpPr>
                      <p:spPr>
                        <a:xfrm>
                          <a:off x="1522435" y="4678579"/>
                          <a:ext cx="748154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75" name="Rectangle 74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1522435" y="4678579"/>
                          <a:ext cx="748154" cy="369332"/>
                        </a:xfrm>
                        <a:prstGeom prst="rect">
                          <a:avLst/>
                        </a:prstGeom>
                        <a:blipFill>
                          <a:blip r:embed="rId15"/>
                          <a:stretch>
                            <a:fillRect b="-18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76" name="Rectangle 75"/>
                        <p:cNvSpPr/>
                        <p:nvPr/>
                      </p:nvSpPr>
                      <p:spPr>
                        <a:xfrm>
                          <a:off x="2153196" y="4697757"/>
                          <a:ext cx="580208" cy="369332"/>
                        </a:xfrm>
                        <a:prstGeom prst="rect">
                          <a:avLst/>
                        </a:prstGeom>
                      </p:spPr>
                      <p:txBody>
                        <a:bodyPr wrap="squar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76" name="Rectangle 75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153196" y="4697757"/>
                          <a:ext cx="580208" cy="369332"/>
                        </a:xfrm>
                        <a:prstGeom prst="rect">
                          <a:avLst/>
                        </a:prstGeom>
                        <a:blipFill>
                          <a:blip r:embed="rId16"/>
                          <a:stretch>
                            <a:fillRect r="-20000" b="-18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50" name="Group 49"/>
                  <p:cNvGrpSpPr/>
                  <p:nvPr/>
                </p:nvGrpSpPr>
                <p:grpSpPr>
                  <a:xfrm>
                    <a:off x="4103278" y="2090732"/>
                    <a:ext cx="1359132" cy="775343"/>
                    <a:chOff x="4106586" y="1898996"/>
                    <a:chExt cx="1359132" cy="775343"/>
                  </a:xfrm>
                </p:grpSpPr>
                <p:sp>
                  <p:nvSpPr>
                    <p:cNvPr id="70" name="Oval 69"/>
                    <p:cNvSpPr/>
                    <p:nvPr/>
                  </p:nvSpPr>
                  <p:spPr>
                    <a:xfrm>
                      <a:off x="4106586" y="1898996"/>
                      <a:ext cx="1233904" cy="775343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accent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cxnSp>
                  <p:nvCxnSpPr>
                    <p:cNvPr id="71" name="Straight Connector 70"/>
                    <p:cNvCxnSpPr>
                      <a:stCxn id="70" idx="0"/>
                      <a:endCxn id="70" idx="4"/>
                    </p:cNvCxnSpPr>
                    <p:nvPr/>
                  </p:nvCxnSpPr>
                  <p:spPr>
                    <a:xfrm>
                      <a:off x="4723538" y="1898996"/>
                      <a:ext cx="0" cy="775343"/>
                    </a:xfrm>
                    <a:prstGeom prst="line">
                      <a:avLst/>
                    </a:prstGeom>
                    <a:ln>
                      <a:solidFill>
                        <a:schemeClr val="accent5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72" name="Rectangle 71"/>
                        <p:cNvSpPr/>
                        <p:nvPr/>
                      </p:nvSpPr>
                      <p:spPr>
                        <a:xfrm>
                          <a:off x="4106790" y="2062223"/>
                          <a:ext cx="743345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72" name="Rectangle 71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106790" y="2062223"/>
                          <a:ext cx="743345" cy="369332"/>
                        </a:xfrm>
                        <a:prstGeom prst="rect">
                          <a:avLst/>
                        </a:prstGeom>
                        <a:blipFill>
                          <a:blip r:embed="rId17"/>
                          <a:stretch>
                            <a:fillRect b="-1568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73" name="Rectangle 72"/>
                        <p:cNvSpPr/>
                        <p:nvPr/>
                      </p:nvSpPr>
                      <p:spPr>
                        <a:xfrm>
                          <a:off x="4592017" y="2066449"/>
                          <a:ext cx="873701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73" name="Rectangle 72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592017" y="2066449"/>
                          <a:ext cx="873701" cy="369332"/>
                        </a:xfrm>
                        <a:prstGeom prst="rect">
                          <a:avLst/>
                        </a:prstGeom>
                        <a:blipFill>
                          <a:blip r:embed="rId18"/>
                          <a:stretch>
                            <a:fillRect b="-18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51" name="Group 50"/>
                  <p:cNvGrpSpPr/>
                  <p:nvPr/>
                </p:nvGrpSpPr>
                <p:grpSpPr>
                  <a:xfrm>
                    <a:off x="4132041" y="4510652"/>
                    <a:ext cx="1500561" cy="834677"/>
                    <a:chOff x="4130470" y="4654327"/>
                    <a:chExt cx="1500561" cy="834677"/>
                  </a:xfrm>
                </p:grpSpPr>
                <p:sp>
                  <p:nvSpPr>
                    <p:cNvPr id="66" name="Oval 65"/>
                    <p:cNvSpPr/>
                    <p:nvPr/>
                  </p:nvSpPr>
                  <p:spPr>
                    <a:xfrm>
                      <a:off x="4130470" y="4654327"/>
                      <a:ext cx="1353244" cy="834677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accent5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p:cxnSp>
                  <p:nvCxnSpPr>
                    <p:cNvPr id="67" name="Straight Connector 66"/>
                    <p:cNvCxnSpPr>
                      <a:stCxn id="66" idx="0"/>
                      <a:endCxn id="66" idx="4"/>
                    </p:cNvCxnSpPr>
                    <p:nvPr/>
                  </p:nvCxnSpPr>
                  <p:spPr>
                    <a:xfrm>
                      <a:off x="4807092" y="4654327"/>
                      <a:ext cx="0" cy="834677"/>
                    </a:xfrm>
                    <a:prstGeom prst="line">
                      <a:avLst/>
                    </a:prstGeom>
                    <a:ln>
                      <a:solidFill>
                        <a:schemeClr val="accent5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8" name="Rectangle 67"/>
                        <p:cNvSpPr/>
                        <p:nvPr/>
                      </p:nvSpPr>
                      <p:spPr>
                        <a:xfrm>
                          <a:off x="4179793" y="4784143"/>
                          <a:ext cx="743345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68" name="Rectangle 67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179793" y="4784143"/>
                          <a:ext cx="743345" cy="369332"/>
                        </a:xfrm>
                        <a:prstGeom prst="rect">
                          <a:avLst/>
                        </a:prstGeom>
                        <a:blipFill>
                          <a:blip r:embed="rId19"/>
                          <a:stretch>
                            <a:fillRect b="-18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9" name="Rectangle 68"/>
                        <p:cNvSpPr/>
                        <p:nvPr/>
                      </p:nvSpPr>
                      <p:spPr>
                        <a:xfrm>
                          <a:off x="4757330" y="4785934"/>
                          <a:ext cx="873701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𝑜𝑢𝑡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𝑜</m:t>
                                    </m:r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69" name="Rectangle 68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757330" y="4785934"/>
                          <a:ext cx="873701" cy="369332"/>
                        </a:xfrm>
                        <a:prstGeom prst="rect">
                          <a:avLst/>
                        </a:prstGeom>
                        <a:blipFill>
                          <a:blip r:embed="rId20"/>
                          <a:stretch>
                            <a:fillRect b="-18000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cxnSp>
                <p:nvCxnSpPr>
                  <p:cNvPr id="52" name="Straight Connector 51"/>
                  <p:cNvCxnSpPr>
                    <a:stCxn id="77" idx="6"/>
                    <a:endCxn id="66" idx="2"/>
                  </p:cNvCxnSpPr>
                  <p:nvPr/>
                </p:nvCxnSpPr>
                <p:spPr>
                  <a:xfrm>
                    <a:off x="2706304" y="2461306"/>
                    <a:ext cx="1425737" cy="2466685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3" name="Straight Connector 52"/>
                  <p:cNvCxnSpPr>
                    <a:stCxn id="70" idx="2"/>
                    <a:endCxn id="74" idx="6"/>
                  </p:cNvCxnSpPr>
                  <p:nvPr/>
                </p:nvCxnSpPr>
                <p:spPr>
                  <a:xfrm flipH="1">
                    <a:off x="2795174" y="2478404"/>
                    <a:ext cx="1308104" cy="2429784"/>
                  </a:xfrm>
                  <a:prstGeom prst="line">
                    <a:avLst/>
                  </a:prstGeom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" name="Straight Connector 53"/>
                  <p:cNvCxnSpPr>
                    <a:stCxn id="77" idx="6"/>
                    <a:endCxn id="70" idx="2"/>
                  </p:cNvCxnSpPr>
                  <p:nvPr/>
                </p:nvCxnSpPr>
                <p:spPr>
                  <a:xfrm>
                    <a:off x="2706304" y="2461306"/>
                    <a:ext cx="1396974" cy="17098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" name="Straight Connector 54"/>
                  <p:cNvCxnSpPr>
                    <a:stCxn id="74" idx="6"/>
                    <a:endCxn id="66" idx="2"/>
                  </p:cNvCxnSpPr>
                  <p:nvPr/>
                </p:nvCxnSpPr>
                <p:spPr>
                  <a:xfrm>
                    <a:off x="2795174" y="4908188"/>
                    <a:ext cx="1336867" cy="19803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grpSp>
                <p:nvGrpSpPr>
                  <p:cNvPr id="56" name="Group 55"/>
                  <p:cNvGrpSpPr/>
                  <p:nvPr/>
                </p:nvGrpSpPr>
                <p:grpSpPr>
                  <a:xfrm>
                    <a:off x="31217" y="4649017"/>
                    <a:ext cx="528428" cy="525135"/>
                    <a:chOff x="392047" y="4745587"/>
                    <a:chExt cx="528428" cy="525135"/>
                  </a:xfrm>
                </p:grpSpPr>
                <p:sp>
                  <p:nvSpPr>
                    <p:cNvPr id="64" name="Oval 63"/>
                    <p:cNvSpPr/>
                    <p:nvPr/>
                  </p:nvSpPr>
                  <p:spPr>
                    <a:xfrm>
                      <a:off x="392047" y="4745587"/>
                      <a:ext cx="519059" cy="525135"/>
                    </a:xfrm>
                    <a:prstGeom prst="ellipse">
                      <a:avLst/>
                    </a:prstGeom>
                    <a:noFill/>
                    <a:ln>
                      <a:solidFill>
                        <a:schemeClr val="accent6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IN"/>
                    </a:p>
                  </p:txBody>
                </p:sp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5" name="Rectangle 64"/>
                        <p:cNvSpPr/>
                        <p:nvPr/>
                      </p:nvSpPr>
                      <p:spPr>
                        <a:xfrm>
                          <a:off x="416876" y="4830761"/>
                          <a:ext cx="503599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IN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65" name="Rectangle 64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416876" y="4830761"/>
                          <a:ext cx="503599" cy="369332"/>
                        </a:xfrm>
                        <a:prstGeom prst="rect">
                          <a:avLst/>
                        </a:prstGeom>
                        <a:blipFill>
                          <a:blip r:embed="rId21"/>
                          <a:stretch>
                            <a:fillRect b="-1568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grpSp>
                <p:nvGrpSpPr>
                  <p:cNvPr id="57" name="Group 56"/>
                  <p:cNvGrpSpPr/>
                  <p:nvPr/>
                </p:nvGrpSpPr>
                <p:grpSpPr>
                  <a:xfrm>
                    <a:off x="42436" y="2220757"/>
                    <a:ext cx="517703" cy="539679"/>
                    <a:chOff x="269289" y="2220757"/>
                    <a:chExt cx="517703" cy="539679"/>
                  </a:xfrm>
                </p:grpSpPr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2" name="Oval 61"/>
                        <p:cNvSpPr/>
                        <p:nvPr/>
                      </p:nvSpPr>
                      <p:spPr>
                        <a:xfrm>
                          <a:off x="269289" y="2220757"/>
                          <a:ext cx="496551" cy="539679"/>
                        </a:xfrm>
                        <a:prstGeom prst="ellipse">
                          <a:avLst/>
                        </a:prstGeom>
                        <a:noFill/>
                        <a:ln>
                          <a:solidFill>
                            <a:schemeClr val="accent6"/>
                          </a:solidFill>
                        </a:ln>
                      </p:spPr>
                      <p:style>
                        <a:lnRef idx="2">
                          <a:schemeClr val="accent1">
                            <a:shade val="50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/>
                        </a:p>
                      </p:txBody>
                    </p:sp>
                  </mc:Choice>
                  <mc:Fallback xmlns="">
                    <p:sp>
                      <p:nvSpPr>
                        <p:cNvPr id="62" name="Oval 61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69289" y="2220757"/>
                          <a:ext cx="496551" cy="539679"/>
                        </a:xfrm>
                        <a:prstGeom prst="ellipse">
                          <a:avLst/>
                        </a:prstGeom>
                        <a:blipFill>
                          <a:blip r:embed="rId22"/>
                          <a:stretch>
                            <a:fillRect/>
                          </a:stretch>
                        </a:blipFill>
                        <a:ln>
                          <a:solidFill>
                            <a:schemeClr val="accent6"/>
                          </a:solidFill>
                        </a:ln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  <mc:AlternateContent xmlns:mc="http://schemas.openxmlformats.org/markup-compatibility/2006" xmlns:a14="http://schemas.microsoft.com/office/drawing/2010/main">
                  <mc:Choice Requires="a14">
                    <p:sp>
                      <p:nvSpPr>
                        <p:cNvPr id="63" name="Rectangle 62"/>
                        <p:cNvSpPr/>
                        <p:nvPr/>
                      </p:nvSpPr>
                      <p:spPr>
                        <a:xfrm>
                          <a:off x="288714" y="2305930"/>
                          <a:ext cx="498278" cy="369332"/>
                        </a:xfrm>
                        <a:prstGeom prst="rect">
                          <a:avLst/>
                        </a:prstGeom>
                      </p:spPr>
                      <p:txBody>
                        <a:bodyPr wrap="none">
                          <a:spAutoFit/>
                        </a:bodyPr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  <m:sub>
                                    <m:r>
                                      <a:rPr lang="en-IN" i="1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IN" dirty="0"/>
                        </a:p>
                      </p:txBody>
                    </p:sp>
                  </mc:Choice>
                  <mc:Fallback xmlns="">
                    <p:sp>
                      <p:nvSpPr>
                        <p:cNvPr id="63" name="Rectangle 62"/>
                        <p:cNvSpPr>
                          <a:spLocks noRot="1" noChangeAspect="1" noMove="1" noResize="1" noEditPoints="1" noAdjustHandles="1" noChangeArrowheads="1" noChangeShapeType="1" noTextEdit="1"/>
                        </p:cNvSpPr>
                        <p:nvPr/>
                      </p:nvSpPr>
                      <p:spPr>
                        <a:xfrm>
                          <a:off x="288714" y="2305930"/>
                          <a:ext cx="498278" cy="369332"/>
                        </a:xfrm>
                        <a:prstGeom prst="rect">
                          <a:avLst/>
                        </a:prstGeom>
                        <a:blipFill>
                          <a:blip r:embed="rId23"/>
                          <a:stretch>
                            <a:fillRect b="-15686"/>
                          </a:stretch>
                        </a:blipFill>
                      </p:spPr>
                      <p:txBody>
                        <a:bodyPr/>
                        <a:lstStyle/>
                        <a:p>
                          <a:r>
                            <a:rPr lang="en-IN">
                              <a:noFill/>
                            </a:rPr>
                            <a:t> </a:t>
                          </a:r>
                        </a:p>
                      </p:txBody>
                    </p:sp>
                  </mc:Fallback>
                </mc:AlternateContent>
              </p:grpSp>
              <p:cxnSp>
                <p:nvCxnSpPr>
                  <p:cNvPr id="58" name="Straight Connector 57"/>
                  <p:cNvCxnSpPr>
                    <a:stCxn id="63" idx="3"/>
                    <a:endCxn id="74" idx="2"/>
                  </p:cNvCxnSpPr>
                  <p:nvPr/>
                </p:nvCxnSpPr>
                <p:spPr>
                  <a:xfrm>
                    <a:off x="560139" y="2490596"/>
                    <a:ext cx="1052007" cy="2417592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9" name="Straight Connector 58"/>
                  <p:cNvCxnSpPr>
                    <a:stCxn id="65" idx="3"/>
                    <a:endCxn id="74" idx="2"/>
                  </p:cNvCxnSpPr>
                  <p:nvPr/>
                </p:nvCxnSpPr>
                <p:spPr>
                  <a:xfrm flipV="1">
                    <a:off x="559645" y="4908188"/>
                    <a:ext cx="1052501" cy="10669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0" name="Straight Connector 59"/>
                  <p:cNvCxnSpPr>
                    <a:stCxn id="63" idx="3"/>
                    <a:endCxn id="77" idx="2"/>
                  </p:cNvCxnSpPr>
                  <p:nvPr/>
                </p:nvCxnSpPr>
                <p:spPr>
                  <a:xfrm flipV="1">
                    <a:off x="560139" y="2461306"/>
                    <a:ext cx="991047" cy="29290"/>
                  </a:xfrm>
                  <a:prstGeom prst="line">
                    <a:avLst/>
                  </a:prstGeom>
                </p:spPr>
                <p:style>
                  <a:lnRef idx="1">
                    <a:schemeClr val="dk1"/>
                  </a:lnRef>
                  <a:fillRef idx="0">
                    <a:schemeClr val="dk1"/>
                  </a:fillRef>
                  <a:effectRef idx="0">
                    <a:schemeClr val="dk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61" name="Straight Connector 60"/>
                  <p:cNvCxnSpPr>
                    <a:stCxn id="77" idx="2"/>
                    <a:endCxn id="64" idx="6"/>
                  </p:cNvCxnSpPr>
                  <p:nvPr/>
                </p:nvCxnSpPr>
                <p:spPr>
                  <a:xfrm flipH="1">
                    <a:off x="550276" y="2461306"/>
                    <a:ext cx="1000910" cy="2450279"/>
                  </a:xfrm>
                  <a:prstGeom prst="line">
                    <a:avLst/>
                  </a:prstGeom>
                </p:spPr>
                <p:style>
                  <a:lnRef idx="2">
                    <a:schemeClr val="dk1"/>
                  </a:lnRef>
                  <a:fillRef idx="0">
                    <a:schemeClr val="dk1"/>
                  </a:fillRef>
                  <a:effectRef idx="1">
                    <a:schemeClr val="dk1"/>
                  </a:effectRef>
                  <a:fontRef idx="minor">
                    <a:schemeClr val="tx1"/>
                  </a:fontRef>
                </p:style>
              </p:cxnSp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Rectangle 39"/>
                    <p:cNvSpPr/>
                    <p:nvPr/>
                  </p:nvSpPr>
                  <p:spPr>
                    <a:xfrm>
                      <a:off x="912072" y="5070685"/>
                      <a:ext cx="586763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I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40" name="Rectangle 3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12072" y="5070685"/>
                      <a:ext cx="586763" cy="369332"/>
                    </a:xfrm>
                    <a:prstGeom prst="rect">
                      <a:avLst/>
                    </a:prstGeom>
                    <a:blipFill>
                      <a:blip r:embed="rId24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1" name="Rectangle 40"/>
                    <p:cNvSpPr/>
                    <p:nvPr/>
                  </p:nvSpPr>
                  <p:spPr>
                    <a:xfrm>
                      <a:off x="3416202" y="5068911"/>
                      <a:ext cx="586763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I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𝐵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41" name="Rectangle 40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416202" y="5068911"/>
                      <a:ext cx="586763" cy="369332"/>
                    </a:xfrm>
                    <a:prstGeom prst="rect">
                      <a:avLst/>
                    </a:prstGeom>
                    <a:blipFill>
                      <a:blip r:embed="rId25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42" name="Straight Connector 41"/>
                <p:cNvCxnSpPr>
                  <a:stCxn id="40" idx="0"/>
                  <a:endCxn id="77" idx="2"/>
                </p:cNvCxnSpPr>
                <p:nvPr/>
              </p:nvCxnSpPr>
              <p:spPr>
                <a:xfrm flipV="1">
                  <a:off x="1205454" y="2369704"/>
                  <a:ext cx="345732" cy="2700981"/>
                </a:xfrm>
                <a:prstGeom prst="line">
                  <a:avLst/>
                </a:prstGeom>
                <a:ln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3" name="Straight Connector 42"/>
                <p:cNvCxnSpPr>
                  <a:stCxn id="40" idx="0"/>
                  <a:endCxn id="74" idx="2"/>
                </p:cNvCxnSpPr>
                <p:nvPr/>
              </p:nvCxnSpPr>
              <p:spPr>
                <a:xfrm flipV="1">
                  <a:off x="1205454" y="4409144"/>
                  <a:ext cx="406692" cy="661541"/>
                </a:xfrm>
                <a:prstGeom prst="line">
                  <a:avLst/>
                </a:prstGeom>
                <a:ln/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Straight Connector 43"/>
                <p:cNvCxnSpPr>
                  <a:stCxn id="41" idx="0"/>
                  <a:endCxn id="70" idx="2"/>
                </p:cNvCxnSpPr>
                <p:nvPr/>
              </p:nvCxnSpPr>
              <p:spPr>
                <a:xfrm flipV="1">
                  <a:off x="3709584" y="2383954"/>
                  <a:ext cx="393694" cy="2684957"/>
                </a:xfrm>
                <a:prstGeom prst="line">
                  <a:avLst/>
                </a:prstGeom>
                <a:ln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Straight Connector 44"/>
                <p:cNvCxnSpPr>
                  <a:stCxn id="41" idx="0"/>
                  <a:endCxn id="66" idx="2"/>
                </p:cNvCxnSpPr>
                <p:nvPr/>
              </p:nvCxnSpPr>
              <p:spPr>
                <a:xfrm flipV="1">
                  <a:off x="3709584" y="4425649"/>
                  <a:ext cx="422457" cy="643262"/>
                </a:xfrm>
                <a:prstGeom prst="line">
                  <a:avLst/>
                </a:prstGeom>
                <a:ln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Rectangle 34"/>
                  <p:cNvSpPr/>
                  <p:nvPr/>
                </p:nvSpPr>
                <p:spPr>
                  <a:xfrm>
                    <a:off x="1896512" y="1424522"/>
                    <a:ext cx="5527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5" name="Rectangle 3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96512" y="1424522"/>
                    <a:ext cx="552779" cy="369332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6" name="Rectangle 35"/>
                  <p:cNvSpPr/>
                  <p:nvPr/>
                </p:nvSpPr>
                <p:spPr>
                  <a:xfrm>
                    <a:off x="1949522" y="3515514"/>
                    <a:ext cx="5527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6" name="Rectangle 3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49522" y="3515514"/>
                    <a:ext cx="552779" cy="369332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Rectangle 36"/>
                  <p:cNvSpPr/>
                  <p:nvPr/>
                </p:nvSpPr>
                <p:spPr>
                  <a:xfrm>
                    <a:off x="4407617" y="1656270"/>
                    <a:ext cx="5527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7" name="Rectangle 3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07617" y="1656270"/>
                    <a:ext cx="552779" cy="369332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Rectangle 37"/>
                  <p:cNvSpPr/>
                  <p:nvPr/>
                </p:nvSpPr>
                <p:spPr>
                  <a:xfrm>
                    <a:off x="4494478" y="3638005"/>
                    <a:ext cx="5527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8" name="Rectangle 3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494478" y="3638005"/>
                    <a:ext cx="552779" cy="369332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22" name="Straight Connector 21"/>
            <p:cNvCxnSpPr/>
            <p:nvPr/>
          </p:nvCxnSpPr>
          <p:spPr>
            <a:xfrm>
              <a:off x="5337182" y="2320452"/>
              <a:ext cx="7716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>
              <a:off x="5485285" y="4404646"/>
              <a:ext cx="72485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Rectangle 23"/>
                <p:cNvSpPr/>
                <p:nvPr/>
              </p:nvSpPr>
              <p:spPr>
                <a:xfrm>
                  <a:off x="5462410" y="2440500"/>
                  <a:ext cx="7553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4" name="Rectangle 2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62410" y="2440500"/>
                  <a:ext cx="755335" cy="369332"/>
                </a:xfrm>
                <a:prstGeom prst="rect">
                  <a:avLst/>
                </a:prstGeom>
                <a:blipFill>
                  <a:blip r:embed="rId3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/>
                <p:cNvSpPr/>
                <p:nvPr/>
              </p:nvSpPr>
              <p:spPr>
                <a:xfrm>
                  <a:off x="5532387" y="3882622"/>
                  <a:ext cx="7553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99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5" name="Rectangle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32387" y="3882622"/>
                  <a:ext cx="755335" cy="369332"/>
                </a:xfrm>
                <a:prstGeom prst="rect">
                  <a:avLst/>
                </a:prstGeom>
                <a:blipFill>
                  <a:blip r:embed="rId3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924316" y="2437714"/>
                  <a:ext cx="5867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24316" y="2437714"/>
                  <a:ext cx="586763" cy="369332"/>
                </a:xfrm>
                <a:prstGeom prst="rect">
                  <a:avLst/>
                </a:prstGeom>
                <a:blipFill>
                  <a:blip r:embed="rId3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9136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 animBg="1"/>
      <p:bldP spid="1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83;p6"/>
          <p:cNvSpPr txBox="1"/>
          <p:nvPr/>
        </p:nvSpPr>
        <p:spPr>
          <a:xfrm>
            <a:off x="329183" y="381000"/>
            <a:ext cx="10499237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Backpropagation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106376" y="83098"/>
                <a:ext cx="4397807" cy="642868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76" y="83098"/>
                <a:ext cx="4397807" cy="642868"/>
              </a:xfrm>
              <a:prstGeom prst="rect">
                <a:avLst/>
              </a:prstGeom>
              <a:blipFill>
                <a:blip r:embed="rId3"/>
                <a:stretch>
                  <a:fillRect l="-139" b="-8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106376" y="4768029"/>
                <a:ext cx="6802568" cy="735201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𝑟𝑟𝑜𝑟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0.74136507 x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0.186815602</m:t>
                    </m:r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 0.593269992</a:t>
                </a:r>
                <a:endParaRPr lang="en-IN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76" y="4768029"/>
                <a:ext cx="6802568" cy="735201"/>
              </a:xfrm>
              <a:prstGeom prst="rect">
                <a:avLst/>
              </a:prstGeom>
              <a:blipFill>
                <a:blip r:embed="rId7"/>
                <a:stretch>
                  <a:fillRect r="-448" b="-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29183" y="5865042"/>
                <a:ext cx="3186193" cy="7352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𝑟𝑟𝑜𝑟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400" dirty="0">
                    <a:latin typeface="Cambria Math" panose="02040503050406030204" pitchFamily="18" charset="0"/>
                  </a:rPr>
                  <a:t>0.082167041</a:t>
                </a:r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endParaRPr lang="en-IN" sz="2400" dirty="0"/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83" y="5865042"/>
                <a:ext cx="3186193" cy="735201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106376" y="1185177"/>
                <a:ext cx="5876352" cy="735009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1 − 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0.74136507</a:t>
                </a: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76" y="1185177"/>
                <a:ext cx="5876352" cy="735009"/>
              </a:xfrm>
              <a:prstGeom prst="rect">
                <a:avLst/>
              </a:prstGeom>
              <a:blipFill>
                <a:blip r:embed="rId9"/>
                <a:stretch>
                  <a:fillRect b="-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106376" y="2319509"/>
                <a:ext cx="6100516" cy="854786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en-IN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e>
                        <m:sub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𝑜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en-I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sz="2400" i="1">
                          <a:latin typeface="Cambria Math" panose="02040503050406030204" pitchFamily="18" charset="0"/>
                        </a:rPr>
                        <m:t>=0.186815602</m:t>
                      </m:r>
                    </m:oMath>
                  </m:oMathPara>
                </a14:m>
                <a:endParaRPr lang="en-IN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76" y="2319509"/>
                <a:ext cx="6100516" cy="854786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106376" y="3573617"/>
                <a:ext cx="3884333" cy="735201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𝑜𝑢𝑡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0.593269992 </a:t>
                </a: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76" y="3573617"/>
                <a:ext cx="3884333" cy="735201"/>
              </a:xfrm>
              <a:prstGeom prst="rect">
                <a:avLst/>
              </a:prstGeom>
              <a:blipFill>
                <a:blip r:embed="rId11"/>
                <a:stretch>
                  <a:fillRect r="-1413" b="-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5106376" y="1121217"/>
            <a:ext cx="6100516" cy="3301846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69289" y="4784859"/>
                <a:ext cx="3675493" cy="7352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𝑟𝑟𝑜𝑟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89" y="4784859"/>
                <a:ext cx="3675493" cy="73520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/>
          <p:cNvGrpSpPr/>
          <p:nvPr/>
        </p:nvGrpSpPr>
        <p:grpSpPr>
          <a:xfrm>
            <a:off x="446400" y="1141222"/>
            <a:ext cx="3581418" cy="3045818"/>
            <a:chOff x="446400" y="1141222"/>
            <a:chExt cx="3581418" cy="304581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1237359" y="1352337"/>
                  <a:ext cx="5867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37359" y="1352337"/>
                  <a:ext cx="586763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3" name="Group 52"/>
            <p:cNvGrpSpPr/>
            <p:nvPr/>
          </p:nvGrpSpPr>
          <p:grpSpPr>
            <a:xfrm>
              <a:off x="1843374" y="1474381"/>
              <a:ext cx="1359132" cy="646237"/>
              <a:chOff x="4106586" y="1898996"/>
              <a:chExt cx="1359132" cy="775343"/>
            </a:xfrm>
          </p:grpSpPr>
          <p:sp>
            <p:nvSpPr>
              <p:cNvPr id="73" name="Oval 72"/>
              <p:cNvSpPr/>
              <p:nvPr/>
            </p:nvSpPr>
            <p:spPr>
              <a:xfrm>
                <a:off x="4106586" y="1898996"/>
                <a:ext cx="1233904" cy="775343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74" name="Straight Connector 73"/>
              <p:cNvCxnSpPr>
                <a:stCxn id="73" idx="0"/>
                <a:endCxn id="73" idx="4"/>
              </p:cNvCxnSpPr>
              <p:nvPr/>
            </p:nvCxnSpPr>
            <p:spPr>
              <a:xfrm>
                <a:off x="4723538" y="1898996"/>
                <a:ext cx="0" cy="775343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Rectangle 74"/>
                  <p:cNvSpPr/>
                  <p:nvPr/>
                </p:nvSpPr>
                <p:spPr>
                  <a:xfrm>
                    <a:off x="4106790" y="2062223"/>
                    <a:ext cx="74334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75" name="Rectangle 7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06790" y="2062223"/>
                    <a:ext cx="743345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15686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Rectangle 75"/>
                  <p:cNvSpPr/>
                  <p:nvPr/>
                </p:nvSpPr>
                <p:spPr>
                  <a:xfrm>
                    <a:off x="4592017" y="2066449"/>
                    <a:ext cx="87370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76" name="Rectangle 7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017" y="2066449"/>
                    <a:ext cx="873701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4" name="Group 53"/>
            <p:cNvGrpSpPr/>
            <p:nvPr/>
          </p:nvGrpSpPr>
          <p:grpSpPr>
            <a:xfrm>
              <a:off x="1872137" y="3491349"/>
              <a:ext cx="1500561" cy="695691"/>
              <a:chOff x="4130470" y="4654327"/>
              <a:chExt cx="1500561" cy="834677"/>
            </a:xfrm>
          </p:grpSpPr>
          <p:sp>
            <p:nvSpPr>
              <p:cNvPr id="69" name="Oval 68"/>
              <p:cNvSpPr/>
              <p:nvPr/>
            </p:nvSpPr>
            <p:spPr>
              <a:xfrm>
                <a:off x="4130470" y="4654327"/>
                <a:ext cx="1353244" cy="834677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70" name="Straight Connector 69"/>
              <p:cNvCxnSpPr>
                <a:stCxn id="69" idx="0"/>
                <a:endCxn id="69" idx="4"/>
              </p:cNvCxnSpPr>
              <p:nvPr/>
            </p:nvCxnSpPr>
            <p:spPr>
              <a:xfrm>
                <a:off x="4807092" y="4654327"/>
                <a:ext cx="0" cy="834677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Rectangle 70"/>
                  <p:cNvSpPr/>
                  <p:nvPr/>
                </p:nvSpPr>
                <p:spPr>
                  <a:xfrm>
                    <a:off x="4179793" y="4784143"/>
                    <a:ext cx="74334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71" name="Rectangle 7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9793" y="4784143"/>
                    <a:ext cx="743345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15686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2" name="Rectangle 71"/>
                  <p:cNvSpPr/>
                  <p:nvPr/>
                </p:nvSpPr>
                <p:spPr>
                  <a:xfrm>
                    <a:off x="4757330" y="4785934"/>
                    <a:ext cx="87370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72" name="Rectangle 7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57330" y="4785934"/>
                    <a:ext cx="873701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7" name="Straight Connector 56"/>
            <p:cNvCxnSpPr>
              <a:endCxn id="73" idx="2"/>
            </p:cNvCxnSpPr>
            <p:nvPr/>
          </p:nvCxnSpPr>
          <p:spPr>
            <a:xfrm>
              <a:off x="446400" y="1783249"/>
              <a:ext cx="1396974" cy="1425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/>
                <p:cNvSpPr/>
                <p:nvPr/>
              </p:nvSpPr>
              <p:spPr>
                <a:xfrm>
                  <a:off x="2190286" y="1141222"/>
                  <a:ext cx="5527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0" name="Rectangle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0286" y="1141222"/>
                  <a:ext cx="552779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/>
                <p:cNvSpPr/>
                <p:nvPr/>
              </p:nvSpPr>
              <p:spPr>
                <a:xfrm>
                  <a:off x="2234574" y="3051551"/>
                  <a:ext cx="5527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1" name="Rectangle 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4574" y="3051551"/>
                  <a:ext cx="552779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5" name="Straight Connector 24"/>
            <p:cNvCxnSpPr/>
            <p:nvPr/>
          </p:nvCxnSpPr>
          <p:spPr>
            <a:xfrm>
              <a:off x="3077278" y="1733998"/>
              <a:ext cx="7716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/>
            <p:cNvCxnSpPr/>
            <p:nvPr/>
          </p:nvCxnSpPr>
          <p:spPr>
            <a:xfrm>
              <a:off x="3225381" y="3818192"/>
              <a:ext cx="72485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3202506" y="1854046"/>
                  <a:ext cx="7553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2506" y="1854046"/>
                  <a:ext cx="755335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Rectangle 27"/>
                <p:cNvSpPr/>
                <p:nvPr/>
              </p:nvSpPr>
              <p:spPr>
                <a:xfrm>
                  <a:off x="3272483" y="3296168"/>
                  <a:ext cx="7553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99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8" name="Rectangle 2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2483" y="3296168"/>
                  <a:ext cx="755335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" name="TextBox 3"/>
          <p:cNvSpPr txBox="1"/>
          <p:nvPr/>
        </p:nvSpPr>
        <p:spPr>
          <a:xfrm>
            <a:off x="4044805" y="2734814"/>
            <a:ext cx="72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Error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10" name="Curved Connector 9"/>
          <p:cNvCxnSpPr>
            <a:stCxn id="4" idx="0"/>
            <a:endCxn id="73" idx="7"/>
          </p:cNvCxnSpPr>
          <p:nvPr/>
        </p:nvCxnSpPr>
        <p:spPr>
          <a:xfrm rot="16200000" flipV="1">
            <a:off x="3068966" y="1396631"/>
            <a:ext cx="1165794" cy="1510571"/>
          </a:xfrm>
          <a:prstGeom prst="curvedConnector3">
            <a:avLst>
              <a:gd name="adj1" fmla="val 127727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stCxn id="4" idx="2"/>
            <a:endCxn id="69" idx="5"/>
          </p:cNvCxnSpPr>
          <p:nvPr/>
        </p:nvCxnSpPr>
        <p:spPr>
          <a:xfrm rot="5400000">
            <a:off x="3226670" y="2904680"/>
            <a:ext cx="981012" cy="1379945"/>
          </a:xfrm>
          <a:prstGeom prst="curvedConnector3">
            <a:avLst>
              <a:gd name="adj1" fmla="val 133688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stCxn id="73" idx="7"/>
            <a:endCxn id="73" idx="1"/>
          </p:cNvCxnSpPr>
          <p:nvPr/>
        </p:nvCxnSpPr>
        <p:spPr>
          <a:xfrm rot="16200000" flipV="1">
            <a:off x="2460326" y="1132769"/>
            <a:ext cx="12700" cy="872502"/>
          </a:xfrm>
          <a:prstGeom prst="curvedConnector3">
            <a:avLst>
              <a:gd name="adj1" fmla="val 2545189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/>
          <p:cNvCxnSpPr>
            <a:stCxn id="73" idx="1"/>
            <a:endCxn id="31" idx="0"/>
          </p:cNvCxnSpPr>
          <p:nvPr/>
        </p:nvCxnSpPr>
        <p:spPr>
          <a:xfrm rot="16200000" flipV="1">
            <a:off x="1669067" y="1214012"/>
            <a:ext cx="216683" cy="493334"/>
          </a:xfrm>
          <a:prstGeom prst="curvedConnector3">
            <a:avLst>
              <a:gd name="adj1" fmla="val 2055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/>
          <p:cNvCxnSpPr>
            <a:stCxn id="69" idx="5"/>
            <a:endCxn id="69" idx="3"/>
          </p:cNvCxnSpPr>
          <p:nvPr/>
        </p:nvCxnSpPr>
        <p:spPr>
          <a:xfrm rot="5400000">
            <a:off x="2548759" y="3606714"/>
            <a:ext cx="12700" cy="956888"/>
          </a:xfrm>
          <a:prstGeom prst="curvedConnector3">
            <a:avLst>
              <a:gd name="adj1" fmla="val 260222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86027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  <p:bldP spid="5" grpId="0"/>
      <p:bldP spid="15" grpId="0"/>
      <p:bldP spid="16" grpId="0"/>
      <p:bldP spid="22" grpId="0" animBg="1"/>
      <p:bldP spid="11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83;p6"/>
          <p:cNvSpPr txBox="1"/>
          <p:nvPr/>
        </p:nvSpPr>
        <p:spPr>
          <a:xfrm>
            <a:off x="269289" y="381000"/>
            <a:ext cx="10559132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BackPropagation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106376" y="83129"/>
                <a:ext cx="4397807" cy="64280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76" y="83129"/>
                <a:ext cx="4397807" cy="642805"/>
              </a:xfrm>
              <a:prstGeom prst="rect">
                <a:avLst/>
              </a:prstGeom>
              <a:blipFill>
                <a:blip r:embed="rId3"/>
                <a:stretch>
                  <a:fillRect l="-139" b="-8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106376" y="4768060"/>
                <a:ext cx="6959149" cy="735138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0.7413650 x 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0.186815602</m:t>
                    </m:r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 </a:t>
                </a:r>
                <a:r>
                  <a:rPr lang="en-IN" sz="2400" dirty="0">
                    <a:latin typeface="Cambria Math" panose="02040503050406030204" pitchFamily="18" charset="0"/>
                  </a:rPr>
                  <a:t>0.596884378</a:t>
                </a: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76" y="4768060"/>
                <a:ext cx="6959149" cy="735138"/>
              </a:xfrm>
              <a:prstGeom prst="rect">
                <a:avLst/>
              </a:prstGeom>
              <a:blipFill>
                <a:blip r:embed="rId7"/>
                <a:stretch>
                  <a:fillRect r="-701" b="-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163234" y="5955519"/>
                <a:ext cx="3109249" cy="69192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𝑟𝑟𝑜𝑟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400" dirty="0" smtClean="0">
                    <a:latin typeface="Cambria Math" panose="02040503050406030204" pitchFamily="18" charset="0"/>
                  </a:rPr>
                  <a:t>0.082667628</a:t>
                </a:r>
                <a:endParaRPr lang="en-IN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3234" y="5955519"/>
                <a:ext cx="3109249" cy="691921"/>
              </a:xfrm>
              <a:prstGeom prst="rect">
                <a:avLst/>
              </a:prstGeom>
              <a:blipFill>
                <a:blip r:embed="rId8"/>
                <a:stretch>
                  <a:fillRect r="-2549" b="-70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106376" y="1185177"/>
                <a:ext cx="5724067" cy="735009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1 − 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0.74136507</a:t>
                </a: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76" y="1185177"/>
                <a:ext cx="5724067" cy="735009"/>
              </a:xfrm>
              <a:prstGeom prst="rect">
                <a:avLst/>
              </a:prstGeom>
              <a:blipFill>
                <a:blip r:embed="rId9"/>
                <a:stretch>
                  <a:fillRect r="-639" b="-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106376" y="2379397"/>
                <a:ext cx="5765489" cy="735009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𝑜𝑢𝑡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sz="2400" i="1">
                        <a:latin typeface="Cambria Math" panose="02040503050406030204" pitchFamily="18" charset="0"/>
                      </a:rPr>
                      <m:t>=0.186815602</m:t>
                    </m:r>
                  </m:oMath>
                </a14:m>
                <a:endParaRPr lang="en-IN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76" y="2379397"/>
                <a:ext cx="5765489" cy="735009"/>
              </a:xfrm>
              <a:prstGeom prst="rect">
                <a:avLst/>
              </a:prstGeom>
              <a:blipFill>
                <a:blip r:embed="rId10"/>
                <a:stretch>
                  <a:fillRect b="-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106376" y="3573648"/>
                <a:ext cx="4124784" cy="735138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IN" sz="2400" i="0">
                            <a:latin typeface="Cambria Math" panose="02040503050406030204" pitchFamily="18" charset="0"/>
                          </a:rPr>
                          <m:t>out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 i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IN" sz="2400" i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400" dirty="0">
                    <a:latin typeface="Cambria Math" panose="02040503050406030204" pitchFamily="18" charset="0"/>
                  </a:rPr>
                  <a:t> = 0.596884378  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76" y="3573648"/>
                <a:ext cx="4124784" cy="735138"/>
              </a:xfrm>
              <a:prstGeom prst="rect">
                <a:avLst/>
              </a:prstGeom>
              <a:blipFill>
                <a:blip r:embed="rId11"/>
                <a:stretch>
                  <a:fillRect r="-1183" b="-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5106376" y="1121217"/>
            <a:ext cx="5664243" cy="3301846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83713" y="4867464"/>
                <a:ext cx="3675493" cy="7352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𝑟𝑟𝑜𝑟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den>
                    </m:f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3" y="4867464"/>
                <a:ext cx="3675493" cy="735201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535270" y="1130782"/>
            <a:ext cx="3492548" cy="3056258"/>
            <a:chOff x="535270" y="1130782"/>
            <a:chExt cx="3492548" cy="305625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1116788" y="1825101"/>
                  <a:ext cx="5867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16788" y="1825101"/>
                  <a:ext cx="586763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17" name="Group 16"/>
            <p:cNvGrpSpPr/>
            <p:nvPr/>
          </p:nvGrpSpPr>
          <p:grpSpPr>
            <a:xfrm>
              <a:off x="1843374" y="1474381"/>
              <a:ext cx="1359132" cy="646237"/>
              <a:chOff x="4106586" y="1898996"/>
              <a:chExt cx="1359132" cy="775343"/>
            </a:xfrm>
          </p:grpSpPr>
          <p:sp>
            <p:nvSpPr>
              <p:cNvPr id="18" name="Oval 17"/>
              <p:cNvSpPr/>
              <p:nvPr/>
            </p:nvSpPr>
            <p:spPr>
              <a:xfrm>
                <a:off x="4106586" y="1898996"/>
                <a:ext cx="1233904" cy="775343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19" name="Straight Connector 18"/>
              <p:cNvCxnSpPr>
                <a:stCxn id="18" idx="0"/>
                <a:endCxn id="18" idx="4"/>
              </p:cNvCxnSpPr>
              <p:nvPr/>
            </p:nvCxnSpPr>
            <p:spPr>
              <a:xfrm>
                <a:off x="4723538" y="1898996"/>
                <a:ext cx="0" cy="775343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Rectangle 19"/>
                  <p:cNvSpPr/>
                  <p:nvPr/>
                </p:nvSpPr>
                <p:spPr>
                  <a:xfrm>
                    <a:off x="4106790" y="2062223"/>
                    <a:ext cx="74334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20" name="Rectangle 1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06790" y="2062223"/>
                    <a:ext cx="743345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15686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Rectangle 22"/>
                  <p:cNvSpPr/>
                  <p:nvPr/>
                </p:nvSpPr>
                <p:spPr>
                  <a:xfrm>
                    <a:off x="4592017" y="2066449"/>
                    <a:ext cx="87370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23" name="Rectangle 2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017" y="2066449"/>
                    <a:ext cx="873701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0" name="Straight Connector 29"/>
            <p:cNvCxnSpPr>
              <a:stCxn id="18" idx="2"/>
            </p:cNvCxnSpPr>
            <p:nvPr/>
          </p:nvCxnSpPr>
          <p:spPr>
            <a:xfrm flipH="1">
              <a:off x="535270" y="1797500"/>
              <a:ext cx="1308104" cy="202518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/>
                <p:cNvSpPr/>
                <p:nvPr/>
              </p:nvSpPr>
              <p:spPr>
                <a:xfrm>
                  <a:off x="2215250" y="1130782"/>
                  <a:ext cx="5527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3" name="Rectangle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5250" y="1130782"/>
                  <a:ext cx="552779" cy="369332"/>
                </a:xfrm>
                <a:prstGeom prst="rect">
                  <a:avLst/>
                </a:prstGeom>
                <a:blipFill>
                  <a:blip r:embed="rId1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Straight Connector 34"/>
            <p:cNvCxnSpPr/>
            <p:nvPr/>
          </p:nvCxnSpPr>
          <p:spPr>
            <a:xfrm>
              <a:off x="3077278" y="1733998"/>
              <a:ext cx="7716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/>
                <p:cNvSpPr/>
                <p:nvPr/>
              </p:nvSpPr>
              <p:spPr>
                <a:xfrm>
                  <a:off x="3202506" y="1854046"/>
                  <a:ext cx="7553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7" name="Rectangle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2506" y="1854046"/>
                  <a:ext cx="755335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39" name="Group 38"/>
            <p:cNvGrpSpPr/>
            <p:nvPr/>
          </p:nvGrpSpPr>
          <p:grpSpPr>
            <a:xfrm>
              <a:off x="1872137" y="3491349"/>
              <a:ext cx="1500561" cy="695691"/>
              <a:chOff x="4130470" y="4654327"/>
              <a:chExt cx="1500561" cy="834677"/>
            </a:xfrm>
          </p:grpSpPr>
          <p:sp>
            <p:nvSpPr>
              <p:cNvPr id="40" name="Oval 39"/>
              <p:cNvSpPr/>
              <p:nvPr/>
            </p:nvSpPr>
            <p:spPr>
              <a:xfrm>
                <a:off x="4130470" y="4654327"/>
                <a:ext cx="1353244" cy="834677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41" name="Straight Connector 40"/>
              <p:cNvCxnSpPr>
                <a:stCxn id="40" idx="0"/>
                <a:endCxn id="40" idx="4"/>
              </p:cNvCxnSpPr>
              <p:nvPr/>
            </p:nvCxnSpPr>
            <p:spPr>
              <a:xfrm>
                <a:off x="4807092" y="4654327"/>
                <a:ext cx="0" cy="834677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2" name="Rectangle 41"/>
                  <p:cNvSpPr/>
                  <p:nvPr/>
                </p:nvSpPr>
                <p:spPr>
                  <a:xfrm>
                    <a:off x="4179793" y="4784143"/>
                    <a:ext cx="74334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42" name="Rectangle 4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9793" y="4784143"/>
                    <a:ext cx="743345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15686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Rectangle 42"/>
                  <p:cNvSpPr/>
                  <p:nvPr/>
                </p:nvSpPr>
                <p:spPr>
                  <a:xfrm>
                    <a:off x="4757330" y="4785934"/>
                    <a:ext cx="87370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43" name="Rectangle 4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57330" y="4785934"/>
                    <a:ext cx="873701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/>
                <p:cNvSpPr/>
                <p:nvPr/>
              </p:nvSpPr>
              <p:spPr>
                <a:xfrm>
                  <a:off x="2234574" y="3051551"/>
                  <a:ext cx="5527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4" name="Rectangle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4574" y="3051551"/>
                  <a:ext cx="552779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5" name="Straight Connector 44"/>
            <p:cNvCxnSpPr/>
            <p:nvPr/>
          </p:nvCxnSpPr>
          <p:spPr>
            <a:xfrm>
              <a:off x="3225381" y="3818192"/>
              <a:ext cx="72485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6" name="Rectangle 45"/>
                <p:cNvSpPr/>
                <p:nvPr/>
              </p:nvSpPr>
              <p:spPr>
                <a:xfrm>
                  <a:off x="3272483" y="3296168"/>
                  <a:ext cx="7553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99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6" name="Rectangle 4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2483" y="3296168"/>
                  <a:ext cx="755335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1" name="TextBox 30"/>
          <p:cNvSpPr txBox="1"/>
          <p:nvPr/>
        </p:nvSpPr>
        <p:spPr>
          <a:xfrm>
            <a:off x="4044805" y="2734814"/>
            <a:ext cx="72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Error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32" name="Curved Connector 31"/>
          <p:cNvCxnSpPr>
            <a:stCxn id="31" idx="0"/>
          </p:cNvCxnSpPr>
          <p:nvPr/>
        </p:nvCxnSpPr>
        <p:spPr>
          <a:xfrm rot="16200000" flipV="1">
            <a:off x="3068966" y="1396631"/>
            <a:ext cx="1165794" cy="1510571"/>
          </a:xfrm>
          <a:prstGeom prst="curvedConnector3">
            <a:avLst>
              <a:gd name="adj1" fmla="val 127727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4" name="Curved Connector 33"/>
          <p:cNvCxnSpPr>
            <a:stCxn id="31" idx="2"/>
          </p:cNvCxnSpPr>
          <p:nvPr/>
        </p:nvCxnSpPr>
        <p:spPr>
          <a:xfrm rot="5400000">
            <a:off x="3226670" y="2904680"/>
            <a:ext cx="981012" cy="1379945"/>
          </a:xfrm>
          <a:prstGeom prst="curvedConnector3">
            <a:avLst>
              <a:gd name="adj1" fmla="val 133688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/>
          <p:nvPr/>
        </p:nvCxnSpPr>
        <p:spPr>
          <a:xfrm rot="16200000" flipV="1">
            <a:off x="2460326" y="1132769"/>
            <a:ext cx="12700" cy="872502"/>
          </a:xfrm>
          <a:prstGeom prst="curvedConnector3">
            <a:avLst>
              <a:gd name="adj1" fmla="val 2545189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/>
          <p:cNvCxnSpPr/>
          <p:nvPr/>
        </p:nvCxnSpPr>
        <p:spPr>
          <a:xfrm rot="5400000">
            <a:off x="2548759" y="3606714"/>
            <a:ext cx="12700" cy="956888"/>
          </a:xfrm>
          <a:prstGeom prst="curvedConnector3">
            <a:avLst>
              <a:gd name="adj1" fmla="val 260222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urved Connector 46"/>
          <p:cNvCxnSpPr>
            <a:endCxn id="13" idx="0"/>
          </p:cNvCxnSpPr>
          <p:nvPr/>
        </p:nvCxnSpPr>
        <p:spPr>
          <a:xfrm rot="10800000" flipV="1">
            <a:off x="1410170" y="1569021"/>
            <a:ext cx="613906" cy="256080"/>
          </a:xfrm>
          <a:prstGeom prst="curved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7974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500"/>
                            </p:stCondLst>
                            <p:childTnLst>
                              <p:par>
                                <p:cTn id="6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8" grpId="0"/>
      <p:bldP spid="5" grpId="0"/>
      <p:bldP spid="15" grpId="0"/>
      <p:bldP spid="16" grpId="0"/>
      <p:bldP spid="22" grpId="0" animBg="1"/>
      <p:bldP spid="11" grpId="0"/>
      <p:bldP spid="3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83;p6"/>
          <p:cNvSpPr txBox="1"/>
          <p:nvPr/>
        </p:nvSpPr>
        <p:spPr>
          <a:xfrm>
            <a:off x="269289" y="381000"/>
            <a:ext cx="10559132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BackPropagation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106376" y="83194"/>
                <a:ext cx="4233210" cy="6426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IN" sz="2400" b="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𝑟𝑟𝑜𝑟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76" y="83194"/>
                <a:ext cx="4233210" cy="642676"/>
              </a:xfrm>
              <a:prstGeom prst="rect">
                <a:avLst/>
              </a:prstGeom>
              <a:blipFill>
                <a:blip r:embed="rId3"/>
                <a:stretch>
                  <a:fillRect l="-144" b="-8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106376" y="1185177"/>
                <a:ext cx="5980548" cy="735009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2 − 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-0.217071535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76" y="1185177"/>
                <a:ext cx="5980548" cy="735009"/>
              </a:xfrm>
              <a:prstGeom prst="rect">
                <a:avLst/>
              </a:prstGeom>
              <a:blipFill>
                <a:blip r:embed="rId4"/>
                <a:stretch>
                  <a:fillRect r="-612" b="-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106376" y="2379397"/>
                <a:ext cx="5765489" cy="735009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𝑜𝑢𝑡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IN" sz="2400" i="1">
                        <a:latin typeface="Cambria Math" panose="02040503050406030204" pitchFamily="18" charset="0"/>
                      </a:rPr>
                      <m:t>=0.175510053</m:t>
                    </m:r>
                  </m:oMath>
                </a14:m>
                <a:endParaRPr lang="en-IN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76" y="2379397"/>
                <a:ext cx="5765489" cy="735009"/>
              </a:xfrm>
              <a:prstGeom prst="rect">
                <a:avLst/>
              </a:prstGeom>
              <a:blipFill>
                <a:blip r:embed="rId5"/>
                <a:stretch>
                  <a:fillRect b="-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106376" y="3595257"/>
                <a:ext cx="3884333" cy="691921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𝑜𝑢𝑡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0.593269992 </a:t>
                </a: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76" y="3595257"/>
                <a:ext cx="3884333" cy="691921"/>
              </a:xfrm>
              <a:prstGeom prst="rect">
                <a:avLst/>
              </a:prstGeom>
              <a:blipFill>
                <a:blip r:embed="rId6"/>
                <a:stretch>
                  <a:fillRect r="-1413" b="-708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106376" y="4768830"/>
                <a:ext cx="7085624" cy="733599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-0.217071535</a:t>
                </a:r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</a:t>
                </a:r>
                <a14:m>
                  <m:oMath xmlns:m="http://schemas.openxmlformats.org/officeDocument/2006/math">
                    <m:r>
                      <a:rPr lang="en-IN" sz="2400" i="1">
                        <a:latin typeface="Cambria Math" panose="02040503050406030204" pitchFamily="18" charset="0"/>
                      </a:rPr>
                      <m:t>0.175510053</m:t>
                    </m:r>
                    <m:r>
                      <a:rPr lang="en-IN" sz="2400" b="0" i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0.593269992</a:t>
                </a:r>
                <a:endParaRPr lang="en-IN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76" y="4768830"/>
                <a:ext cx="7085624" cy="733599"/>
              </a:xfrm>
              <a:prstGeom prst="rect">
                <a:avLst/>
              </a:prstGeom>
              <a:blipFill>
                <a:blip r:embed="rId7"/>
                <a:stretch>
                  <a:fillRect r="-1119" b="-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269289" y="6056475"/>
                <a:ext cx="2989023" cy="73359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𝑟𝑟𝑜𝑟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-0.02260254 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89" y="6056475"/>
                <a:ext cx="2989023" cy="733599"/>
              </a:xfrm>
              <a:prstGeom prst="rect">
                <a:avLst/>
              </a:prstGeom>
              <a:blipFill>
                <a:blip r:embed="rId8"/>
                <a:stretch>
                  <a:fillRect r="-2240" b="-8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5106376" y="1121217"/>
            <a:ext cx="5815951" cy="3301846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282348" y="5021404"/>
                <a:ext cx="3675493" cy="7352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𝑟𝑟𝑜𝑟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2348" y="5021404"/>
                <a:ext cx="3675493" cy="735201"/>
              </a:xfrm>
              <a:prstGeom prst="rect">
                <a:avLst/>
              </a:prstGeom>
              <a:blipFill>
                <a:blip r:embed="rId9"/>
                <a:stretch>
                  <a:fillRect b="-8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446400" y="1140840"/>
            <a:ext cx="3581418" cy="3046200"/>
            <a:chOff x="446400" y="1140840"/>
            <a:chExt cx="3581418" cy="3046200"/>
          </a:xfrm>
        </p:grpSpPr>
        <p:grpSp>
          <p:nvGrpSpPr>
            <p:cNvPr id="47" name="Group 46"/>
            <p:cNvGrpSpPr/>
            <p:nvPr/>
          </p:nvGrpSpPr>
          <p:grpSpPr>
            <a:xfrm>
              <a:off x="1872137" y="3491349"/>
              <a:ext cx="1500561" cy="695691"/>
              <a:chOff x="4130470" y="4654327"/>
              <a:chExt cx="1500561" cy="834677"/>
            </a:xfrm>
          </p:grpSpPr>
          <p:sp>
            <p:nvSpPr>
              <p:cNvPr id="48" name="Oval 47"/>
              <p:cNvSpPr/>
              <p:nvPr/>
            </p:nvSpPr>
            <p:spPr>
              <a:xfrm>
                <a:off x="4130470" y="4654327"/>
                <a:ext cx="1353244" cy="834677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49" name="Straight Connector 48"/>
              <p:cNvCxnSpPr>
                <a:stCxn id="48" idx="0"/>
                <a:endCxn id="48" idx="4"/>
              </p:cNvCxnSpPr>
              <p:nvPr/>
            </p:nvCxnSpPr>
            <p:spPr>
              <a:xfrm>
                <a:off x="4807092" y="4654327"/>
                <a:ext cx="0" cy="834677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0" name="Rectangle 49"/>
                  <p:cNvSpPr/>
                  <p:nvPr/>
                </p:nvSpPr>
                <p:spPr>
                  <a:xfrm>
                    <a:off x="4179793" y="4784143"/>
                    <a:ext cx="74334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50" name="Rectangle 4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9793" y="4784143"/>
                    <a:ext cx="743345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b="-15686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Rectangle 50"/>
                  <p:cNvSpPr/>
                  <p:nvPr/>
                </p:nvSpPr>
                <p:spPr>
                  <a:xfrm>
                    <a:off x="4757330" y="4785934"/>
                    <a:ext cx="87370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51" name="Rectangle 5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57330" y="4785934"/>
                    <a:ext cx="873701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2" name="Straight Connector 51"/>
            <p:cNvCxnSpPr>
              <a:endCxn id="48" idx="2"/>
            </p:cNvCxnSpPr>
            <p:nvPr/>
          </p:nvCxnSpPr>
          <p:spPr>
            <a:xfrm>
              <a:off x="446400" y="1783249"/>
              <a:ext cx="1425737" cy="20559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7" name="Rectangle 56"/>
                <p:cNvSpPr/>
                <p:nvPr/>
              </p:nvSpPr>
              <p:spPr>
                <a:xfrm>
                  <a:off x="2234574" y="3051551"/>
                  <a:ext cx="5527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57" name="Rectangle 5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34574" y="3051551"/>
                  <a:ext cx="552779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59" name="Straight Connector 58"/>
            <p:cNvCxnSpPr/>
            <p:nvPr/>
          </p:nvCxnSpPr>
          <p:spPr>
            <a:xfrm>
              <a:off x="3225381" y="3818192"/>
              <a:ext cx="72485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1" name="Rectangle 60"/>
                <p:cNvSpPr/>
                <p:nvPr/>
              </p:nvSpPr>
              <p:spPr>
                <a:xfrm>
                  <a:off x="3272483" y="3296168"/>
                  <a:ext cx="7553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99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61" name="Rectangle 6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72483" y="3296168"/>
                  <a:ext cx="755335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2" name="Rectangle 61"/>
                <p:cNvSpPr/>
                <p:nvPr/>
              </p:nvSpPr>
              <p:spPr>
                <a:xfrm>
                  <a:off x="1137840" y="3303345"/>
                  <a:ext cx="5867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62" name="Rectangle 6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7840" y="3303345"/>
                  <a:ext cx="586763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63" name="Group 62"/>
            <p:cNvGrpSpPr/>
            <p:nvPr/>
          </p:nvGrpSpPr>
          <p:grpSpPr>
            <a:xfrm>
              <a:off x="1843374" y="1474381"/>
              <a:ext cx="1359132" cy="646237"/>
              <a:chOff x="4106586" y="1898996"/>
              <a:chExt cx="1359132" cy="775343"/>
            </a:xfrm>
          </p:grpSpPr>
          <p:sp>
            <p:nvSpPr>
              <p:cNvPr id="64" name="Oval 63"/>
              <p:cNvSpPr/>
              <p:nvPr/>
            </p:nvSpPr>
            <p:spPr>
              <a:xfrm>
                <a:off x="4106586" y="1898996"/>
                <a:ext cx="1233904" cy="775343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65" name="Straight Connector 64"/>
              <p:cNvCxnSpPr>
                <a:stCxn id="64" idx="0"/>
                <a:endCxn id="64" idx="4"/>
              </p:cNvCxnSpPr>
              <p:nvPr/>
            </p:nvCxnSpPr>
            <p:spPr>
              <a:xfrm>
                <a:off x="4723538" y="1898996"/>
                <a:ext cx="0" cy="775343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Rectangle 65"/>
                  <p:cNvSpPr/>
                  <p:nvPr/>
                </p:nvSpPr>
                <p:spPr>
                  <a:xfrm>
                    <a:off x="4106790" y="2062223"/>
                    <a:ext cx="74334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66" name="Rectangle 6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06790" y="2062223"/>
                    <a:ext cx="743345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5686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Rectangle 66"/>
                  <p:cNvSpPr/>
                  <p:nvPr/>
                </p:nvSpPr>
                <p:spPr>
                  <a:xfrm>
                    <a:off x="4592017" y="2066449"/>
                    <a:ext cx="87370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67" name="Rectangle 6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017" y="2066449"/>
                    <a:ext cx="873701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8" name="Rectangle 67"/>
                <p:cNvSpPr/>
                <p:nvPr/>
              </p:nvSpPr>
              <p:spPr>
                <a:xfrm>
                  <a:off x="2192103" y="1140840"/>
                  <a:ext cx="5527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68" name="Rectangle 6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2103" y="1140840"/>
                  <a:ext cx="552779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69" name="Straight Connector 68"/>
            <p:cNvCxnSpPr/>
            <p:nvPr/>
          </p:nvCxnSpPr>
          <p:spPr>
            <a:xfrm>
              <a:off x="3077278" y="1733998"/>
              <a:ext cx="7716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0" name="Rectangle 69"/>
                <p:cNvSpPr/>
                <p:nvPr/>
              </p:nvSpPr>
              <p:spPr>
                <a:xfrm>
                  <a:off x="3202506" y="1854046"/>
                  <a:ext cx="7553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70" name="Rectangle 6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2506" y="1854046"/>
                  <a:ext cx="755335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0" name="Curved Connector 29"/>
          <p:cNvCxnSpPr/>
          <p:nvPr/>
        </p:nvCxnSpPr>
        <p:spPr>
          <a:xfrm rot="16200000" flipV="1">
            <a:off x="3068966" y="1396631"/>
            <a:ext cx="1165794" cy="1510571"/>
          </a:xfrm>
          <a:prstGeom prst="curvedConnector3">
            <a:avLst>
              <a:gd name="adj1" fmla="val 127727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Curved Connector 30"/>
          <p:cNvCxnSpPr/>
          <p:nvPr/>
        </p:nvCxnSpPr>
        <p:spPr>
          <a:xfrm rot="5400000">
            <a:off x="3226670" y="2904680"/>
            <a:ext cx="981012" cy="1379945"/>
          </a:xfrm>
          <a:prstGeom prst="curvedConnector3">
            <a:avLst>
              <a:gd name="adj1" fmla="val 133688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/>
          <p:cNvCxnSpPr/>
          <p:nvPr/>
        </p:nvCxnSpPr>
        <p:spPr>
          <a:xfrm rot="5400000">
            <a:off x="2548759" y="3606714"/>
            <a:ext cx="12700" cy="956888"/>
          </a:xfrm>
          <a:prstGeom prst="curvedConnector3">
            <a:avLst>
              <a:gd name="adj1" fmla="val 260222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/>
          <p:cNvCxnSpPr>
            <a:stCxn id="48" idx="3"/>
            <a:endCxn id="62" idx="1"/>
          </p:cNvCxnSpPr>
          <p:nvPr/>
        </p:nvCxnSpPr>
        <p:spPr>
          <a:xfrm rot="5400000" flipH="1">
            <a:off x="1305504" y="3320348"/>
            <a:ext cx="597147" cy="932475"/>
          </a:xfrm>
          <a:prstGeom prst="curvedConnector4">
            <a:avLst>
              <a:gd name="adj1" fmla="val -55343"/>
              <a:gd name="adj2" fmla="val 124515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4044805" y="2734814"/>
            <a:ext cx="72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Error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38" name="Curved Connector 37"/>
          <p:cNvCxnSpPr/>
          <p:nvPr/>
        </p:nvCxnSpPr>
        <p:spPr>
          <a:xfrm rot="16200000" flipV="1">
            <a:off x="2460326" y="1132769"/>
            <a:ext cx="12700" cy="872502"/>
          </a:xfrm>
          <a:prstGeom prst="curvedConnector3">
            <a:avLst>
              <a:gd name="adj1" fmla="val 2545189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61675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5" grpId="0"/>
      <p:bldP spid="16" grpId="0"/>
      <p:bldP spid="6" grpId="0"/>
      <p:bldP spid="8" grpId="0"/>
      <p:bldP spid="22" grpId="0" animBg="1"/>
      <p:bldP spid="11" grpId="0"/>
      <p:bldP spid="3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83;p6"/>
          <p:cNvSpPr txBox="1"/>
          <p:nvPr/>
        </p:nvSpPr>
        <p:spPr>
          <a:xfrm>
            <a:off x="269289" y="381000"/>
            <a:ext cx="10559132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BackPropagation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106376" y="82938"/>
                <a:ext cx="4233210" cy="64318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IN" sz="2400" b="0" i="0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𝑟𝑟𝑜𝑟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76" y="82938"/>
                <a:ext cx="4233210" cy="643189"/>
              </a:xfrm>
              <a:prstGeom prst="rect">
                <a:avLst/>
              </a:prstGeom>
              <a:blipFill>
                <a:blip r:embed="rId3"/>
                <a:stretch>
                  <a:fillRect l="-144" b="-857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106376" y="1185177"/>
                <a:ext cx="5980548" cy="735009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=−</m:t>
                    </m:r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2 − 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-0.217071535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76" y="1185177"/>
                <a:ext cx="5980548" cy="735009"/>
              </a:xfrm>
              <a:prstGeom prst="rect">
                <a:avLst/>
              </a:prstGeom>
              <a:blipFill>
                <a:blip r:embed="rId4"/>
                <a:stretch>
                  <a:fillRect r="-612" b="-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106376" y="2379397"/>
                <a:ext cx="5664243" cy="735009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𝑜𝑢𝑡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𝑜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d>
                      <m:dPr>
                        <m:ctrlPr>
                          <a:rPr lang="en-IN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 −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IN" sz="2400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0.175510053</m:t>
                    </m:r>
                  </m:oMath>
                </a14:m>
                <a:endParaRPr lang="en-IN" sz="240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76" y="2379397"/>
                <a:ext cx="5664243" cy="735009"/>
              </a:xfrm>
              <a:prstGeom prst="rect">
                <a:avLst/>
              </a:prstGeom>
              <a:blipFill>
                <a:blip r:embed="rId5"/>
                <a:stretch>
                  <a:fillRect b="-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106376" y="3573457"/>
                <a:ext cx="3884333" cy="735522"/>
              </a:xfrm>
              <a:prstGeom prst="rect">
                <a:avLst/>
              </a:prstGeom>
            </p:spPr>
            <p:txBody>
              <a:bodyPr wrap="none" anchor="ctr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𝑜𝑢𝑡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0.593269992 </a:t>
                </a: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76" y="3573457"/>
                <a:ext cx="3884333" cy="735522"/>
              </a:xfrm>
              <a:prstGeom prst="rect">
                <a:avLst/>
              </a:prstGeom>
              <a:blipFill>
                <a:blip r:embed="rId6"/>
                <a:stretch>
                  <a:fillRect r="-1413" b="-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5106375" y="4767869"/>
                <a:ext cx="7085625" cy="735522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-</a:t>
                </a:r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0.217071535 x 0.175510053 x 0.596884378</a:t>
                </a:r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6375" y="4767869"/>
                <a:ext cx="7085625" cy="735522"/>
              </a:xfrm>
              <a:prstGeom prst="rect">
                <a:avLst/>
              </a:prstGeom>
              <a:blipFill>
                <a:blip r:embed="rId7"/>
                <a:stretch>
                  <a:fillRect r="-344" b="-8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409209" y="5956441"/>
                <a:ext cx="3186193" cy="73552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𝑟𝑟𝑜𝑟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-0.022740242 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9209" y="5956441"/>
                <a:ext cx="3186193" cy="735522"/>
              </a:xfrm>
              <a:prstGeom prst="rect">
                <a:avLst/>
              </a:prstGeom>
              <a:blipFill>
                <a:blip r:embed="rId8"/>
                <a:stretch>
                  <a:fillRect r="-76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5106376" y="1121217"/>
            <a:ext cx="5980548" cy="3301846"/>
          </a:xfrm>
          <a:prstGeom prst="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40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27477" y="4996324"/>
                <a:ext cx="3675493" cy="73520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𝑟𝑟𝑜𝑟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4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40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4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4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</m:oMath>
                </a14:m>
                <a:endParaRPr lang="en-IN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477" y="4996324"/>
                <a:ext cx="3675493" cy="735201"/>
              </a:xfrm>
              <a:prstGeom prst="rect">
                <a:avLst/>
              </a:prstGeom>
              <a:blipFill>
                <a:blip r:embed="rId9"/>
                <a:stretch>
                  <a:fillRect b="-8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465920" y="1326255"/>
            <a:ext cx="3492548" cy="2851578"/>
            <a:chOff x="465920" y="1326255"/>
            <a:chExt cx="3492548" cy="285157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Rectangle 13"/>
                <p:cNvSpPr/>
                <p:nvPr/>
              </p:nvSpPr>
              <p:spPr>
                <a:xfrm>
                  <a:off x="775109" y="3744258"/>
                  <a:ext cx="5867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4" name="Rectangle 1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75109" y="3744258"/>
                  <a:ext cx="586763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4" name="Group 23"/>
            <p:cNvGrpSpPr/>
            <p:nvPr/>
          </p:nvGrpSpPr>
          <p:grpSpPr>
            <a:xfrm>
              <a:off x="1802787" y="3482142"/>
              <a:ext cx="1500561" cy="695691"/>
              <a:chOff x="4130470" y="4654327"/>
              <a:chExt cx="1500561" cy="834677"/>
            </a:xfrm>
          </p:grpSpPr>
          <p:sp>
            <p:nvSpPr>
              <p:cNvPr id="25" name="Oval 24"/>
              <p:cNvSpPr/>
              <p:nvPr/>
            </p:nvSpPr>
            <p:spPr>
              <a:xfrm>
                <a:off x="4130470" y="4654327"/>
                <a:ext cx="1353244" cy="834677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26" name="Straight Connector 25"/>
              <p:cNvCxnSpPr>
                <a:stCxn id="25" idx="0"/>
                <a:endCxn id="25" idx="4"/>
              </p:cNvCxnSpPr>
              <p:nvPr/>
            </p:nvCxnSpPr>
            <p:spPr>
              <a:xfrm>
                <a:off x="4807092" y="4654327"/>
                <a:ext cx="0" cy="834677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7" name="Rectangle 26"/>
                  <p:cNvSpPr/>
                  <p:nvPr/>
                </p:nvSpPr>
                <p:spPr>
                  <a:xfrm>
                    <a:off x="4179793" y="4784143"/>
                    <a:ext cx="74334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27" name="Rectangle 2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9793" y="4784143"/>
                    <a:ext cx="743345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Rectangle 27"/>
                  <p:cNvSpPr/>
                  <p:nvPr/>
                </p:nvSpPr>
                <p:spPr>
                  <a:xfrm>
                    <a:off x="4757330" y="4785934"/>
                    <a:ext cx="87370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28" name="Rectangle 2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57330" y="4785934"/>
                    <a:ext cx="873701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15686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2" name="Straight Connector 31"/>
            <p:cNvCxnSpPr>
              <a:endCxn id="25" idx="2"/>
            </p:cNvCxnSpPr>
            <p:nvPr/>
          </p:nvCxnSpPr>
          <p:spPr>
            <a:xfrm>
              <a:off x="465920" y="3813483"/>
              <a:ext cx="1336867" cy="16506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4" name="Rectangle 33"/>
                <p:cNvSpPr/>
                <p:nvPr/>
              </p:nvSpPr>
              <p:spPr>
                <a:xfrm>
                  <a:off x="2165224" y="3042344"/>
                  <a:ext cx="5527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4" name="Rectangle 3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65224" y="3042344"/>
                  <a:ext cx="552779" cy="369332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6" name="Straight Connector 35"/>
            <p:cNvCxnSpPr/>
            <p:nvPr/>
          </p:nvCxnSpPr>
          <p:spPr>
            <a:xfrm>
              <a:off x="3156031" y="3808985"/>
              <a:ext cx="72485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/>
                <p:cNvSpPr/>
                <p:nvPr/>
              </p:nvSpPr>
              <p:spPr>
                <a:xfrm>
                  <a:off x="3203133" y="3286961"/>
                  <a:ext cx="7553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99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8" name="Rect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203133" y="3286961"/>
                  <a:ext cx="755335" cy="369332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40" name="Group 39"/>
            <p:cNvGrpSpPr/>
            <p:nvPr/>
          </p:nvGrpSpPr>
          <p:grpSpPr>
            <a:xfrm>
              <a:off x="1819015" y="1649813"/>
              <a:ext cx="1359132" cy="646237"/>
              <a:chOff x="4106586" y="1898996"/>
              <a:chExt cx="1359132" cy="775343"/>
            </a:xfrm>
          </p:grpSpPr>
          <p:sp>
            <p:nvSpPr>
              <p:cNvPr id="41" name="Oval 40"/>
              <p:cNvSpPr/>
              <p:nvPr/>
            </p:nvSpPr>
            <p:spPr>
              <a:xfrm>
                <a:off x="4106586" y="1898996"/>
                <a:ext cx="1233904" cy="775343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42" name="Straight Connector 41"/>
              <p:cNvCxnSpPr>
                <a:stCxn id="41" idx="0"/>
                <a:endCxn id="41" idx="4"/>
              </p:cNvCxnSpPr>
              <p:nvPr/>
            </p:nvCxnSpPr>
            <p:spPr>
              <a:xfrm>
                <a:off x="4723538" y="1898996"/>
                <a:ext cx="0" cy="775343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3" name="Rectangle 42"/>
                  <p:cNvSpPr/>
                  <p:nvPr/>
                </p:nvSpPr>
                <p:spPr>
                  <a:xfrm>
                    <a:off x="4106790" y="2062223"/>
                    <a:ext cx="74334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43" name="Rectangle 4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06790" y="2062223"/>
                    <a:ext cx="743345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Rectangle 43"/>
                  <p:cNvSpPr/>
                  <p:nvPr/>
                </p:nvSpPr>
                <p:spPr>
                  <a:xfrm>
                    <a:off x="4592017" y="2066449"/>
                    <a:ext cx="87370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44" name="Rectangle 4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017" y="2066449"/>
                    <a:ext cx="873701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/>
                <p:cNvSpPr/>
                <p:nvPr/>
              </p:nvSpPr>
              <p:spPr>
                <a:xfrm>
                  <a:off x="2185434" y="1326255"/>
                  <a:ext cx="5527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5" name="Rectangle 4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85434" y="1326255"/>
                  <a:ext cx="552779" cy="369332"/>
                </a:xfrm>
                <a:prstGeom prst="rect">
                  <a:avLst/>
                </a:prstGeom>
                <a:blipFill>
                  <a:blip r:embed="rId1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46" name="Straight Connector 45"/>
            <p:cNvCxnSpPr/>
            <p:nvPr/>
          </p:nvCxnSpPr>
          <p:spPr>
            <a:xfrm>
              <a:off x="3052919" y="1909430"/>
              <a:ext cx="7716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Rectangle 46"/>
                <p:cNvSpPr/>
                <p:nvPr/>
              </p:nvSpPr>
              <p:spPr>
                <a:xfrm>
                  <a:off x="3178147" y="2029478"/>
                  <a:ext cx="7553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7" name="Rectangle 4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8147" y="2029478"/>
                  <a:ext cx="755335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cxnSp>
        <p:nvCxnSpPr>
          <p:cNvPr id="30" name="Curved Connector 29"/>
          <p:cNvCxnSpPr>
            <a:stCxn id="37" idx="0"/>
            <a:endCxn id="41" idx="7"/>
          </p:cNvCxnSpPr>
          <p:nvPr/>
        </p:nvCxnSpPr>
        <p:spPr>
          <a:xfrm rot="16200000" flipV="1">
            <a:off x="3055512" y="1561159"/>
            <a:ext cx="1023687" cy="1390274"/>
          </a:xfrm>
          <a:prstGeom prst="curvedConnector3">
            <a:avLst>
              <a:gd name="adj1" fmla="val 131576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1" name="Curved Connector 30"/>
          <p:cNvCxnSpPr>
            <a:stCxn id="37" idx="2"/>
            <a:endCxn id="25" idx="5"/>
          </p:cNvCxnSpPr>
          <p:nvPr/>
        </p:nvCxnSpPr>
        <p:spPr>
          <a:xfrm rot="5400000">
            <a:off x="3140933" y="2954392"/>
            <a:ext cx="938480" cy="1304639"/>
          </a:xfrm>
          <a:prstGeom prst="curvedConnector3">
            <a:avLst>
              <a:gd name="adj1" fmla="val 135215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urved Connector 32"/>
          <p:cNvCxnSpPr>
            <a:stCxn id="25" idx="5"/>
            <a:endCxn id="25" idx="3"/>
          </p:cNvCxnSpPr>
          <p:nvPr/>
        </p:nvCxnSpPr>
        <p:spPr>
          <a:xfrm rot="5400000">
            <a:off x="2479409" y="3597507"/>
            <a:ext cx="12700" cy="956888"/>
          </a:xfrm>
          <a:prstGeom prst="curvedConnector3">
            <a:avLst>
              <a:gd name="adj1" fmla="val 260222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urved Connector 34"/>
          <p:cNvCxnSpPr>
            <a:stCxn id="25" idx="3"/>
            <a:endCxn id="14" idx="2"/>
          </p:cNvCxnSpPr>
          <p:nvPr/>
        </p:nvCxnSpPr>
        <p:spPr>
          <a:xfrm rot="5400000">
            <a:off x="1515909" y="3628533"/>
            <a:ext cx="37639" cy="932474"/>
          </a:xfrm>
          <a:prstGeom prst="curvedConnector3">
            <a:avLst>
              <a:gd name="adj1" fmla="val 878031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900149" y="2768139"/>
            <a:ext cx="72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Error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39" name="Curved Connector 38"/>
          <p:cNvCxnSpPr>
            <a:stCxn id="41" idx="7"/>
            <a:endCxn id="41" idx="1"/>
          </p:cNvCxnSpPr>
          <p:nvPr/>
        </p:nvCxnSpPr>
        <p:spPr>
          <a:xfrm rot="16200000" flipV="1">
            <a:off x="2435967" y="1308201"/>
            <a:ext cx="12700" cy="872502"/>
          </a:xfrm>
          <a:prstGeom prst="curvedConnector3">
            <a:avLst>
              <a:gd name="adj1" fmla="val 2545189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4689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500"/>
                            </p:stCondLst>
                            <p:childTnLst>
                              <p:par>
                                <p:cTn id="7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  <p:bldP spid="15" grpId="0"/>
      <p:bldP spid="16" grpId="0"/>
      <p:bldP spid="6" grpId="0"/>
      <p:bldP spid="8" grpId="0"/>
      <p:bldP spid="22" grpId="0" animBg="1"/>
      <p:bldP spid="11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83;p6"/>
          <p:cNvSpPr txBox="1"/>
          <p:nvPr/>
        </p:nvSpPr>
        <p:spPr>
          <a:xfrm>
            <a:off x="269289" y="381000"/>
            <a:ext cx="10559132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BackPropagation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435388" y="5006396"/>
                <a:ext cx="3498843" cy="6355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-I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𝑟𝑟𝑜𝑟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𝐸𝑟𝑟𝑜𝑟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𝐸𝑟𝑟𝑜𝑟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5388" y="5006396"/>
                <a:ext cx="3498843" cy="63555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756210" y="756372"/>
                <a:ext cx="5647893" cy="628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6210" y="756372"/>
                <a:ext cx="5647893" cy="6284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764483" y="1558760"/>
                <a:ext cx="5643083" cy="628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4483" y="1558760"/>
                <a:ext cx="5643083" cy="6284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5786827" y="631946"/>
            <a:ext cx="5617276" cy="168462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72407" y="756372"/>
            <a:ext cx="1779373" cy="147370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30255" y="95086"/>
            <a:ext cx="2218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Already Computed</a:t>
            </a:r>
            <a:endParaRPr lang="en-IN" sz="20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/>
          <p:cNvCxnSpPr>
            <a:stCxn id="11" idx="1"/>
          </p:cNvCxnSpPr>
          <p:nvPr/>
        </p:nvCxnSpPr>
        <p:spPr>
          <a:xfrm flipH="1">
            <a:off x="7750883" y="295141"/>
            <a:ext cx="1779372" cy="4109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5653755" y="2860500"/>
                <a:ext cx="4998997" cy="6322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+ 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0.4</m:t>
                    </m:r>
                  </m:oMath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3755" y="2860500"/>
                <a:ext cx="4998997" cy="6322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5592536" y="3831459"/>
                <a:ext cx="6587637" cy="9580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-IN" sz="20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1+ </m:t>
                              </m:r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sup>
                              </m:sSup>
                            </m:den>
                          </m:f>
                          <m:r>
                            <a:rPr lang="en-IN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IN" sz="2000" dirty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(1−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IN" sz="2000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nor/>
                        </m:rPr>
                        <a:rPr lang="en-IN" sz="20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0.241300709</m:t>
                      </m:r>
                    </m:oMath>
                  </m:oMathPara>
                </a14:m>
                <a:endParaRPr lang="en-IN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2536" y="3831459"/>
                <a:ext cx="6587637" cy="9580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701380" y="5066923"/>
                <a:ext cx="4073231" cy="6301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=0.05 </m:t>
                    </m:r>
                  </m:oMath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01380" y="5066923"/>
                <a:ext cx="4073231" cy="63010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298211" y="6018344"/>
                <a:ext cx="10088076" cy="5761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 smtClean="0"/>
                  <a:t> = 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0.74136507  x 0.186815602  x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0.4 </m:t>
                    </m:r>
                  </m:oMath>
                </a14:m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0.241300709 </m:t>
                    </m:r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0.05 = 0.000668</m:t>
                    </m:r>
                  </m:oMath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11" y="6018344"/>
                <a:ext cx="10088076" cy="576183"/>
              </a:xfrm>
              <a:prstGeom prst="rect">
                <a:avLst/>
              </a:prstGeom>
              <a:blipFill>
                <a:blip r:embed="rId9"/>
                <a:stretch>
                  <a:fillRect b="-21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2" name="Group 81"/>
          <p:cNvGrpSpPr/>
          <p:nvPr/>
        </p:nvGrpSpPr>
        <p:grpSpPr>
          <a:xfrm>
            <a:off x="-62287" y="1239235"/>
            <a:ext cx="4930880" cy="3155655"/>
            <a:chOff x="-62287" y="1239235"/>
            <a:chExt cx="4930880" cy="315565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-62287" y="1514202"/>
                  <a:ext cx="5867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2287" y="1514202"/>
                  <a:ext cx="586763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2332079" y="1500784"/>
                  <a:ext cx="5867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2079" y="1500784"/>
                  <a:ext cx="586763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1988969" y="3553428"/>
                  <a:ext cx="5867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8969" y="3553428"/>
                  <a:ext cx="586763" cy="369332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Connector 32"/>
            <p:cNvCxnSpPr>
              <a:stCxn id="36" idx="0"/>
              <a:endCxn id="36" idx="4"/>
            </p:cNvCxnSpPr>
            <p:nvPr/>
          </p:nvCxnSpPr>
          <p:spPr>
            <a:xfrm>
              <a:off x="1111952" y="1532584"/>
              <a:ext cx="0" cy="9170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5" name="Group 34"/>
            <p:cNvGrpSpPr/>
            <p:nvPr/>
          </p:nvGrpSpPr>
          <p:grpSpPr>
            <a:xfrm>
              <a:off x="435388" y="1532584"/>
              <a:ext cx="1403151" cy="917030"/>
              <a:chOff x="1452181" y="1911188"/>
              <a:chExt cx="1403151" cy="1100235"/>
            </a:xfrm>
          </p:grpSpPr>
          <p:sp>
            <p:nvSpPr>
              <p:cNvPr id="36" name="Oval 35"/>
              <p:cNvSpPr/>
              <p:nvPr/>
            </p:nvSpPr>
            <p:spPr>
              <a:xfrm>
                <a:off x="1551186" y="1911188"/>
                <a:ext cx="1155118" cy="110023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7" name="TextBox 36"/>
                  <p:cNvSpPr txBox="1"/>
                  <p:nvPr/>
                </p:nvSpPr>
                <p:spPr>
                  <a:xfrm>
                    <a:off x="1452181" y="2217550"/>
                    <a:ext cx="7481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7" name="TextBox 3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2181" y="2217550"/>
                    <a:ext cx="748154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17647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8" name="Rectangle 37"/>
                  <p:cNvSpPr/>
                  <p:nvPr/>
                </p:nvSpPr>
                <p:spPr>
                  <a:xfrm>
                    <a:off x="1976822" y="2220757"/>
                    <a:ext cx="878510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8" name="Rectangle 3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76822" y="2220757"/>
                    <a:ext cx="878510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3" name="Group 42"/>
            <p:cNvGrpSpPr/>
            <p:nvPr/>
          </p:nvGrpSpPr>
          <p:grpSpPr>
            <a:xfrm>
              <a:off x="2684149" y="1682231"/>
              <a:ext cx="1359132" cy="646237"/>
              <a:chOff x="4106586" y="1898996"/>
              <a:chExt cx="1359132" cy="775343"/>
            </a:xfrm>
          </p:grpSpPr>
          <p:sp>
            <p:nvSpPr>
              <p:cNvPr id="44" name="Oval 43"/>
              <p:cNvSpPr/>
              <p:nvPr/>
            </p:nvSpPr>
            <p:spPr>
              <a:xfrm>
                <a:off x="4106586" y="1898996"/>
                <a:ext cx="1233904" cy="775343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45" name="Straight Connector 44"/>
              <p:cNvCxnSpPr>
                <a:stCxn id="44" idx="0"/>
                <a:endCxn id="44" idx="4"/>
              </p:cNvCxnSpPr>
              <p:nvPr/>
            </p:nvCxnSpPr>
            <p:spPr>
              <a:xfrm>
                <a:off x="4723538" y="1898996"/>
                <a:ext cx="0" cy="775343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6" name="Rectangle 45"/>
                  <p:cNvSpPr/>
                  <p:nvPr/>
                </p:nvSpPr>
                <p:spPr>
                  <a:xfrm>
                    <a:off x="4106790" y="2062223"/>
                    <a:ext cx="74334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46" name="Rectangle 4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06790" y="2062223"/>
                    <a:ext cx="743345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5686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7" name="Rectangle 46"/>
                  <p:cNvSpPr/>
                  <p:nvPr/>
                </p:nvSpPr>
                <p:spPr>
                  <a:xfrm>
                    <a:off x="4592017" y="2066449"/>
                    <a:ext cx="87370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47" name="Rectangle 4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017" y="2066449"/>
                    <a:ext cx="873701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8" name="Group 47"/>
            <p:cNvGrpSpPr/>
            <p:nvPr/>
          </p:nvGrpSpPr>
          <p:grpSpPr>
            <a:xfrm>
              <a:off x="2712912" y="3699199"/>
              <a:ext cx="1500561" cy="695691"/>
              <a:chOff x="4130470" y="4654327"/>
              <a:chExt cx="1500561" cy="834677"/>
            </a:xfrm>
          </p:grpSpPr>
          <p:sp>
            <p:nvSpPr>
              <p:cNvPr id="49" name="Oval 48"/>
              <p:cNvSpPr/>
              <p:nvPr/>
            </p:nvSpPr>
            <p:spPr>
              <a:xfrm>
                <a:off x="4130470" y="4654327"/>
                <a:ext cx="1353244" cy="834677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50" name="Straight Connector 49"/>
              <p:cNvCxnSpPr>
                <a:stCxn id="49" idx="0"/>
                <a:endCxn id="49" idx="4"/>
              </p:cNvCxnSpPr>
              <p:nvPr/>
            </p:nvCxnSpPr>
            <p:spPr>
              <a:xfrm>
                <a:off x="4807092" y="4654327"/>
                <a:ext cx="0" cy="834677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Rectangle 50"/>
                  <p:cNvSpPr/>
                  <p:nvPr/>
                </p:nvSpPr>
                <p:spPr>
                  <a:xfrm>
                    <a:off x="4179793" y="4784143"/>
                    <a:ext cx="74334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51" name="Rectangle 5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9793" y="4784143"/>
                    <a:ext cx="743345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Rectangle 51"/>
                  <p:cNvSpPr/>
                  <p:nvPr/>
                </p:nvSpPr>
                <p:spPr>
                  <a:xfrm>
                    <a:off x="4757330" y="4785934"/>
                    <a:ext cx="87370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52" name="Rectangle 5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57330" y="4785934"/>
                    <a:ext cx="873701" cy="369332"/>
                  </a:xfrm>
                  <a:prstGeom prst="rect">
                    <a:avLst/>
                  </a:prstGeom>
                  <a:blipFill>
                    <a:blip r:embed="rId18"/>
                    <a:stretch>
                      <a:fillRect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3" name="Straight Connector 52"/>
            <p:cNvCxnSpPr>
              <a:stCxn id="36" idx="6"/>
              <a:endCxn id="49" idx="2"/>
            </p:cNvCxnSpPr>
            <p:nvPr/>
          </p:nvCxnSpPr>
          <p:spPr>
            <a:xfrm>
              <a:off x="1689511" y="1991099"/>
              <a:ext cx="1023401" cy="20559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>
              <a:stCxn id="36" idx="6"/>
              <a:endCxn id="44" idx="2"/>
            </p:cNvCxnSpPr>
            <p:nvPr/>
          </p:nvCxnSpPr>
          <p:spPr>
            <a:xfrm>
              <a:off x="1689511" y="1991099"/>
              <a:ext cx="994638" cy="1425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>
              <a:endCxn id="36" idx="2"/>
            </p:cNvCxnSpPr>
            <p:nvPr/>
          </p:nvCxnSpPr>
          <p:spPr>
            <a:xfrm>
              <a:off x="62029" y="1991099"/>
              <a:ext cx="47236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3" name="Rectangle 72"/>
                <p:cNvSpPr/>
                <p:nvPr/>
              </p:nvSpPr>
              <p:spPr>
                <a:xfrm>
                  <a:off x="875498" y="1239235"/>
                  <a:ext cx="5527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73" name="Rectangle 7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75498" y="1239235"/>
                  <a:ext cx="552779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5" name="Rectangle 74"/>
                <p:cNvSpPr/>
                <p:nvPr/>
              </p:nvSpPr>
              <p:spPr>
                <a:xfrm>
                  <a:off x="3062781" y="1348277"/>
                  <a:ext cx="5527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75" name="Rectangle 7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62781" y="1348277"/>
                  <a:ext cx="552779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6" name="Rectangle 75"/>
                <p:cNvSpPr/>
                <p:nvPr/>
              </p:nvSpPr>
              <p:spPr>
                <a:xfrm>
                  <a:off x="3075349" y="3259401"/>
                  <a:ext cx="5527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76" name="Rectangle 7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5349" y="3259401"/>
                  <a:ext cx="552779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77" name="Straight Connector 76"/>
            <p:cNvCxnSpPr/>
            <p:nvPr/>
          </p:nvCxnSpPr>
          <p:spPr>
            <a:xfrm>
              <a:off x="3918053" y="1941848"/>
              <a:ext cx="7716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4066156" y="4026042"/>
              <a:ext cx="72485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9" name="Rectangle 78"/>
                <p:cNvSpPr/>
                <p:nvPr/>
              </p:nvSpPr>
              <p:spPr>
                <a:xfrm>
                  <a:off x="4043281" y="2061896"/>
                  <a:ext cx="7553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79" name="Rectangle 7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3281" y="2061896"/>
                  <a:ext cx="755335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0" name="Rectangle 79"/>
                <p:cNvSpPr/>
                <p:nvPr/>
              </p:nvSpPr>
              <p:spPr>
                <a:xfrm>
                  <a:off x="4113258" y="3504018"/>
                  <a:ext cx="7553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99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80" name="Rectangle 7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3258" y="3504018"/>
                  <a:ext cx="755335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4" name="TextBox 53"/>
          <p:cNvSpPr txBox="1"/>
          <p:nvPr/>
        </p:nvSpPr>
        <p:spPr>
          <a:xfrm>
            <a:off x="4689699" y="2785166"/>
            <a:ext cx="72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Error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6" name="Curved Connector 5"/>
          <p:cNvCxnSpPr>
            <a:stCxn id="54" idx="2"/>
            <a:endCxn id="49" idx="5"/>
          </p:cNvCxnSpPr>
          <p:nvPr/>
        </p:nvCxnSpPr>
        <p:spPr>
          <a:xfrm rot="5400000">
            <a:off x="3890755" y="3131721"/>
            <a:ext cx="1138510" cy="1184064"/>
          </a:xfrm>
          <a:prstGeom prst="curvedConnector3">
            <a:avLst>
              <a:gd name="adj1" fmla="val 129028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/>
          <p:cNvCxnSpPr>
            <a:stCxn id="54" idx="0"/>
            <a:endCxn id="44" idx="7"/>
          </p:cNvCxnSpPr>
          <p:nvPr/>
        </p:nvCxnSpPr>
        <p:spPr>
          <a:xfrm rot="16200000" flipV="1">
            <a:off x="3890549" y="1623673"/>
            <a:ext cx="1008296" cy="1314690"/>
          </a:xfrm>
          <a:prstGeom prst="curvedConnector3">
            <a:avLst>
              <a:gd name="adj1" fmla="val 132058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44" idx="7"/>
            <a:endCxn id="44" idx="1"/>
          </p:cNvCxnSpPr>
          <p:nvPr/>
        </p:nvCxnSpPr>
        <p:spPr>
          <a:xfrm rot="16200000" flipV="1">
            <a:off x="3301101" y="1340619"/>
            <a:ext cx="12700" cy="872502"/>
          </a:xfrm>
          <a:prstGeom prst="curvedConnector3">
            <a:avLst>
              <a:gd name="adj1" fmla="val 2545189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urved Connector 21"/>
          <p:cNvCxnSpPr>
            <a:stCxn id="44" idx="1"/>
            <a:endCxn id="36" idx="7"/>
          </p:cNvCxnSpPr>
          <p:nvPr/>
        </p:nvCxnSpPr>
        <p:spPr>
          <a:xfrm rot="16200000" flipV="1">
            <a:off x="2137604" y="1049624"/>
            <a:ext cx="109990" cy="1344502"/>
          </a:xfrm>
          <a:prstGeom prst="curvedConnector3">
            <a:avLst>
              <a:gd name="adj1" fmla="val 429935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urved Connector 27"/>
          <p:cNvCxnSpPr>
            <a:stCxn id="36" idx="7"/>
            <a:endCxn id="36" idx="1"/>
          </p:cNvCxnSpPr>
          <p:nvPr/>
        </p:nvCxnSpPr>
        <p:spPr>
          <a:xfrm rot="16200000" flipV="1">
            <a:off x="1111952" y="1258484"/>
            <a:ext cx="12700" cy="816792"/>
          </a:xfrm>
          <a:prstGeom prst="curvedConnector3">
            <a:avLst>
              <a:gd name="adj1" fmla="val 2857449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/>
          <p:cNvCxnSpPr>
            <a:stCxn id="36" idx="1"/>
            <a:endCxn id="26" idx="0"/>
          </p:cNvCxnSpPr>
          <p:nvPr/>
        </p:nvCxnSpPr>
        <p:spPr>
          <a:xfrm rot="16200000" flipV="1">
            <a:off x="390987" y="1354310"/>
            <a:ext cx="152678" cy="472461"/>
          </a:xfrm>
          <a:prstGeom prst="curvedConnector3">
            <a:avLst>
              <a:gd name="adj1" fmla="val 249727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/>
          <p:cNvCxnSpPr>
            <a:stCxn id="49" idx="5"/>
            <a:endCxn id="49" idx="3"/>
          </p:cNvCxnSpPr>
          <p:nvPr/>
        </p:nvCxnSpPr>
        <p:spPr>
          <a:xfrm rot="5400000">
            <a:off x="3389534" y="3814564"/>
            <a:ext cx="12700" cy="956888"/>
          </a:xfrm>
          <a:prstGeom prst="curvedConnector3">
            <a:avLst>
              <a:gd name="adj1" fmla="val 260222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urved Connector 40"/>
          <p:cNvCxnSpPr>
            <a:stCxn id="49" idx="3"/>
            <a:endCxn id="36" idx="5"/>
          </p:cNvCxnSpPr>
          <p:nvPr/>
        </p:nvCxnSpPr>
        <p:spPr>
          <a:xfrm rot="5400000" flipH="1">
            <a:off x="1226874" y="2608792"/>
            <a:ext cx="1977690" cy="1390742"/>
          </a:xfrm>
          <a:prstGeom prst="curvedConnector3">
            <a:avLst>
              <a:gd name="adj1" fmla="val -16711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urved Connector 55"/>
          <p:cNvCxnSpPr>
            <a:stCxn id="36" idx="5"/>
            <a:endCxn id="36" idx="3"/>
          </p:cNvCxnSpPr>
          <p:nvPr/>
        </p:nvCxnSpPr>
        <p:spPr>
          <a:xfrm rot="5400000">
            <a:off x="1111952" y="1906922"/>
            <a:ext cx="12700" cy="816792"/>
          </a:xfrm>
          <a:prstGeom prst="curvedConnector3">
            <a:avLst>
              <a:gd name="adj1" fmla="val 2857449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urved Connector 57"/>
          <p:cNvCxnSpPr>
            <a:stCxn id="36" idx="3"/>
            <a:endCxn id="26" idx="2"/>
          </p:cNvCxnSpPr>
          <p:nvPr/>
        </p:nvCxnSpPr>
        <p:spPr>
          <a:xfrm rot="5400000" flipH="1">
            <a:off x="251434" y="1863196"/>
            <a:ext cx="431784" cy="472461"/>
          </a:xfrm>
          <a:prstGeom prst="curvedConnector3">
            <a:avLst>
              <a:gd name="adj1" fmla="val -84046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98267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2" grpId="0"/>
      <p:bldP spid="4" grpId="0" animBg="1"/>
      <p:bldP spid="7" grpId="0" animBg="1"/>
      <p:bldP spid="11" grpId="0"/>
      <p:bldP spid="17" grpId="0"/>
      <p:bldP spid="18" grpId="0"/>
      <p:bldP spid="19" grpId="0"/>
      <p:bldP spid="24" grpId="0"/>
      <p:bldP spid="5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83;p6"/>
          <p:cNvSpPr txBox="1"/>
          <p:nvPr/>
        </p:nvSpPr>
        <p:spPr>
          <a:xfrm>
            <a:off x="269289" y="381000"/>
            <a:ext cx="10559132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BackPropagation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644266" y="201377"/>
                <a:ext cx="3478003" cy="63363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-I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𝑟𝑟𝑜𝑟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𝐸𝑟𝑟𝑜𝑟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𝐸𝑟𝑟𝑜𝑟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44266" y="201377"/>
                <a:ext cx="3478003" cy="633635"/>
              </a:xfrm>
              <a:prstGeom prst="rect">
                <a:avLst/>
              </a:prstGeom>
              <a:blipFill>
                <a:blip r:embed="rId3"/>
                <a:stretch>
                  <a:fillRect b="-9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548855" y="2007259"/>
                <a:ext cx="5647893" cy="628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8855" y="2007259"/>
                <a:ext cx="5647893" cy="6284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557128" y="2809647"/>
                <a:ext cx="5643083" cy="628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57128" y="2809647"/>
                <a:ext cx="5643083" cy="6284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5579472" y="1882833"/>
            <a:ext cx="5617276" cy="168462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77412" y="2007259"/>
            <a:ext cx="1791726" cy="147370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012799" y="1204897"/>
            <a:ext cx="2218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Already Computed</a:t>
            </a:r>
            <a:endParaRPr lang="en-IN" sz="20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/>
          <p:cNvCxnSpPr>
            <a:stCxn id="11" idx="2"/>
            <a:endCxn id="7" idx="0"/>
          </p:cNvCxnSpPr>
          <p:nvPr/>
        </p:nvCxnSpPr>
        <p:spPr>
          <a:xfrm flipH="1">
            <a:off x="7673275" y="1605007"/>
            <a:ext cx="1448995" cy="4022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5710653" y="4046771"/>
                <a:ext cx="5047087" cy="6322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000" dirty="0"/>
                          <m:t> + 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</m:t>
                    </m:r>
                    <m:r>
                      <m:rPr>
                        <m:nor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10653" y="4046771"/>
                <a:ext cx="5047087" cy="6322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384296" y="6002469"/>
                <a:ext cx="10088076" cy="6301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𝑟𝑟𝑜𝑟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IN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0.000438568</m:t>
                    </m:r>
                    <m:r>
                      <m:rPr>
                        <m:nor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 − </m:t>
                    </m:r>
                    <m:r>
                      <m:rPr>
                        <m:nor/>
                      </m:rPr>
                      <a:rPr lang="en-IN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0.000229828</m:t>
                    </m:r>
                    <m:r>
                      <m:rPr>
                        <m:nor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0.000438568 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96" y="6002469"/>
                <a:ext cx="10088076" cy="6301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384296" y="5204886"/>
                <a:ext cx="10088076" cy="6301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</a:t>
                </a:r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0.217071535 x 0.175510053 x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</m:t>
                    </m:r>
                    <m:r>
                      <m:rPr>
                        <m:nor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m:rPr>
                        <m:nor/>
                      </m:rPr>
                      <a:rPr lang="en-IN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0.241300709 </m:t>
                    </m:r>
                    <m:r>
                      <m:rPr>
                        <m:nor/>
                      </m:rPr>
                      <a:rPr lang="en-IN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IN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0.05 =−0.000229828</m:t>
                    </m:r>
                  </m:oMath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296" y="5204886"/>
                <a:ext cx="10088076" cy="63010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4" name="Group 23"/>
          <p:cNvGrpSpPr/>
          <p:nvPr/>
        </p:nvGrpSpPr>
        <p:grpSpPr>
          <a:xfrm>
            <a:off x="120593" y="1492594"/>
            <a:ext cx="4930880" cy="3161042"/>
            <a:chOff x="-62287" y="1233848"/>
            <a:chExt cx="4930880" cy="316104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Rectangle 24"/>
                <p:cNvSpPr/>
                <p:nvPr/>
              </p:nvSpPr>
              <p:spPr>
                <a:xfrm>
                  <a:off x="-62287" y="1514202"/>
                  <a:ext cx="5867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5" name="Rectangle 2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-62287" y="1514202"/>
                  <a:ext cx="586763" cy="369332"/>
                </a:xfrm>
                <a:prstGeom prst="rect">
                  <a:avLst/>
                </a:prstGeom>
                <a:blipFill>
                  <a:blip r:embed="rId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2332079" y="1500784"/>
                  <a:ext cx="5867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32079" y="1500784"/>
                  <a:ext cx="586763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Rectangle 26"/>
                <p:cNvSpPr/>
                <p:nvPr/>
              </p:nvSpPr>
              <p:spPr>
                <a:xfrm>
                  <a:off x="1988969" y="3553428"/>
                  <a:ext cx="5867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27" name="Rectangle 2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88969" y="3553428"/>
                  <a:ext cx="586763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8" name="Straight Connector 27"/>
            <p:cNvCxnSpPr>
              <a:stCxn id="50" idx="0"/>
              <a:endCxn id="50" idx="4"/>
            </p:cNvCxnSpPr>
            <p:nvPr/>
          </p:nvCxnSpPr>
          <p:spPr>
            <a:xfrm>
              <a:off x="1111952" y="1532584"/>
              <a:ext cx="0" cy="9170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9" name="Group 28"/>
            <p:cNvGrpSpPr/>
            <p:nvPr/>
          </p:nvGrpSpPr>
          <p:grpSpPr>
            <a:xfrm>
              <a:off x="435388" y="1532584"/>
              <a:ext cx="1403151" cy="917030"/>
              <a:chOff x="1452181" y="1911188"/>
              <a:chExt cx="1403151" cy="1100235"/>
            </a:xfrm>
          </p:grpSpPr>
          <p:sp>
            <p:nvSpPr>
              <p:cNvPr id="50" name="Oval 49"/>
              <p:cNvSpPr/>
              <p:nvPr/>
            </p:nvSpPr>
            <p:spPr>
              <a:xfrm>
                <a:off x="1551186" y="1911188"/>
                <a:ext cx="1155118" cy="110023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1" name="TextBox 50"/>
                  <p:cNvSpPr txBox="1"/>
                  <p:nvPr/>
                </p:nvSpPr>
                <p:spPr>
                  <a:xfrm>
                    <a:off x="1452181" y="2217550"/>
                    <a:ext cx="7481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51" name="TextBox 5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2181" y="2217550"/>
                    <a:ext cx="748154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2" name="Rectangle 51"/>
                  <p:cNvSpPr/>
                  <p:nvPr/>
                </p:nvSpPr>
                <p:spPr>
                  <a:xfrm>
                    <a:off x="1976822" y="2220757"/>
                    <a:ext cx="878510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52" name="Rectangle 51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76822" y="2220757"/>
                    <a:ext cx="878510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17647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0" name="Group 29"/>
            <p:cNvGrpSpPr/>
            <p:nvPr/>
          </p:nvGrpSpPr>
          <p:grpSpPr>
            <a:xfrm>
              <a:off x="2684149" y="1682231"/>
              <a:ext cx="1359132" cy="646237"/>
              <a:chOff x="4106586" y="1898996"/>
              <a:chExt cx="1359132" cy="775343"/>
            </a:xfrm>
          </p:grpSpPr>
          <p:sp>
            <p:nvSpPr>
              <p:cNvPr id="46" name="Oval 45"/>
              <p:cNvSpPr/>
              <p:nvPr/>
            </p:nvSpPr>
            <p:spPr>
              <a:xfrm>
                <a:off x="4106586" y="1898996"/>
                <a:ext cx="1233904" cy="775343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47" name="Straight Connector 46"/>
              <p:cNvCxnSpPr>
                <a:stCxn id="46" idx="0"/>
                <a:endCxn id="46" idx="4"/>
              </p:cNvCxnSpPr>
              <p:nvPr/>
            </p:nvCxnSpPr>
            <p:spPr>
              <a:xfrm>
                <a:off x="4723538" y="1898996"/>
                <a:ext cx="0" cy="775343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8" name="Rectangle 47"/>
                  <p:cNvSpPr/>
                  <p:nvPr/>
                </p:nvSpPr>
                <p:spPr>
                  <a:xfrm>
                    <a:off x="4106790" y="2062223"/>
                    <a:ext cx="74334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48" name="Rectangle 4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06790" y="2062223"/>
                    <a:ext cx="743345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9" name="Rectangle 48"/>
                  <p:cNvSpPr/>
                  <p:nvPr/>
                </p:nvSpPr>
                <p:spPr>
                  <a:xfrm>
                    <a:off x="4592017" y="2066449"/>
                    <a:ext cx="87370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49" name="Rectangle 4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017" y="2066449"/>
                    <a:ext cx="873701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5686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31" name="Group 30"/>
            <p:cNvGrpSpPr/>
            <p:nvPr/>
          </p:nvGrpSpPr>
          <p:grpSpPr>
            <a:xfrm>
              <a:off x="2712912" y="3699199"/>
              <a:ext cx="1500561" cy="695691"/>
              <a:chOff x="4130470" y="4654327"/>
              <a:chExt cx="1500561" cy="834677"/>
            </a:xfrm>
          </p:grpSpPr>
          <p:sp>
            <p:nvSpPr>
              <p:cNvPr id="42" name="Oval 41"/>
              <p:cNvSpPr/>
              <p:nvPr/>
            </p:nvSpPr>
            <p:spPr>
              <a:xfrm>
                <a:off x="4130470" y="4654327"/>
                <a:ext cx="1353244" cy="834677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43" name="Straight Connector 42"/>
              <p:cNvCxnSpPr>
                <a:stCxn id="42" idx="0"/>
                <a:endCxn id="42" idx="4"/>
              </p:cNvCxnSpPr>
              <p:nvPr/>
            </p:nvCxnSpPr>
            <p:spPr>
              <a:xfrm>
                <a:off x="4807092" y="4654327"/>
                <a:ext cx="0" cy="834677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4" name="Rectangle 43"/>
                  <p:cNvSpPr/>
                  <p:nvPr/>
                </p:nvSpPr>
                <p:spPr>
                  <a:xfrm>
                    <a:off x="4179793" y="4784143"/>
                    <a:ext cx="74334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44" name="Rectangle 4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9793" y="4784143"/>
                    <a:ext cx="743345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15686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5" name="Rectangle 44"/>
                  <p:cNvSpPr/>
                  <p:nvPr/>
                </p:nvSpPr>
                <p:spPr>
                  <a:xfrm>
                    <a:off x="4757330" y="4785934"/>
                    <a:ext cx="87370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45" name="Rectangle 4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57330" y="4785934"/>
                    <a:ext cx="873701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15686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32" name="Straight Connector 31"/>
            <p:cNvCxnSpPr>
              <a:stCxn id="50" idx="6"/>
              <a:endCxn id="42" idx="2"/>
            </p:cNvCxnSpPr>
            <p:nvPr/>
          </p:nvCxnSpPr>
          <p:spPr>
            <a:xfrm>
              <a:off x="1689511" y="1991099"/>
              <a:ext cx="1023401" cy="20559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50" idx="6"/>
              <a:endCxn id="46" idx="2"/>
            </p:cNvCxnSpPr>
            <p:nvPr/>
          </p:nvCxnSpPr>
          <p:spPr>
            <a:xfrm>
              <a:off x="1689511" y="1991099"/>
              <a:ext cx="994638" cy="14251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endCxn id="50" idx="2"/>
            </p:cNvCxnSpPr>
            <p:nvPr/>
          </p:nvCxnSpPr>
          <p:spPr>
            <a:xfrm>
              <a:off x="62029" y="1991099"/>
              <a:ext cx="472364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/>
                <p:cNvSpPr/>
                <p:nvPr/>
              </p:nvSpPr>
              <p:spPr>
                <a:xfrm>
                  <a:off x="889614" y="1233848"/>
                  <a:ext cx="5527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5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89614" y="1233848"/>
                  <a:ext cx="552779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Rectangle 35"/>
                <p:cNvSpPr/>
                <p:nvPr/>
              </p:nvSpPr>
              <p:spPr>
                <a:xfrm>
                  <a:off x="2997120" y="1340350"/>
                  <a:ext cx="5527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6" name="Rectangle 3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97120" y="1340350"/>
                  <a:ext cx="552779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/>
                <p:cNvSpPr/>
                <p:nvPr/>
              </p:nvSpPr>
              <p:spPr>
                <a:xfrm>
                  <a:off x="3075349" y="3259401"/>
                  <a:ext cx="5527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7" name="Rectangle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75349" y="3259401"/>
                  <a:ext cx="552779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8" name="Straight Connector 37"/>
            <p:cNvCxnSpPr/>
            <p:nvPr/>
          </p:nvCxnSpPr>
          <p:spPr>
            <a:xfrm>
              <a:off x="3918053" y="1941848"/>
              <a:ext cx="7716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>
            <a:xfrm>
              <a:off x="4066156" y="4026042"/>
              <a:ext cx="72485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0" name="Rectangle 39"/>
                <p:cNvSpPr/>
                <p:nvPr/>
              </p:nvSpPr>
              <p:spPr>
                <a:xfrm>
                  <a:off x="4043281" y="2061896"/>
                  <a:ext cx="7553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0" name="Rectangle 3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43281" y="2061896"/>
                  <a:ext cx="755335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1" name="Rectangle 40"/>
                <p:cNvSpPr/>
                <p:nvPr/>
              </p:nvSpPr>
              <p:spPr>
                <a:xfrm>
                  <a:off x="4113258" y="3504018"/>
                  <a:ext cx="7553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99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1" name="Rectangle 4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3258" y="3504018"/>
                  <a:ext cx="755335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TextBox 52"/>
          <p:cNvSpPr txBox="1"/>
          <p:nvPr/>
        </p:nvSpPr>
        <p:spPr>
          <a:xfrm>
            <a:off x="4703648" y="2953243"/>
            <a:ext cx="72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Error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6" name="Curved Connector 5"/>
          <p:cNvCxnSpPr>
            <a:stCxn id="53" idx="0"/>
            <a:endCxn id="46" idx="7"/>
          </p:cNvCxnSpPr>
          <p:nvPr/>
        </p:nvCxnSpPr>
        <p:spPr>
          <a:xfrm rot="16200000" flipV="1">
            <a:off x="4034299" y="1921550"/>
            <a:ext cx="917627" cy="1145759"/>
          </a:xfrm>
          <a:prstGeom prst="curvedConnector3">
            <a:avLst>
              <a:gd name="adj1" fmla="val 135226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/>
          <p:cNvCxnSpPr>
            <a:stCxn id="53" idx="2"/>
            <a:endCxn id="42" idx="5"/>
          </p:cNvCxnSpPr>
          <p:nvPr/>
        </p:nvCxnSpPr>
        <p:spPr>
          <a:xfrm rot="5400000">
            <a:off x="3943836" y="3429598"/>
            <a:ext cx="1229179" cy="1015133"/>
          </a:xfrm>
          <a:prstGeom prst="curvedConnector3">
            <a:avLst>
              <a:gd name="adj1" fmla="val 126886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>
            <a:stCxn id="42" idx="5"/>
            <a:endCxn id="42" idx="3"/>
          </p:cNvCxnSpPr>
          <p:nvPr/>
        </p:nvCxnSpPr>
        <p:spPr>
          <a:xfrm rot="5400000">
            <a:off x="3572414" y="4073310"/>
            <a:ext cx="12700" cy="956888"/>
          </a:xfrm>
          <a:prstGeom prst="curvedConnector3">
            <a:avLst>
              <a:gd name="adj1" fmla="val 260222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/>
          <p:cNvCxnSpPr>
            <a:stCxn id="46" idx="7"/>
            <a:endCxn id="46" idx="1"/>
          </p:cNvCxnSpPr>
          <p:nvPr/>
        </p:nvCxnSpPr>
        <p:spPr>
          <a:xfrm rot="16200000" flipV="1">
            <a:off x="3483981" y="1599365"/>
            <a:ext cx="12700" cy="872502"/>
          </a:xfrm>
          <a:prstGeom prst="curvedConnector3">
            <a:avLst>
              <a:gd name="adj1" fmla="val 2545189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urved Connector 55"/>
          <p:cNvCxnSpPr>
            <a:stCxn id="50" idx="1"/>
            <a:endCxn id="25" idx="0"/>
          </p:cNvCxnSpPr>
          <p:nvPr/>
        </p:nvCxnSpPr>
        <p:spPr>
          <a:xfrm rot="16200000" flipV="1">
            <a:off x="573867" y="1613056"/>
            <a:ext cx="152678" cy="472461"/>
          </a:xfrm>
          <a:prstGeom prst="curvedConnector3">
            <a:avLst>
              <a:gd name="adj1" fmla="val 249727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urved Connector 57"/>
          <p:cNvCxnSpPr>
            <a:stCxn id="50" idx="7"/>
            <a:endCxn id="50" idx="1"/>
          </p:cNvCxnSpPr>
          <p:nvPr/>
        </p:nvCxnSpPr>
        <p:spPr>
          <a:xfrm rot="16200000" flipV="1">
            <a:off x="1294832" y="1517230"/>
            <a:ext cx="12700" cy="816792"/>
          </a:xfrm>
          <a:prstGeom prst="curvedConnector3">
            <a:avLst>
              <a:gd name="adj1" fmla="val 2857449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urved Connector 59"/>
          <p:cNvCxnSpPr>
            <a:stCxn id="46" idx="1"/>
            <a:endCxn id="50" idx="7"/>
          </p:cNvCxnSpPr>
          <p:nvPr/>
        </p:nvCxnSpPr>
        <p:spPr>
          <a:xfrm rot="16200000" flipV="1">
            <a:off x="2320484" y="1308370"/>
            <a:ext cx="109990" cy="1344502"/>
          </a:xfrm>
          <a:prstGeom prst="curvedConnector3">
            <a:avLst>
              <a:gd name="adj1" fmla="val 429935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urved Connector 61"/>
          <p:cNvCxnSpPr>
            <a:stCxn id="42" idx="3"/>
            <a:endCxn id="50" idx="5"/>
          </p:cNvCxnSpPr>
          <p:nvPr/>
        </p:nvCxnSpPr>
        <p:spPr>
          <a:xfrm rot="5400000" flipH="1">
            <a:off x="1409754" y="2867538"/>
            <a:ext cx="1977690" cy="1390742"/>
          </a:xfrm>
          <a:prstGeom prst="curvedConnector3">
            <a:avLst>
              <a:gd name="adj1" fmla="val -16711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urved Connector 63"/>
          <p:cNvCxnSpPr>
            <a:stCxn id="50" idx="5"/>
            <a:endCxn id="50" idx="3"/>
          </p:cNvCxnSpPr>
          <p:nvPr/>
        </p:nvCxnSpPr>
        <p:spPr>
          <a:xfrm rot="5400000">
            <a:off x="1294832" y="2165668"/>
            <a:ext cx="12700" cy="816792"/>
          </a:xfrm>
          <a:prstGeom prst="curvedConnector3">
            <a:avLst>
              <a:gd name="adj1" fmla="val 2857449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urved Connector 65"/>
          <p:cNvCxnSpPr>
            <a:stCxn id="50" idx="3"/>
            <a:endCxn id="25" idx="2"/>
          </p:cNvCxnSpPr>
          <p:nvPr/>
        </p:nvCxnSpPr>
        <p:spPr>
          <a:xfrm rot="5400000" flipH="1">
            <a:off x="434314" y="2121942"/>
            <a:ext cx="431784" cy="472461"/>
          </a:xfrm>
          <a:prstGeom prst="curvedConnector3">
            <a:avLst>
              <a:gd name="adj1" fmla="val -84046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9605638" y="2024776"/>
            <a:ext cx="1508987" cy="147370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8" name="Straight Arrow Connector 67"/>
          <p:cNvCxnSpPr>
            <a:stCxn id="11" idx="2"/>
            <a:endCxn id="67" idx="0"/>
          </p:cNvCxnSpPr>
          <p:nvPr/>
        </p:nvCxnSpPr>
        <p:spPr>
          <a:xfrm>
            <a:off x="9122270" y="1605007"/>
            <a:ext cx="1237862" cy="4197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21553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11" grpId="0"/>
      <p:bldP spid="17" grpId="0"/>
      <p:bldP spid="16" grpId="0"/>
      <p:bldP spid="22" grpId="0"/>
      <p:bldP spid="6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83;p6"/>
          <p:cNvSpPr txBox="1"/>
          <p:nvPr/>
        </p:nvSpPr>
        <p:spPr>
          <a:xfrm>
            <a:off x="269289" y="381000"/>
            <a:ext cx="10559132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BackPropagation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394668" y="194924"/>
                <a:ext cx="3498843" cy="6355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-I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𝑟𝑟𝑜𝑟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𝐸𝑟𝑟𝑜𝑟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𝐸𝑟𝑟𝑜𝑟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668" y="194924"/>
                <a:ext cx="3498843" cy="635559"/>
              </a:xfrm>
              <a:prstGeom prst="rect">
                <a:avLst/>
              </a:prstGeom>
              <a:blipFill>
                <a:blip r:embed="rId3"/>
                <a:stretch>
                  <a:fillRect b="-9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390347" y="1307094"/>
                <a:ext cx="5647893" cy="628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347" y="1307094"/>
                <a:ext cx="5647893" cy="6284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398620" y="2109482"/>
                <a:ext cx="5643083" cy="628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8620" y="2109482"/>
                <a:ext cx="5643083" cy="6284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5420964" y="1182668"/>
            <a:ext cx="5617276" cy="168462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06544" y="1307094"/>
            <a:ext cx="3568170" cy="147370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64392" y="645808"/>
            <a:ext cx="2218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Already Computed</a:t>
            </a:r>
            <a:endParaRPr lang="en-IN" sz="20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/>
          <p:cNvCxnSpPr>
            <a:stCxn id="11" idx="1"/>
          </p:cNvCxnSpPr>
          <p:nvPr/>
        </p:nvCxnSpPr>
        <p:spPr>
          <a:xfrm flipH="1">
            <a:off x="7385020" y="845863"/>
            <a:ext cx="1779372" cy="4109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420964" y="3288563"/>
                <a:ext cx="3936527" cy="6301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 </m:t>
                    </m:r>
                  </m:oMath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964" y="3288563"/>
                <a:ext cx="3936527" cy="6301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Rectangle 23"/>
              <p:cNvSpPr/>
              <p:nvPr/>
            </p:nvSpPr>
            <p:spPr>
              <a:xfrm>
                <a:off x="86638" y="4605329"/>
                <a:ext cx="8839563" cy="57618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 smtClean="0"/>
                  <a:t> = 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0.74136507  x 0.186815602  x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0.4 </m:t>
                    </m:r>
                  </m:oMath>
                </a14:m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0.241300709 </m:t>
                    </m:r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0.1 =0.001336792</m:t>
                    </m:r>
                  </m:oMath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Rectangle 2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8" y="4605329"/>
                <a:ext cx="8839563" cy="576183"/>
              </a:xfrm>
              <a:prstGeom prst="rect">
                <a:avLst/>
              </a:prstGeom>
              <a:blipFill>
                <a:blip r:embed="rId7"/>
                <a:stretch>
                  <a:fillRect b="-21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Rectangle 24"/>
              <p:cNvSpPr/>
              <p:nvPr/>
            </p:nvSpPr>
            <p:spPr>
              <a:xfrm>
                <a:off x="-126318" y="6158430"/>
                <a:ext cx="9560211" cy="7278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∂</m:t>
                          </m:r>
                          <m:r>
                            <m:rPr>
                              <m:sty m:val="p"/>
                            </m:rPr>
                            <a:rPr lang="en-I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Error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I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𝐸𝑟𝑟𝑜𝑟</m:t>
                              </m:r>
                            </m:e>
                            <m:sub>
                              <m:r>
                                <a:rPr lang="en-I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I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𝐸𝑟𝑟𝑜𝑟</m:t>
                              </m:r>
                            </m:e>
                            <m:sub>
                              <m:r>
                                <a:rPr lang="en-I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en-I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m:rPr>
                          <m:nor/>
                        </m:rPr>
                        <a:rPr lang="en-I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0.001336792</m:t>
                      </m:r>
                      <m:r>
                        <a:rPr lang="en-I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+(</m:t>
                      </m:r>
                      <m:r>
                        <m:rPr>
                          <m:nor/>
                        </m:rPr>
                        <a:rPr lang="en-I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−0.000367725)</m:t>
                      </m:r>
                      <m:r>
                        <m:rPr>
                          <m:nor/>
                        </m:rPr>
                        <a:rPr lang="en-I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0.000969067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Rectangle 2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6318" y="6158430"/>
                <a:ext cx="9560211" cy="72789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Rectangle 25"/>
              <p:cNvSpPr/>
              <p:nvPr/>
            </p:nvSpPr>
            <p:spPr>
              <a:xfrm>
                <a:off x="86638" y="5268676"/>
                <a:ext cx="10088076" cy="64209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-0.217071535 x 0.175510053 x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</m:t>
                    </m:r>
                    <m:r>
                      <m:rPr>
                        <m:nor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m:rPr>
                        <m:nor/>
                      </m:rPr>
                      <a:rPr lang="en-IN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0.241300709 </m:t>
                    </m:r>
                    <m:r>
                      <m:rPr>
                        <m:nor/>
                      </m:rPr>
                      <a:rPr lang="en-IN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IN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0.1 = −0.000367725</m:t>
                    </m:r>
                  </m:oMath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Rectangle 2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638" y="5268676"/>
                <a:ext cx="10088076" cy="64209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3" name="Straight Connector 52"/>
          <p:cNvCxnSpPr>
            <a:stCxn id="84" idx="0"/>
            <a:endCxn id="84" idx="4"/>
          </p:cNvCxnSpPr>
          <p:nvPr/>
        </p:nvCxnSpPr>
        <p:spPr>
          <a:xfrm>
            <a:off x="1291067" y="1435355"/>
            <a:ext cx="0" cy="91703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>
            <a:stCxn id="84" idx="6"/>
            <a:endCxn id="77" idx="2"/>
          </p:cNvCxnSpPr>
          <p:nvPr/>
        </p:nvCxnSpPr>
        <p:spPr>
          <a:xfrm>
            <a:off x="1868626" y="1893870"/>
            <a:ext cx="933678" cy="1425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036208" y="1844619"/>
            <a:ext cx="771646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7" name="Group 46"/>
          <p:cNvGrpSpPr/>
          <p:nvPr/>
        </p:nvGrpSpPr>
        <p:grpSpPr>
          <a:xfrm>
            <a:off x="77744" y="1122428"/>
            <a:ext cx="4909004" cy="3175233"/>
            <a:chOff x="77744" y="1122428"/>
            <a:chExt cx="4909004" cy="317523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5" name="Rectangle 34"/>
                <p:cNvSpPr/>
                <p:nvPr/>
              </p:nvSpPr>
              <p:spPr>
                <a:xfrm>
                  <a:off x="2196289" y="1462958"/>
                  <a:ext cx="5867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5" name="Rectangle 3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96289" y="1462958"/>
                  <a:ext cx="586763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8" name="Rectangle 37"/>
                <p:cNvSpPr/>
                <p:nvPr/>
              </p:nvSpPr>
              <p:spPr>
                <a:xfrm>
                  <a:off x="2075718" y="1935722"/>
                  <a:ext cx="5867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8" name="Rectangle 3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75718" y="1935722"/>
                  <a:ext cx="586763" cy="369332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5" name="Group 54"/>
            <p:cNvGrpSpPr/>
            <p:nvPr/>
          </p:nvGrpSpPr>
          <p:grpSpPr>
            <a:xfrm>
              <a:off x="614503" y="1435355"/>
              <a:ext cx="1403151" cy="917030"/>
              <a:chOff x="1452181" y="1911188"/>
              <a:chExt cx="1403151" cy="1100235"/>
            </a:xfrm>
          </p:grpSpPr>
          <p:sp>
            <p:nvSpPr>
              <p:cNvPr id="84" name="Oval 83"/>
              <p:cNvSpPr/>
              <p:nvPr/>
            </p:nvSpPr>
            <p:spPr>
              <a:xfrm>
                <a:off x="1551186" y="1911188"/>
                <a:ext cx="1155118" cy="1100235"/>
              </a:xfrm>
              <a:prstGeom prst="ellipse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5" name="TextBox 84"/>
                  <p:cNvSpPr txBox="1"/>
                  <p:nvPr/>
                </p:nvSpPr>
                <p:spPr>
                  <a:xfrm>
                    <a:off x="1452181" y="2217550"/>
                    <a:ext cx="748154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85" name="TextBox 8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452181" y="2217550"/>
                    <a:ext cx="748154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b="-17647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6" name="Rectangle 85"/>
                  <p:cNvSpPr/>
                  <p:nvPr/>
                </p:nvSpPr>
                <p:spPr>
                  <a:xfrm>
                    <a:off x="1976822" y="2220757"/>
                    <a:ext cx="878510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86" name="Rectangle 8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76822" y="2220757"/>
                    <a:ext cx="878510" cy="369332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7" name="Group 56"/>
            <p:cNvGrpSpPr/>
            <p:nvPr/>
          </p:nvGrpSpPr>
          <p:grpSpPr>
            <a:xfrm>
              <a:off x="2802304" y="1585002"/>
              <a:ext cx="1359132" cy="646237"/>
              <a:chOff x="4106586" y="1898996"/>
              <a:chExt cx="1359132" cy="775343"/>
            </a:xfrm>
          </p:grpSpPr>
          <p:sp>
            <p:nvSpPr>
              <p:cNvPr id="77" name="Oval 76"/>
              <p:cNvSpPr/>
              <p:nvPr/>
            </p:nvSpPr>
            <p:spPr>
              <a:xfrm>
                <a:off x="4106586" y="1898996"/>
                <a:ext cx="1233904" cy="775343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78" name="Straight Connector 77"/>
              <p:cNvCxnSpPr>
                <a:stCxn id="77" idx="0"/>
                <a:endCxn id="77" idx="4"/>
              </p:cNvCxnSpPr>
              <p:nvPr/>
            </p:nvCxnSpPr>
            <p:spPr>
              <a:xfrm>
                <a:off x="4723538" y="1898996"/>
                <a:ext cx="0" cy="775343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9" name="Rectangle 78"/>
                  <p:cNvSpPr/>
                  <p:nvPr/>
                </p:nvSpPr>
                <p:spPr>
                  <a:xfrm>
                    <a:off x="4106790" y="2062223"/>
                    <a:ext cx="74334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79" name="Rectangle 7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06790" y="2062223"/>
                    <a:ext cx="743345" cy="369332"/>
                  </a:xfrm>
                  <a:prstGeom prst="rect">
                    <a:avLst/>
                  </a:prstGeom>
                  <a:blipFill>
                    <a:blip r:embed="rId14"/>
                    <a:stretch>
                      <a:fillRect b="-15686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80" name="Rectangle 79"/>
                  <p:cNvSpPr/>
                  <p:nvPr/>
                </p:nvSpPr>
                <p:spPr>
                  <a:xfrm>
                    <a:off x="4592017" y="2066449"/>
                    <a:ext cx="87370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80" name="Rectangle 7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592017" y="2066449"/>
                    <a:ext cx="873701" cy="369332"/>
                  </a:xfrm>
                  <a:prstGeom prst="rect">
                    <a:avLst/>
                  </a:prstGeom>
                  <a:blipFill>
                    <a:blip r:embed="rId15"/>
                    <a:stretch>
                      <a:fillRect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8" name="Group 57"/>
            <p:cNvGrpSpPr/>
            <p:nvPr/>
          </p:nvGrpSpPr>
          <p:grpSpPr>
            <a:xfrm>
              <a:off x="2831067" y="3601970"/>
              <a:ext cx="1500561" cy="695691"/>
              <a:chOff x="4130470" y="4654327"/>
              <a:chExt cx="1500561" cy="834677"/>
            </a:xfrm>
          </p:grpSpPr>
          <p:sp>
            <p:nvSpPr>
              <p:cNvPr id="73" name="Oval 72"/>
              <p:cNvSpPr/>
              <p:nvPr/>
            </p:nvSpPr>
            <p:spPr>
              <a:xfrm>
                <a:off x="4130470" y="4654327"/>
                <a:ext cx="1353244" cy="834677"/>
              </a:xfrm>
              <a:prstGeom prst="ellipse">
                <a:avLst/>
              </a:prstGeom>
              <a:noFill/>
              <a:ln>
                <a:solidFill>
                  <a:schemeClr val="accent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cxnSp>
            <p:nvCxnSpPr>
              <p:cNvPr id="74" name="Straight Connector 73"/>
              <p:cNvCxnSpPr>
                <a:stCxn id="73" idx="0"/>
                <a:endCxn id="73" idx="4"/>
              </p:cNvCxnSpPr>
              <p:nvPr/>
            </p:nvCxnSpPr>
            <p:spPr>
              <a:xfrm>
                <a:off x="4807092" y="4654327"/>
                <a:ext cx="0" cy="834677"/>
              </a:xfrm>
              <a:prstGeom prst="line">
                <a:avLst/>
              </a:prstGeom>
              <a:ln>
                <a:solidFill>
                  <a:schemeClr val="accent5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5" name="Rectangle 74"/>
                  <p:cNvSpPr/>
                  <p:nvPr/>
                </p:nvSpPr>
                <p:spPr>
                  <a:xfrm>
                    <a:off x="4179793" y="4784143"/>
                    <a:ext cx="743345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75" name="Rectangle 7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79793" y="4784143"/>
                    <a:ext cx="743345" cy="369332"/>
                  </a:xfrm>
                  <a:prstGeom prst="rect">
                    <a:avLst/>
                  </a:prstGeom>
                  <a:blipFill>
                    <a:blip r:embed="rId16"/>
                    <a:stretch>
                      <a:fillRect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6" name="Rectangle 75"/>
                  <p:cNvSpPr/>
                  <p:nvPr/>
                </p:nvSpPr>
                <p:spPr>
                  <a:xfrm>
                    <a:off x="4757330" y="4785934"/>
                    <a:ext cx="873701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76" name="Rectangle 7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757330" y="4785934"/>
                    <a:ext cx="873701" cy="369332"/>
                  </a:xfrm>
                  <a:prstGeom prst="rect">
                    <a:avLst/>
                  </a:prstGeom>
                  <a:blipFill>
                    <a:blip r:embed="rId17"/>
                    <a:stretch>
                      <a:fillRect b="-18000"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cxnSp>
          <p:nvCxnSpPr>
            <p:cNvPr id="59" name="Straight Connector 58"/>
            <p:cNvCxnSpPr>
              <a:stCxn id="84" idx="6"/>
              <a:endCxn id="73" idx="2"/>
            </p:cNvCxnSpPr>
            <p:nvPr/>
          </p:nvCxnSpPr>
          <p:spPr>
            <a:xfrm>
              <a:off x="1868626" y="1893870"/>
              <a:ext cx="962441" cy="205594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>
              <a:stCxn id="84" idx="2"/>
            </p:cNvCxnSpPr>
            <p:nvPr/>
          </p:nvCxnSpPr>
          <p:spPr>
            <a:xfrm flipH="1">
              <a:off x="77744" y="1893870"/>
              <a:ext cx="635764" cy="151291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2" name="Rectangle 41"/>
                <p:cNvSpPr/>
                <p:nvPr/>
              </p:nvSpPr>
              <p:spPr>
                <a:xfrm>
                  <a:off x="1035664" y="1122428"/>
                  <a:ext cx="5527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h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2" name="Rectangle 4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35664" y="1122428"/>
                  <a:ext cx="552779" cy="369332"/>
                </a:xfrm>
                <a:prstGeom prst="rect">
                  <a:avLst/>
                </a:prstGeom>
                <a:blipFill>
                  <a:blip r:embed="rId1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4" name="Rectangle 43"/>
                <p:cNvSpPr/>
                <p:nvPr/>
              </p:nvSpPr>
              <p:spPr>
                <a:xfrm>
                  <a:off x="3171806" y="1251983"/>
                  <a:ext cx="5527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4" name="Rectangle 4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71806" y="1251983"/>
                  <a:ext cx="552779" cy="369332"/>
                </a:xfrm>
                <a:prstGeom prst="rect">
                  <a:avLst/>
                </a:prstGeom>
                <a:blipFill>
                  <a:blip r:embed="rId19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5" name="Rectangle 44"/>
                <p:cNvSpPr/>
                <p:nvPr/>
              </p:nvSpPr>
              <p:spPr>
                <a:xfrm>
                  <a:off x="3193504" y="3162172"/>
                  <a:ext cx="552779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𝑜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5" name="Rectangle 4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93504" y="3162172"/>
                  <a:ext cx="552779" cy="369332"/>
                </a:xfrm>
                <a:prstGeom prst="rect">
                  <a:avLst/>
                </a:prstGeom>
                <a:blipFill>
                  <a:blip r:embed="rId2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Connector 29"/>
            <p:cNvCxnSpPr/>
            <p:nvPr/>
          </p:nvCxnSpPr>
          <p:spPr>
            <a:xfrm>
              <a:off x="4184311" y="3928813"/>
              <a:ext cx="72485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Rectangle 30"/>
                <p:cNvSpPr/>
                <p:nvPr/>
              </p:nvSpPr>
              <p:spPr>
                <a:xfrm>
                  <a:off x="4161436" y="1964667"/>
                  <a:ext cx="7553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01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1" name="Rectangle 3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61436" y="1964667"/>
                  <a:ext cx="755335" cy="369332"/>
                </a:xfrm>
                <a:prstGeom prst="rect">
                  <a:avLst/>
                </a:prstGeom>
                <a:blipFill>
                  <a:blip r:embed="rId2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/>
                <p:cNvSpPr/>
                <p:nvPr/>
              </p:nvSpPr>
              <p:spPr>
                <a:xfrm>
                  <a:off x="4231413" y="3406789"/>
                  <a:ext cx="755335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0.</m:t>
                        </m:r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99</m:t>
                        </m:r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2" name="Rectangle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31413" y="3406789"/>
                  <a:ext cx="755335" cy="369332"/>
                </a:xfrm>
                <a:prstGeom prst="rect">
                  <a:avLst/>
                </a:prstGeom>
                <a:blipFill>
                  <a:blip r:embed="rId2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3" name="Rectangle 32"/>
                <p:cNvSpPr/>
                <p:nvPr/>
              </p:nvSpPr>
              <p:spPr>
                <a:xfrm>
                  <a:off x="86638" y="1961881"/>
                  <a:ext cx="5867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3" name="Rectangle 3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6638" y="1961881"/>
                  <a:ext cx="586763" cy="369332"/>
                </a:xfrm>
                <a:prstGeom prst="rect">
                  <a:avLst/>
                </a:prstGeom>
                <a:blipFill>
                  <a:blip r:embed="rId2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46" name="TextBox 45"/>
          <p:cNvSpPr txBox="1"/>
          <p:nvPr/>
        </p:nvSpPr>
        <p:spPr>
          <a:xfrm>
            <a:off x="4696278" y="2571677"/>
            <a:ext cx="72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Error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6" name="Curved Connector 5"/>
          <p:cNvCxnSpPr>
            <a:stCxn id="46" idx="0"/>
            <a:endCxn id="77" idx="7"/>
          </p:cNvCxnSpPr>
          <p:nvPr/>
        </p:nvCxnSpPr>
        <p:spPr>
          <a:xfrm rot="16200000" flipV="1">
            <a:off x="4011046" y="1524102"/>
            <a:ext cx="892036" cy="1203114"/>
          </a:xfrm>
          <a:prstGeom prst="curvedConnector3">
            <a:avLst>
              <a:gd name="adj1" fmla="val 13623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/>
          <p:cNvCxnSpPr>
            <a:stCxn id="46" idx="2"/>
            <a:endCxn id="73" idx="5"/>
          </p:cNvCxnSpPr>
          <p:nvPr/>
        </p:nvCxnSpPr>
        <p:spPr>
          <a:xfrm rot="5400000">
            <a:off x="3894992" y="3032150"/>
            <a:ext cx="1254770" cy="1072488"/>
          </a:xfrm>
          <a:prstGeom prst="curvedConnector3">
            <a:avLst>
              <a:gd name="adj1" fmla="val 12633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>
            <a:stCxn id="77" idx="1"/>
            <a:endCxn id="84" idx="7"/>
          </p:cNvCxnSpPr>
          <p:nvPr/>
        </p:nvCxnSpPr>
        <p:spPr>
          <a:xfrm rot="16200000" flipV="1">
            <a:off x="2286239" y="982875"/>
            <a:ext cx="109990" cy="1283542"/>
          </a:xfrm>
          <a:prstGeom prst="curvedConnector3">
            <a:avLst>
              <a:gd name="adj1" fmla="val 42993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84" idx="7"/>
            <a:endCxn id="84" idx="1"/>
          </p:cNvCxnSpPr>
          <p:nvPr/>
        </p:nvCxnSpPr>
        <p:spPr>
          <a:xfrm rot="16200000" flipV="1">
            <a:off x="1291067" y="1161255"/>
            <a:ext cx="12700" cy="816792"/>
          </a:xfrm>
          <a:prstGeom prst="curvedConnector3">
            <a:avLst>
              <a:gd name="adj1" fmla="val 285744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urved Connector 17"/>
          <p:cNvCxnSpPr>
            <a:stCxn id="84" idx="1"/>
            <a:endCxn id="33" idx="0"/>
          </p:cNvCxnSpPr>
          <p:nvPr/>
        </p:nvCxnSpPr>
        <p:spPr>
          <a:xfrm rot="16200000" flipH="1" flipV="1">
            <a:off x="435231" y="1514440"/>
            <a:ext cx="392230" cy="502651"/>
          </a:xfrm>
          <a:prstGeom prst="curvedConnector3">
            <a:avLst>
              <a:gd name="adj1" fmla="val -9252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urved Connector 26"/>
          <p:cNvCxnSpPr>
            <a:stCxn id="73" idx="5"/>
            <a:endCxn id="73" idx="3"/>
          </p:cNvCxnSpPr>
          <p:nvPr/>
        </p:nvCxnSpPr>
        <p:spPr>
          <a:xfrm rot="5400000">
            <a:off x="3507689" y="3717335"/>
            <a:ext cx="12700" cy="956888"/>
          </a:xfrm>
          <a:prstGeom prst="curvedConnector3">
            <a:avLst>
              <a:gd name="adj1" fmla="val 260222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urved Connector 33"/>
          <p:cNvCxnSpPr>
            <a:stCxn id="73" idx="3"/>
            <a:endCxn id="84" idx="5"/>
          </p:cNvCxnSpPr>
          <p:nvPr/>
        </p:nvCxnSpPr>
        <p:spPr>
          <a:xfrm rot="5400000" flipH="1">
            <a:off x="1375509" y="2542043"/>
            <a:ext cx="1977690" cy="1329782"/>
          </a:xfrm>
          <a:prstGeom prst="curvedConnector3">
            <a:avLst>
              <a:gd name="adj1" fmla="val -16711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urved Connector 36"/>
          <p:cNvCxnSpPr>
            <a:stCxn id="84" idx="5"/>
            <a:endCxn id="84" idx="3"/>
          </p:cNvCxnSpPr>
          <p:nvPr/>
        </p:nvCxnSpPr>
        <p:spPr>
          <a:xfrm rot="5400000">
            <a:off x="1291067" y="1809693"/>
            <a:ext cx="12700" cy="816792"/>
          </a:xfrm>
          <a:prstGeom prst="curvedConnector3">
            <a:avLst>
              <a:gd name="adj1" fmla="val 285744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urved Connector 39"/>
          <p:cNvCxnSpPr>
            <a:stCxn id="84" idx="3"/>
            <a:endCxn id="33" idx="2"/>
          </p:cNvCxnSpPr>
          <p:nvPr/>
        </p:nvCxnSpPr>
        <p:spPr>
          <a:xfrm rot="5400000">
            <a:off x="574784" y="2023326"/>
            <a:ext cx="113124" cy="502651"/>
          </a:xfrm>
          <a:prstGeom prst="curvedConnector3">
            <a:avLst>
              <a:gd name="adj1" fmla="val 320795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urved Connector 42"/>
          <p:cNvCxnSpPr>
            <a:stCxn id="77" idx="7"/>
            <a:endCxn id="77" idx="1"/>
          </p:cNvCxnSpPr>
          <p:nvPr/>
        </p:nvCxnSpPr>
        <p:spPr>
          <a:xfrm rot="16200000" flipV="1">
            <a:off x="3419256" y="1243390"/>
            <a:ext cx="12700" cy="872502"/>
          </a:xfrm>
          <a:prstGeom prst="curvedConnector3">
            <a:avLst>
              <a:gd name="adj1" fmla="val 254518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2440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500"/>
                            </p:stCondLst>
                            <p:childTnLst>
                              <p:par>
                                <p:cTn id="7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2" grpId="0"/>
      <p:bldP spid="4" grpId="0" animBg="1"/>
      <p:bldP spid="7" grpId="0" animBg="1"/>
      <p:bldP spid="11" grpId="0"/>
      <p:bldP spid="19" grpId="0"/>
      <p:bldP spid="24" grpId="0"/>
      <p:bldP spid="25" grpId="0"/>
      <p:bldP spid="26" grpId="0"/>
      <p:bldP spid="4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83;p6"/>
          <p:cNvSpPr txBox="1"/>
          <p:nvPr/>
        </p:nvSpPr>
        <p:spPr>
          <a:xfrm>
            <a:off x="269289" y="381000"/>
            <a:ext cx="10559132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BackPropagation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394668" y="194924"/>
                <a:ext cx="3498843" cy="6355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-I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𝑟𝑟𝑜𝑟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𝐸𝑟𝑟𝑜𝑟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𝐸𝑟𝑟𝑜𝑟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4668" y="194924"/>
                <a:ext cx="3498843" cy="635559"/>
              </a:xfrm>
              <a:prstGeom prst="rect">
                <a:avLst/>
              </a:prstGeom>
              <a:blipFill>
                <a:blip r:embed="rId3"/>
                <a:stretch>
                  <a:fillRect b="-9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390347" y="1307094"/>
                <a:ext cx="5647893" cy="628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347" y="1307094"/>
                <a:ext cx="5647893" cy="62844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398620" y="2109482"/>
                <a:ext cx="5643083" cy="628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8620" y="2109482"/>
                <a:ext cx="5643083" cy="6284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ectangle 3"/>
          <p:cNvSpPr/>
          <p:nvPr/>
        </p:nvSpPr>
        <p:spPr>
          <a:xfrm>
            <a:off x="5420964" y="1182668"/>
            <a:ext cx="5617276" cy="168462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606544" y="1307094"/>
            <a:ext cx="1779373" cy="147370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64392" y="645808"/>
            <a:ext cx="2218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Already Computed</a:t>
            </a:r>
            <a:endParaRPr lang="en-IN" sz="20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" name="Straight Arrow Connector 13"/>
          <p:cNvCxnSpPr>
            <a:stCxn id="11" idx="1"/>
          </p:cNvCxnSpPr>
          <p:nvPr/>
        </p:nvCxnSpPr>
        <p:spPr>
          <a:xfrm flipH="1">
            <a:off x="7385020" y="845863"/>
            <a:ext cx="1779372" cy="41094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5375823" y="3152733"/>
                <a:ext cx="5141664" cy="6322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000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 + 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0.4</m:t>
                    </m:r>
                    <m:r>
                      <m:rPr>
                        <m:nor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5</m:t>
                    </m:r>
                  </m:oMath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75823" y="3152733"/>
                <a:ext cx="5141664" cy="63228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Rectangle 21"/>
              <p:cNvSpPr/>
              <p:nvPr/>
            </p:nvSpPr>
            <p:spPr>
              <a:xfrm>
                <a:off x="5312120" y="3831459"/>
                <a:ext cx="6751144" cy="95808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∂(</m:t>
                          </m:r>
                          <m:f>
                            <m:f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1+ </m:t>
                              </m:r>
                              <m:sSup>
                                <m:sSupPr>
                                  <m:ctrlP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𝑒</m:t>
                                  </m:r>
                                </m:e>
                                <m:sup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00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sSub>
                                    <m:sSubPr>
                                      <m:ctrlP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e>
                                    <m:sub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h</m:t>
                                      </m:r>
                                      <m:r>
                                        <a:rPr lang="en-IN" sz="200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sup>
                              </m:sSup>
                            </m:den>
                          </m:f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000" i="1">
                              <a:latin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𝑖𝑛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IN" sz="2000" i="1">
                          <a:latin typeface="Cambria Math" panose="02040503050406030204" pitchFamily="18" charset="0"/>
                        </a:rPr>
                        <m:t>= </m:t>
                      </m:r>
                      <m:sSub>
                        <m:sSubPr>
                          <m:ctrlPr>
                            <a:rPr lang="en-IN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𝑜𝑢𝑡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  <m:r>
                                <a:rPr lang="en-IN" sz="20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m:rPr>
                              <m:nor/>
                            </m:rPr>
                            <a:rPr lang="en-IN" sz="2000" i="1" dirty="0">
                              <a:latin typeface="Cambria Math" panose="02040503050406030204" pitchFamily="18" charset="0"/>
                            </a:rPr>
                            <m:t>(1−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𝑜𝑢𝑡</m:t>
                          </m:r>
                        </m:e>
                        <m:sub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h</m:t>
                          </m:r>
                          <m:r>
                            <a:rPr lang="en-IN" sz="2000" i="1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IN" sz="2000" i="1">
                          <a:latin typeface="Cambria Math" panose="02040503050406030204" pitchFamily="18" charset="0"/>
                        </a:rPr>
                        <m:t>)=</m:t>
                      </m:r>
                      <m:r>
                        <m:rPr>
                          <m:nor/>
                        </m:rPr>
                        <a:rPr lang="en-IN" sz="2000">
                          <a:latin typeface="Cambria Math" panose="02040503050406030204" pitchFamily="18" charset="0"/>
                        </a:rPr>
                        <m:t>0.240613417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Rectangle 2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2120" y="3831459"/>
                <a:ext cx="6751144" cy="95808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5420964" y="5066923"/>
                <a:ext cx="4034759" cy="6301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000" dirty="0"/>
                          <m:t>+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=0.05 </m:t>
                    </m:r>
                  </m:oMath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20964" y="5066923"/>
                <a:ext cx="4034759" cy="630109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354582" y="6096709"/>
                <a:ext cx="10088076" cy="577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 smtClean="0"/>
                  <a:t> = 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0.74136507  x 0.186815602  x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0.4</m:t>
                    </m:r>
                    <m:r>
                      <m:rPr>
                        <m:nor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m:rPr>
                        <m:nor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0.240613417 </m:t>
                    </m:r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0.05 =0.000749804</m:t>
                    </m:r>
                  </m:oMath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4582" y="6096709"/>
                <a:ext cx="10088076" cy="577466"/>
              </a:xfrm>
              <a:prstGeom prst="rect">
                <a:avLst/>
              </a:prstGeom>
              <a:blipFill>
                <a:blip r:embed="rId9"/>
                <a:stretch>
                  <a:fillRect b="-21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Straight Connector 59"/>
          <p:cNvCxnSpPr>
            <a:endCxn id="43" idx="2"/>
          </p:cNvCxnSpPr>
          <p:nvPr/>
        </p:nvCxnSpPr>
        <p:spPr>
          <a:xfrm>
            <a:off x="131221" y="3124032"/>
            <a:ext cx="536629" cy="10106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1" name="Group 40"/>
          <p:cNvGrpSpPr/>
          <p:nvPr/>
        </p:nvGrpSpPr>
        <p:grpSpPr>
          <a:xfrm>
            <a:off x="-88417" y="1452822"/>
            <a:ext cx="5124467" cy="3125122"/>
            <a:chOff x="-88417" y="1452822"/>
            <a:chExt cx="5124467" cy="3125122"/>
          </a:xfrm>
        </p:grpSpPr>
        <p:cxnSp>
          <p:nvCxnSpPr>
            <p:cNvPr id="37" name="Straight Connector 36"/>
            <p:cNvCxnSpPr>
              <a:stCxn id="43" idx="4"/>
              <a:endCxn id="43" idx="0"/>
            </p:cNvCxnSpPr>
            <p:nvPr/>
          </p:nvCxnSpPr>
          <p:spPr>
            <a:xfrm flipV="1">
              <a:off x="1259364" y="3691399"/>
              <a:ext cx="0" cy="8865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4063702" y="2045980"/>
              <a:ext cx="771646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4211805" y="4130174"/>
              <a:ext cx="724854" cy="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0" name="Group 39"/>
            <p:cNvGrpSpPr/>
            <p:nvPr/>
          </p:nvGrpSpPr>
          <p:grpSpPr>
            <a:xfrm>
              <a:off x="-88417" y="1452822"/>
              <a:ext cx="5124467" cy="3125122"/>
              <a:chOff x="-88417" y="1452822"/>
              <a:chExt cx="5124467" cy="312512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1" name="Rectangle 30"/>
                  <p:cNvSpPr/>
                  <p:nvPr/>
                </p:nvSpPr>
                <p:spPr>
                  <a:xfrm>
                    <a:off x="-88417" y="3506733"/>
                    <a:ext cx="586763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1" name="Rectangle 3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8417" y="3506733"/>
                    <a:ext cx="586763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Rectangle 32"/>
                  <p:cNvSpPr/>
                  <p:nvPr/>
                </p:nvSpPr>
                <p:spPr>
                  <a:xfrm>
                    <a:off x="2103212" y="2137083"/>
                    <a:ext cx="586763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3" name="Rectangle 3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03212" y="2137083"/>
                    <a:ext cx="586763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Rectangle 34"/>
                  <p:cNvSpPr/>
                  <p:nvPr/>
                </p:nvSpPr>
                <p:spPr>
                  <a:xfrm>
                    <a:off x="2160067" y="4065447"/>
                    <a:ext cx="586763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5" name="Rectangle 3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0067" y="4065447"/>
                    <a:ext cx="586763" cy="369332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42" name="Group 41"/>
              <p:cNvGrpSpPr/>
              <p:nvPr/>
            </p:nvGrpSpPr>
            <p:grpSpPr>
              <a:xfrm>
                <a:off x="578139" y="3691399"/>
                <a:ext cx="1272739" cy="886545"/>
                <a:chOff x="1522435" y="4376358"/>
                <a:chExt cx="1272739" cy="1063660"/>
              </a:xfrm>
            </p:grpSpPr>
            <p:sp>
              <p:nvSpPr>
                <p:cNvPr id="43" name="Oval 42"/>
                <p:cNvSpPr/>
                <p:nvPr/>
              </p:nvSpPr>
              <p:spPr>
                <a:xfrm>
                  <a:off x="1612146" y="4376358"/>
                  <a:ext cx="1183028" cy="106366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Rectangle 43"/>
                    <p:cNvSpPr/>
                    <p:nvPr/>
                  </p:nvSpPr>
                  <p:spPr>
                    <a:xfrm>
                      <a:off x="1522435" y="4678579"/>
                      <a:ext cx="748154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44" name="Rectangle 43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22435" y="4678579"/>
                      <a:ext cx="748154" cy="369332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b="-1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" name="Rectangle 44"/>
                    <p:cNvSpPr/>
                    <p:nvPr/>
                  </p:nvSpPr>
                  <p:spPr>
                    <a:xfrm>
                      <a:off x="2153196" y="4697757"/>
                      <a:ext cx="580208" cy="369332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45" name="Rectangle 44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53196" y="4697757"/>
                      <a:ext cx="580208" cy="369332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r="-20000" b="-1764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6" name="Group 45"/>
              <p:cNvGrpSpPr/>
              <p:nvPr/>
            </p:nvGrpSpPr>
            <p:grpSpPr>
              <a:xfrm>
                <a:off x="2829798" y="1786363"/>
                <a:ext cx="1359132" cy="646237"/>
                <a:chOff x="4106586" y="1898996"/>
                <a:chExt cx="1359132" cy="775343"/>
              </a:xfrm>
            </p:grpSpPr>
            <p:sp>
              <p:nvSpPr>
                <p:cNvPr id="47" name="Oval 46"/>
                <p:cNvSpPr/>
                <p:nvPr/>
              </p:nvSpPr>
              <p:spPr>
                <a:xfrm>
                  <a:off x="4106586" y="1898996"/>
                  <a:ext cx="1233904" cy="775343"/>
                </a:xfrm>
                <a:prstGeom prst="ellipse">
                  <a:avLst/>
                </a:prstGeom>
                <a:noFill/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48" name="Straight Connector 47"/>
                <p:cNvCxnSpPr>
                  <a:stCxn id="47" idx="0"/>
                  <a:endCxn id="47" idx="4"/>
                </p:cNvCxnSpPr>
                <p:nvPr/>
              </p:nvCxnSpPr>
              <p:spPr>
                <a:xfrm>
                  <a:off x="4723538" y="1898996"/>
                  <a:ext cx="0" cy="775343"/>
                </a:xfrm>
                <a:prstGeom prst="line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" name="Rectangle 48"/>
                    <p:cNvSpPr/>
                    <p:nvPr/>
                  </p:nvSpPr>
                  <p:spPr>
                    <a:xfrm>
                      <a:off x="4106790" y="2062223"/>
                      <a:ext cx="743345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49" name="Rectangle 4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06790" y="2062223"/>
                      <a:ext cx="743345" cy="369332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b="-156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Rectangle 49"/>
                    <p:cNvSpPr/>
                    <p:nvPr/>
                  </p:nvSpPr>
                  <p:spPr>
                    <a:xfrm>
                      <a:off x="4592017" y="2066449"/>
                      <a:ext cx="873701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50" name="Rectangle 4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2017" y="2066449"/>
                      <a:ext cx="873701" cy="369332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b="-1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51" name="Group 50"/>
              <p:cNvGrpSpPr/>
              <p:nvPr/>
            </p:nvGrpSpPr>
            <p:grpSpPr>
              <a:xfrm>
                <a:off x="2858561" y="3803331"/>
                <a:ext cx="1500561" cy="695691"/>
                <a:chOff x="4130470" y="4654327"/>
                <a:chExt cx="1500561" cy="834677"/>
              </a:xfrm>
            </p:grpSpPr>
            <p:sp>
              <p:nvSpPr>
                <p:cNvPr id="52" name="Oval 51"/>
                <p:cNvSpPr/>
                <p:nvPr/>
              </p:nvSpPr>
              <p:spPr>
                <a:xfrm>
                  <a:off x="4130470" y="4654327"/>
                  <a:ext cx="1353244" cy="834677"/>
                </a:xfrm>
                <a:prstGeom prst="ellipse">
                  <a:avLst/>
                </a:prstGeom>
                <a:noFill/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53" name="Straight Connector 52"/>
                <p:cNvCxnSpPr>
                  <a:stCxn id="52" idx="0"/>
                  <a:endCxn id="52" idx="4"/>
                </p:cNvCxnSpPr>
                <p:nvPr/>
              </p:nvCxnSpPr>
              <p:spPr>
                <a:xfrm>
                  <a:off x="4807092" y="4654327"/>
                  <a:ext cx="0" cy="834677"/>
                </a:xfrm>
                <a:prstGeom prst="line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4" name="Rectangle 53"/>
                    <p:cNvSpPr/>
                    <p:nvPr/>
                  </p:nvSpPr>
                  <p:spPr>
                    <a:xfrm>
                      <a:off x="4179793" y="4784143"/>
                      <a:ext cx="743345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54" name="Rectangle 53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9793" y="4784143"/>
                      <a:ext cx="743345" cy="369332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b="-156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5" name="Rectangle 54"/>
                    <p:cNvSpPr/>
                    <p:nvPr/>
                  </p:nvSpPr>
                  <p:spPr>
                    <a:xfrm>
                      <a:off x="4757330" y="4785934"/>
                      <a:ext cx="873701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55" name="Rectangle 54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57330" y="4785934"/>
                      <a:ext cx="873701" cy="369332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b="-1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57" name="Straight Connector 56"/>
              <p:cNvCxnSpPr>
                <a:stCxn id="47" idx="2"/>
                <a:endCxn id="43" idx="6"/>
              </p:cNvCxnSpPr>
              <p:nvPr/>
            </p:nvCxnSpPr>
            <p:spPr>
              <a:xfrm flipH="1">
                <a:off x="1850878" y="2109482"/>
                <a:ext cx="978920" cy="202519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>
                <a:stCxn id="43" idx="6"/>
                <a:endCxn id="52" idx="2"/>
              </p:cNvCxnSpPr>
              <p:nvPr/>
            </p:nvCxnSpPr>
            <p:spPr>
              <a:xfrm>
                <a:off x="1850878" y="4134672"/>
                <a:ext cx="1007683" cy="1650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5" name="Rectangle 64"/>
                  <p:cNvSpPr/>
                  <p:nvPr/>
                </p:nvSpPr>
                <p:spPr>
                  <a:xfrm>
                    <a:off x="1005226" y="3400843"/>
                    <a:ext cx="552779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65" name="Rectangle 6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5226" y="3400843"/>
                    <a:ext cx="552779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6" name="Rectangle 65"/>
                  <p:cNvSpPr/>
                  <p:nvPr/>
                </p:nvSpPr>
                <p:spPr>
                  <a:xfrm>
                    <a:off x="3160771" y="1452822"/>
                    <a:ext cx="552779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66" name="Rectangle 6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60771" y="1452822"/>
                    <a:ext cx="552779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7" name="Rectangle 66"/>
                  <p:cNvSpPr/>
                  <p:nvPr/>
                </p:nvSpPr>
                <p:spPr>
                  <a:xfrm>
                    <a:off x="3220998" y="3363533"/>
                    <a:ext cx="552779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67" name="Rectangle 66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0998" y="3363533"/>
                    <a:ext cx="552779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0" name="Rectangle 69"/>
                  <p:cNvSpPr/>
                  <p:nvPr/>
                </p:nvSpPr>
                <p:spPr>
                  <a:xfrm>
                    <a:off x="4188930" y="2166028"/>
                    <a:ext cx="755335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70" name="Rectangle 6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88930" y="2166028"/>
                    <a:ext cx="755335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71" name="Rectangle 70"/>
                  <p:cNvSpPr/>
                  <p:nvPr/>
                </p:nvSpPr>
                <p:spPr>
                  <a:xfrm>
                    <a:off x="4280715" y="3737168"/>
                    <a:ext cx="755335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71" name="Rectangle 70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80715" y="3737168"/>
                    <a:ext cx="755335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6" name="TextBox 55"/>
          <p:cNvSpPr txBox="1"/>
          <p:nvPr/>
        </p:nvSpPr>
        <p:spPr>
          <a:xfrm>
            <a:off x="4696278" y="2857971"/>
            <a:ext cx="72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Error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6" name="Curved Connector 5"/>
          <p:cNvCxnSpPr>
            <a:stCxn id="56" idx="0"/>
            <a:endCxn id="47" idx="7"/>
          </p:cNvCxnSpPr>
          <p:nvPr/>
        </p:nvCxnSpPr>
        <p:spPr>
          <a:xfrm rot="16200000" flipV="1">
            <a:off x="3982327" y="1781677"/>
            <a:ext cx="976969" cy="1175620"/>
          </a:xfrm>
          <a:prstGeom prst="curvedConnector3">
            <a:avLst>
              <a:gd name="adj1" fmla="val 13308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/>
          <p:cNvCxnSpPr>
            <a:stCxn id="56" idx="2"/>
            <a:endCxn id="52" idx="5"/>
          </p:cNvCxnSpPr>
          <p:nvPr/>
        </p:nvCxnSpPr>
        <p:spPr>
          <a:xfrm rot="5400000">
            <a:off x="3951206" y="3289724"/>
            <a:ext cx="1169837" cy="1044994"/>
          </a:xfrm>
          <a:prstGeom prst="curvedConnector3">
            <a:avLst>
              <a:gd name="adj1" fmla="val 12825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>
            <a:stCxn id="47" idx="7"/>
            <a:endCxn id="47" idx="1"/>
          </p:cNvCxnSpPr>
          <p:nvPr/>
        </p:nvCxnSpPr>
        <p:spPr>
          <a:xfrm rot="16200000" flipV="1">
            <a:off x="3446750" y="1444751"/>
            <a:ext cx="12700" cy="872502"/>
          </a:xfrm>
          <a:prstGeom prst="curvedConnector3">
            <a:avLst>
              <a:gd name="adj1" fmla="val 254518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urved Connector 15"/>
          <p:cNvCxnSpPr>
            <a:stCxn id="47" idx="1"/>
            <a:endCxn id="43" idx="7"/>
          </p:cNvCxnSpPr>
          <p:nvPr/>
        </p:nvCxnSpPr>
        <p:spPr>
          <a:xfrm rot="16200000" flipH="1" flipV="1">
            <a:off x="1373949" y="2184680"/>
            <a:ext cx="1940229" cy="1332871"/>
          </a:xfrm>
          <a:prstGeom prst="curvedConnector3">
            <a:avLst>
              <a:gd name="adj1" fmla="val -1666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urved Connector 18"/>
          <p:cNvCxnSpPr>
            <a:stCxn id="43" idx="7"/>
            <a:endCxn id="43" idx="1"/>
          </p:cNvCxnSpPr>
          <p:nvPr/>
        </p:nvCxnSpPr>
        <p:spPr>
          <a:xfrm rot="16200000" flipV="1">
            <a:off x="1259364" y="3402967"/>
            <a:ext cx="12700" cy="836528"/>
          </a:xfrm>
          <a:prstGeom prst="curvedConnector3">
            <a:avLst>
              <a:gd name="adj1" fmla="val 282229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/>
          <p:cNvCxnSpPr>
            <a:stCxn id="43" idx="1"/>
            <a:endCxn id="31" idx="0"/>
          </p:cNvCxnSpPr>
          <p:nvPr/>
        </p:nvCxnSpPr>
        <p:spPr>
          <a:xfrm rot="16200000" flipV="1">
            <a:off x="365784" y="3345914"/>
            <a:ext cx="314498" cy="636135"/>
          </a:xfrm>
          <a:prstGeom prst="curvedConnector3">
            <a:avLst>
              <a:gd name="adj1" fmla="val 17268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urved Connector 28"/>
          <p:cNvCxnSpPr>
            <a:stCxn id="52" idx="5"/>
            <a:endCxn id="52" idx="3"/>
          </p:cNvCxnSpPr>
          <p:nvPr/>
        </p:nvCxnSpPr>
        <p:spPr>
          <a:xfrm rot="5400000">
            <a:off x="3535183" y="3918696"/>
            <a:ext cx="12700" cy="956888"/>
          </a:xfrm>
          <a:prstGeom prst="curvedConnector3">
            <a:avLst>
              <a:gd name="adj1" fmla="val 260222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urved Connector 31"/>
          <p:cNvCxnSpPr>
            <a:stCxn id="52" idx="3"/>
            <a:endCxn id="43" idx="5"/>
          </p:cNvCxnSpPr>
          <p:nvPr/>
        </p:nvCxnSpPr>
        <p:spPr>
          <a:xfrm rot="5400000">
            <a:off x="2341698" y="3733071"/>
            <a:ext cx="50972" cy="1379111"/>
          </a:xfrm>
          <a:prstGeom prst="curvedConnector3">
            <a:avLst>
              <a:gd name="adj1" fmla="val 80319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urved Connector 35"/>
          <p:cNvCxnSpPr>
            <a:stCxn id="43" idx="5"/>
            <a:endCxn id="43" idx="3"/>
          </p:cNvCxnSpPr>
          <p:nvPr/>
        </p:nvCxnSpPr>
        <p:spPr>
          <a:xfrm rot="5400000">
            <a:off x="1259364" y="4029848"/>
            <a:ext cx="12700" cy="836528"/>
          </a:xfrm>
          <a:prstGeom prst="curvedConnector3">
            <a:avLst>
              <a:gd name="adj1" fmla="val 282229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urved Connector 38"/>
          <p:cNvCxnSpPr>
            <a:stCxn id="43" idx="3"/>
            <a:endCxn id="31" idx="2"/>
          </p:cNvCxnSpPr>
          <p:nvPr/>
        </p:nvCxnSpPr>
        <p:spPr>
          <a:xfrm rot="5400000" flipH="1">
            <a:off x="237009" y="3844022"/>
            <a:ext cx="572047" cy="636135"/>
          </a:xfrm>
          <a:prstGeom prst="curvedConnector3">
            <a:avLst>
              <a:gd name="adj1" fmla="val -6265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9016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2" grpId="0"/>
      <p:bldP spid="4" grpId="0" animBg="1"/>
      <p:bldP spid="7" grpId="0" animBg="1"/>
      <p:bldP spid="11" grpId="0"/>
      <p:bldP spid="18" grpId="0"/>
      <p:bldP spid="22" grpId="0"/>
      <p:bldP spid="27" grpId="0"/>
      <p:bldP spid="28" grpId="0"/>
      <p:bldP spid="5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83;p6"/>
          <p:cNvSpPr txBox="1"/>
          <p:nvPr/>
        </p:nvSpPr>
        <p:spPr>
          <a:xfrm>
            <a:off x="269289" y="381000"/>
            <a:ext cx="10559132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BackPropagation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6229957" y="3425046"/>
                <a:ext cx="5133649" cy="6322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000" dirty="0"/>
                          <m:t> + 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0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0.</m:t>
                    </m:r>
                    <m:r>
                      <m:rPr>
                        <m:nor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55</m:t>
                    </m:r>
                  </m:oMath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29957" y="3425046"/>
                <a:ext cx="5133649" cy="6322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269289" y="6206732"/>
                <a:ext cx="10088076" cy="6301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𝑟𝑟𝑜𝑟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IN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IN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IN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0.000749804</m:t>
                    </m:r>
                    <m:r>
                      <a:rPr lang="en-IN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+(</m:t>
                    </m:r>
                    <m:r>
                      <m:rPr>
                        <m:nor/>
                      </m:rPr>
                      <a:rPr lang="en-IN" sz="20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−0.000252091)</m:t>
                    </m:r>
                  </m:oMath>
                </a14:m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0.000497713  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89" y="6206732"/>
                <a:ext cx="10088076" cy="63010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610009" y="97560"/>
                <a:ext cx="3498843" cy="6355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-I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𝑟𝑟𝑜𝑟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𝐸𝑟𝑟𝑜𝑟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𝐸𝑟𝑟𝑜𝑟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10009" y="97560"/>
                <a:ext cx="3498843" cy="635559"/>
              </a:xfrm>
              <a:prstGeom prst="rect">
                <a:avLst/>
              </a:prstGeom>
              <a:blipFill>
                <a:blip r:embed="rId5"/>
                <a:stretch>
                  <a:fillRect b="-9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6104500" y="1690982"/>
                <a:ext cx="5647893" cy="628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04500" y="1690982"/>
                <a:ext cx="5647893" cy="6284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Rectangle 27"/>
              <p:cNvSpPr/>
              <p:nvPr/>
            </p:nvSpPr>
            <p:spPr>
              <a:xfrm>
                <a:off x="6112773" y="2493370"/>
                <a:ext cx="5643083" cy="628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8" name="Rectangle 2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12773" y="2493370"/>
                <a:ext cx="5643083" cy="6284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Rectangle 28"/>
          <p:cNvSpPr/>
          <p:nvPr/>
        </p:nvSpPr>
        <p:spPr>
          <a:xfrm>
            <a:off x="6135117" y="1566556"/>
            <a:ext cx="5617276" cy="168462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320697" y="1690982"/>
            <a:ext cx="1786050" cy="147370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358366" y="953059"/>
            <a:ext cx="221894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dirty="0" smtClean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Already Computed</a:t>
            </a:r>
            <a:endParaRPr lang="en-IN" sz="2000" dirty="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Straight Arrow Connector 25"/>
          <p:cNvCxnSpPr>
            <a:stCxn id="25" idx="2"/>
            <a:endCxn id="30" idx="0"/>
          </p:cNvCxnSpPr>
          <p:nvPr/>
        </p:nvCxnSpPr>
        <p:spPr>
          <a:xfrm flipH="1">
            <a:off x="8213722" y="1353169"/>
            <a:ext cx="1254115" cy="337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2" name="Rectangle 31"/>
              <p:cNvSpPr/>
              <p:nvPr/>
            </p:nvSpPr>
            <p:spPr>
              <a:xfrm>
                <a:off x="269289" y="5240207"/>
                <a:ext cx="10088076" cy="577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 smtClean="0"/>
                  <a:t> = 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-0.217071535 x 0.175510053 </a:t>
                </a:r>
                <a:r>
                  <a:rPr lang="en-IN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</m:t>
                    </m:r>
                    <m:r>
                      <m:rPr>
                        <m:nor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55</m:t>
                    </m:r>
                    <m:r>
                      <m:rPr>
                        <m:nor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0.240613417 </m:t>
                    </m:r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0.05 =−0.000252091</m:t>
                    </m:r>
                  </m:oMath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2" name="Rectangle 3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89" y="5240207"/>
                <a:ext cx="10088076" cy="577466"/>
              </a:xfrm>
              <a:prstGeom prst="rect">
                <a:avLst/>
              </a:prstGeom>
              <a:blipFill>
                <a:blip r:embed="rId8"/>
                <a:stretch>
                  <a:fillRect b="-319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7" name="Group 66"/>
          <p:cNvGrpSpPr/>
          <p:nvPr/>
        </p:nvGrpSpPr>
        <p:grpSpPr>
          <a:xfrm>
            <a:off x="-82561" y="1253692"/>
            <a:ext cx="5102659" cy="3125122"/>
            <a:chOff x="-82561" y="1253692"/>
            <a:chExt cx="5102659" cy="3125122"/>
          </a:xfrm>
        </p:grpSpPr>
        <p:cxnSp>
          <p:nvCxnSpPr>
            <p:cNvPr id="36" name="Straight Connector 35"/>
            <p:cNvCxnSpPr>
              <a:stCxn id="38" idx="4"/>
              <a:endCxn id="38" idx="0"/>
            </p:cNvCxnSpPr>
            <p:nvPr/>
          </p:nvCxnSpPr>
          <p:spPr>
            <a:xfrm flipV="1">
              <a:off x="1265220" y="3492269"/>
              <a:ext cx="0" cy="8865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6" name="Group 65"/>
            <p:cNvGrpSpPr/>
            <p:nvPr/>
          </p:nvGrpSpPr>
          <p:grpSpPr>
            <a:xfrm>
              <a:off x="-82561" y="1253692"/>
              <a:ext cx="5102659" cy="3125122"/>
              <a:chOff x="-82561" y="1253692"/>
              <a:chExt cx="5102659" cy="312512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3" name="Rectangle 32"/>
                  <p:cNvSpPr/>
                  <p:nvPr/>
                </p:nvSpPr>
                <p:spPr>
                  <a:xfrm>
                    <a:off x="-82561" y="3307603"/>
                    <a:ext cx="586763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3" name="Rectangle 32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82561" y="3307603"/>
                    <a:ext cx="586763" cy="369332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4" name="Rectangle 33"/>
                  <p:cNvSpPr/>
                  <p:nvPr/>
                </p:nvSpPr>
                <p:spPr>
                  <a:xfrm>
                    <a:off x="2109068" y="1937953"/>
                    <a:ext cx="586763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4" name="Rectangle 3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09068" y="1937953"/>
                    <a:ext cx="586763" cy="369332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5" name="Rectangle 34"/>
                  <p:cNvSpPr/>
                  <p:nvPr/>
                </p:nvSpPr>
                <p:spPr>
                  <a:xfrm>
                    <a:off x="2165923" y="3866317"/>
                    <a:ext cx="586763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35" name="Rectangle 3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165923" y="3866317"/>
                    <a:ext cx="586763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7" name="Group 36"/>
              <p:cNvGrpSpPr/>
              <p:nvPr/>
            </p:nvGrpSpPr>
            <p:grpSpPr>
              <a:xfrm>
                <a:off x="583995" y="3492269"/>
                <a:ext cx="1272739" cy="886545"/>
                <a:chOff x="1522435" y="4376358"/>
                <a:chExt cx="1272739" cy="1063660"/>
              </a:xfrm>
            </p:grpSpPr>
            <p:sp>
              <p:nvSpPr>
                <p:cNvPr id="38" name="Oval 37"/>
                <p:cNvSpPr/>
                <p:nvPr/>
              </p:nvSpPr>
              <p:spPr>
                <a:xfrm>
                  <a:off x="1612146" y="4376358"/>
                  <a:ext cx="1183028" cy="1063660"/>
                </a:xfrm>
                <a:prstGeom prst="ellipse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9" name="Rectangle 38"/>
                    <p:cNvSpPr/>
                    <p:nvPr/>
                  </p:nvSpPr>
                  <p:spPr>
                    <a:xfrm>
                      <a:off x="1522435" y="4678579"/>
                      <a:ext cx="748154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39" name="Rectangle 3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22435" y="4678579"/>
                      <a:ext cx="748154" cy="369332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b="-17647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0" name="Rectangle 39"/>
                    <p:cNvSpPr/>
                    <p:nvPr/>
                  </p:nvSpPr>
                  <p:spPr>
                    <a:xfrm>
                      <a:off x="2153196" y="4697757"/>
                      <a:ext cx="580208" cy="369332"/>
                    </a:xfrm>
                    <a:prstGeom prst="rect">
                      <a:avLst/>
                    </a:prstGeom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40" name="Rectangle 3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53196" y="4697757"/>
                      <a:ext cx="580208" cy="369332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 r="-20000" b="-1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1" name="Group 40"/>
              <p:cNvGrpSpPr/>
              <p:nvPr/>
            </p:nvGrpSpPr>
            <p:grpSpPr>
              <a:xfrm>
                <a:off x="2835654" y="1587233"/>
                <a:ext cx="1359132" cy="646237"/>
                <a:chOff x="4106586" y="1898996"/>
                <a:chExt cx="1359132" cy="775343"/>
              </a:xfrm>
            </p:grpSpPr>
            <p:sp>
              <p:nvSpPr>
                <p:cNvPr id="42" name="Oval 41"/>
                <p:cNvSpPr/>
                <p:nvPr/>
              </p:nvSpPr>
              <p:spPr>
                <a:xfrm>
                  <a:off x="4106586" y="1898996"/>
                  <a:ext cx="1233904" cy="775343"/>
                </a:xfrm>
                <a:prstGeom prst="ellipse">
                  <a:avLst/>
                </a:prstGeom>
                <a:noFill/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43" name="Straight Connector 42"/>
                <p:cNvCxnSpPr>
                  <a:stCxn id="42" idx="0"/>
                  <a:endCxn id="42" idx="4"/>
                </p:cNvCxnSpPr>
                <p:nvPr/>
              </p:nvCxnSpPr>
              <p:spPr>
                <a:xfrm>
                  <a:off x="4723538" y="1898996"/>
                  <a:ext cx="0" cy="775343"/>
                </a:xfrm>
                <a:prstGeom prst="line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4" name="Rectangle 43"/>
                    <p:cNvSpPr/>
                    <p:nvPr/>
                  </p:nvSpPr>
                  <p:spPr>
                    <a:xfrm>
                      <a:off x="4106790" y="2062223"/>
                      <a:ext cx="743345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44" name="Rectangle 43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06790" y="2062223"/>
                      <a:ext cx="743345" cy="369332"/>
                    </a:xfrm>
                    <a:prstGeom prst="rect">
                      <a:avLst/>
                    </a:prstGeom>
                    <a:blipFill>
                      <a:blip r:embed="rId15"/>
                      <a:stretch>
                        <a:fillRect b="-1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5" name="Rectangle 44"/>
                    <p:cNvSpPr/>
                    <p:nvPr/>
                  </p:nvSpPr>
                  <p:spPr>
                    <a:xfrm>
                      <a:off x="4592017" y="2066449"/>
                      <a:ext cx="873701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45" name="Rectangle 44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92017" y="2066449"/>
                      <a:ext cx="873701" cy="369332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 b="-156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grpSp>
            <p:nvGrpSpPr>
              <p:cNvPr id="46" name="Group 45"/>
              <p:cNvGrpSpPr/>
              <p:nvPr/>
            </p:nvGrpSpPr>
            <p:grpSpPr>
              <a:xfrm>
                <a:off x="2864417" y="3604201"/>
                <a:ext cx="1500561" cy="695691"/>
                <a:chOff x="4130470" y="4654327"/>
                <a:chExt cx="1500561" cy="834677"/>
              </a:xfrm>
            </p:grpSpPr>
            <p:sp>
              <p:nvSpPr>
                <p:cNvPr id="47" name="Oval 46"/>
                <p:cNvSpPr/>
                <p:nvPr/>
              </p:nvSpPr>
              <p:spPr>
                <a:xfrm>
                  <a:off x="4130470" y="4654327"/>
                  <a:ext cx="1353244" cy="834677"/>
                </a:xfrm>
                <a:prstGeom prst="ellipse">
                  <a:avLst/>
                </a:prstGeom>
                <a:noFill/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/>
                </a:p>
              </p:txBody>
            </p:sp>
            <p:cxnSp>
              <p:nvCxnSpPr>
                <p:cNvPr id="48" name="Straight Connector 47"/>
                <p:cNvCxnSpPr>
                  <a:stCxn id="47" idx="0"/>
                  <a:endCxn id="47" idx="4"/>
                </p:cNvCxnSpPr>
                <p:nvPr/>
              </p:nvCxnSpPr>
              <p:spPr>
                <a:xfrm>
                  <a:off x="4807092" y="4654327"/>
                  <a:ext cx="0" cy="834677"/>
                </a:xfrm>
                <a:prstGeom prst="line">
                  <a:avLst/>
                </a:prstGeom>
                <a:ln>
                  <a:solidFill>
                    <a:schemeClr val="accent5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49" name="Rectangle 48"/>
                    <p:cNvSpPr/>
                    <p:nvPr/>
                  </p:nvSpPr>
                  <p:spPr>
                    <a:xfrm>
                      <a:off x="4179793" y="4784143"/>
                      <a:ext cx="743345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49" name="Rectangle 4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179793" y="4784143"/>
                      <a:ext cx="743345" cy="369332"/>
                    </a:xfrm>
                    <a:prstGeom prst="rect">
                      <a:avLst/>
                    </a:prstGeom>
                    <a:blipFill>
                      <a:blip r:embed="rId17"/>
                      <a:stretch>
                        <a:fillRect b="-18000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0" name="Rectangle 49"/>
                    <p:cNvSpPr/>
                    <p:nvPr/>
                  </p:nvSpPr>
                  <p:spPr>
                    <a:xfrm>
                      <a:off x="4757330" y="4785934"/>
                      <a:ext cx="873701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IN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𝑜𝑢𝑡</m:t>
                                </m:r>
                              </m:e>
                              <m:sub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50" name="Rectangle 49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757330" y="4785934"/>
                      <a:ext cx="873701" cy="369332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b="-15686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cxnSp>
            <p:nvCxnSpPr>
              <p:cNvPr id="51" name="Straight Connector 50"/>
              <p:cNvCxnSpPr>
                <a:stCxn id="42" idx="2"/>
                <a:endCxn id="38" idx="6"/>
              </p:cNvCxnSpPr>
              <p:nvPr/>
            </p:nvCxnSpPr>
            <p:spPr>
              <a:xfrm flipH="1">
                <a:off x="1856734" y="1910352"/>
                <a:ext cx="978920" cy="202519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>
                <a:stCxn id="38" idx="6"/>
                <a:endCxn id="47" idx="2"/>
              </p:cNvCxnSpPr>
              <p:nvPr/>
            </p:nvCxnSpPr>
            <p:spPr>
              <a:xfrm>
                <a:off x="1856734" y="3935542"/>
                <a:ext cx="1007683" cy="16505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>
                <a:endCxn id="38" idx="2"/>
              </p:cNvCxnSpPr>
              <p:nvPr/>
            </p:nvCxnSpPr>
            <p:spPr>
              <a:xfrm>
                <a:off x="137077" y="2924902"/>
                <a:ext cx="536629" cy="101064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4" name="Rectangle 53"/>
                  <p:cNvSpPr/>
                  <p:nvPr/>
                </p:nvSpPr>
                <p:spPr>
                  <a:xfrm>
                    <a:off x="1011082" y="3183955"/>
                    <a:ext cx="552779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54" name="Rectangle 53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11082" y="3183955"/>
                    <a:ext cx="552779" cy="369332"/>
                  </a:xfrm>
                  <a:prstGeom prst="rect">
                    <a:avLst/>
                  </a:prstGeom>
                  <a:blipFill>
                    <a:blip r:embed="rId19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5" name="Rectangle 54"/>
                  <p:cNvSpPr/>
                  <p:nvPr/>
                </p:nvSpPr>
                <p:spPr>
                  <a:xfrm>
                    <a:off x="3166627" y="1253692"/>
                    <a:ext cx="552779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55" name="Rectangle 54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66627" y="1253692"/>
                    <a:ext cx="552779" cy="369332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6" name="Rectangle 55"/>
                  <p:cNvSpPr/>
                  <p:nvPr/>
                </p:nvSpPr>
                <p:spPr>
                  <a:xfrm>
                    <a:off x="3226854" y="3164403"/>
                    <a:ext cx="552779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56" name="Rectangle 55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26854" y="3164403"/>
                    <a:ext cx="552779" cy="369332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cxnSp>
            <p:nvCxnSpPr>
              <p:cNvPr id="57" name="Straight Connector 56"/>
              <p:cNvCxnSpPr/>
              <p:nvPr/>
            </p:nvCxnSpPr>
            <p:spPr>
              <a:xfrm>
                <a:off x="4069558" y="1846850"/>
                <a:ext cx="771646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4217661" y="3931044"/>
                <a:ext cx="724854" cy="0"/>
              </a:xfrm>
              <a:prstGeom prst="line">
                <a:avLst/>
              </a:prstGeom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9" name="Rectangle 58"/>
                  <p:cNvSpPr/>
                  <p:nvPr/>
                </p:nvSpPr>
                <p:spPr>
                  <a:xfrm>
                    <a:off x="4194786" y="1966898"/>
                    <a:ext cx="755335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01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59" name="Rectangle 58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194786" y="1966898"/>
                    <a:ext cx="755335" cy="369332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60" name="Rectangle 59"/>
                  <p:cNvSpPr/>
                  <p:nvPr/>
                </p:nvSpPr>
                <p:spPr>
                  <a:xfrm>
                    <a:off x="4264763" y="3409020"/>
                    <a:ext cx="755335" cy="369332"/>
                  </a:xfrm>
                  <a:prstGeom prst="rect">
                    <a:avLst/>
                  </a:prstGeom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0.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99</m:t>
                          </m:r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60" name="Rectangle 59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64763" y="3409020"/>
                    <a:ext cx="755335" cy="369332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61" name="TextBox 60"/>
          <p:cNvSpPr txBox="1"/>
          <p:nvPr/>
        </p:nvSpPr>
        <p:spPr>
          <a:xfrm>
            <a:off x="4866504" y="2695595"/>
            <a:ext cx="72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Error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3" name="Curved Connector 2"/>
          <p:cNvCxnSpPr>
            <a:stCxn id="61" idx="0"/>
            <a:endCxn id="42" idx="7"/>
          </p:cNvCxnSpPr>
          <p:nvPr/>
        </p:nvCxnSpPr>
        <p:spPr>
          <a:xfrm rot="16200000" flipV="1">
            <a:off x="4051991" y="1518739"/>
            <a:ext cx="1013723" cy="1339990"/>
          </a:xfrm>
          <a:prstGeom prst="curvedConnector3">
            <a:avLst>
              <a:gd name="adj1" fmla="val 13188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urved Connector 5"/>
          <p:cNvCxnSpPr>
            <a:stCxn id="61" idx="2"/>
            <a:endCxn id="47" idx="5"/>
          </p:cNvCxnSpPr>
          <p:nvPr/>
        </p:nvCxnSpPr>
        <p:spPr>
          <a:xfrm rot="5400000">
            <a:off x="4057624" y="3026786"/>
            <a:ext cx="1133083" cy="1209364"/>
          </a:xfrm>
          <a:prstGeom prst="curvedConnector3">
            <a:avLst>
              <a:gd name="adj1" fmla="val 12916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urved Connector 7"/>
          <p:cNvCxnSpPr>
            <a:stCxn id="42" idx="7"/>
            <a:endCxn id="42" idx="1"/>
          </p:cNvCxnSpPr>
          <p:nvPr/>
        </p:nvCxnSpPr>
        <p:spPr>
          <a:xfrm rot="16200000" flipV="1">
            <a:off x="3452606" y="1245621"/>
            <a:ext cx="12700" cy="872502"/>
          </a:xfrm>
          <a:prstGeom prst="curvedConnector3">
            <a:avLst>
              <a:gd name="adj1" fmla="val 254518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urved Connector 9"/>
          <p:cNvCxnSpPr>
            <a:stCxn id="47" idx="5"/>
            <a:endCxn id="47" idx="3"/>
          </p:cNvCxnSpPr>
          <p:nvPr/>
        </p:nvCxnSpPr>
        <p:spPr>
          <a:xfrm rot="5400000">
            <a:off x="3541039" y="3719566"/>
            <a:ext cx="12700" cy="956888"/>
          </a:xfrm>
          <a:prstGeom prst="curvedConnector3">
            <a:avLst>
              <a:gd name="adj1" fmla="val 260222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urved Connector 11"/>
          <p:cNvCxnSpPr>
            <a:stCxn id="47" idx="3"/>
            <a:endCxn id="38" idx="5"/>
          </p:cNvCxnSpPr>
          <p:nvPr/>
        </p:nvCxnSpPr>
        <p:spPr>
          <a:xfrm rot="5400000">
            <a:off x="2347554" y="3533941"/>
            <a:ext cx="50972" cy="1379111"/>
          </a:xfrm>
          <a:prstGeom prst="curvedConnector3">
            <a:avLst>
              <a:gd name="adj1" fmla="val 803194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urved Connector 13"/>
          <p:cNvCxnSpPr>
            <a:stCxn id="38" idx="5"/>
            <a:endCxn id="38" idx="3"/>
          </p:cNvCxnSpPr>
          <p:nvPr/>
        </p:nvCxnSpPr>
        <p:spPr>
          <a:xfrm rot="5400000">
            <a:off x="1265220" y="3830718"/>
            <a:ext cx="12700" cy="836528"/>
          </a:xfrm>
          <a:prstGeom prst="curvedConnector3">
            <a:avLst>
              <a:gd name="adj1" fmla="val 282229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/>
          <p:cNvCxnSpPr>
            <a:stCxn id="38" idx="1"/>
            <a:endCxn id="33" idx="0"/>
          </p:cNvCxnSpPr>
          <p:nvPr/>
        </p:nvCxnSpPr>
        <p:spPr>
          <a:xfrm rot="16200000" flipV="1">
            <a:off x="371640" y="3146784"/>
            <a:ext cx="314498" cy="636135"/>
          </a:xfrm>
          <a:prstGeom prst="curvedConnector3">
            <a:avLst>
              <a:gd name="adj1" fmla="val 172687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urved Connector 22"/>
          <p:cNvCxnSpPr>
            <a:stCxn id="38" idx="3"/>
            <a:endCxn id="33" idx="2"/>
          </p:cNvCxnSpPr>
          <p:nvPr/>
        </p:nvCxnSpPr>
        <p:spPr>
          <a:xfrm rot="5400000" flipH="1">
            <a:off x="242865" y="3644892"/>
            <a:ext cx="572047" cy="636135"/>
          </a:xfrm>
          <a:prstGeom prst="curvedConnector3">
            <a:avLst>
              <a:gd name="adj1" fmla="val -6265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urved Connector 62"/>
          <p:cNvCxnSpPr>
            <a:stCxn id="42" idx="1"/>
            <a:endCxn id="38" idx="7"/>
          </p:cNvCxnSpPr>
          <p:nvPr/>
        </p:nvCxnSpPr>
        <p:spPr>
          <a:xfrm rot="16200000" flipH="1" flipV="1">
            <a:off x="1379805" y="1985550"/>
            <a:ext cx="1940229" cy="1332871"/>
          </a:xfrm>
          <a:prstGeom prst="curvedConnector3">
            <a:avLst>
              <a:gd name="adj1" fmla="val -1666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urved Connector 64"/>
          <p:cNvCxnSpPr>
            <a:stCxn id="38" idx="7"/>
            <a:endCxn id="38" idx="1"/>
          </p:cNvCxnSpPr>
          <p:nvPr/>
        </p:nvCxnSpPr>
        <p:spPr>
          <a:xfrm rot="16200000" flipV="1">
            <a:off x="1265220" y="3203837"/>
            <a:ext cx="12700" cy="836528"/>
          </a:xfrm>
          <a:prstGeom prst="curvedConnector3">
            <a:avLst>
              <a:gd name="adj1" fmla="val 282229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Rectangle 67"/>
          <p:cNvSpPr/>
          <p:nvPr/>
        </p:nvSpPr>
        <p:spPr>
          <a:xfrm>
            <a:off x="9990672" y="1698452"/>
            <a:ext cx="1622305" cy="147370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9" name="Straight Arrow Connector 68"/>
          <p:cNvCxnSpPr>
            <a:stCxn id="25" idx="2"/>
            <a:endCxn id="68" idx="0"/>
          </p:cNvCxnSpPr>
          <p:nvPr/>
        </p:nvCxnSpPr>
        <p:spPr>
          <a:xfrm>
            <a:off x="9467837" y="1353169"/>
            <a:ext cx="1333988" cy="34528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35818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500"/>
                            </p:stCondLst>
                            <p:childTnLst>
                              <p:par>
                                <p:cTn id="7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>
                            <p:stCondLst>
                              <p:cond delay="500"/>
                            </p:stCondLst>
                            <p:childTnLst>
                              <p:par>
                                <p:cTn id="8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6" grpId="0"/>
      <p:bldP spid="18" grpId="0"/>
      <p:bldP spid="27" grpId="0"/>
      <p:bldP spid="28" grpId="0"/>
      <p:bldP spid="29" grpId="0" animBg="1"/>
      <p:bldP spid="30" grpId="0" animBg="1"/>
      <p:bldP spid="25" grpId="0"/>
      <p:bldP spid="32" grpId="0"/>
      <p:bldP spid="61" grpId="0"/>
      <p:bldP spid="6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83;p6"/>
          <p:cNvSpPr txBox="1"/>
          <p:nvPr/>
        </p:nvSpPr>
        <p:spPr>
          <a:xfrm>
            <a:off x="269289" y="381000"/>
            <a:ext cx="10559132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BackPropagation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6006180" y="3288563"/>
                <a:ext cx="3898055" cy="63010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000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IN" sz="2000" dirty="0"/>
                          <m:t>+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𝑖</m:t>
                        </m:r>
                      </m:e>
                      <m:sub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 </m:t>
                    </m:r>
                  </m:oMath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06180" y="3288563"/>
                <a:ext cx="3898055" cy="63010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5979884" y="194924"/>
                <a:ext cx="3498843" cy="635559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ctr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-I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E</m:t>
                          </m:r>
                          <m:r>
                            <a:rPr lang="en-IN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𝑟𝑟𝑜𝑟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𝐸𝑟𝑟𝑜𝑟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  <m:r>
                        <a:rPr lang="en-IN" sz="20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IN" sz="20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𝐸𝑟𝑟𝑜𝑟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𝑜</m:t>
                              </m:r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0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884" y="194924"/>
                <a:ext cx="3498843" cy="635559"/>
              </a:xfrm>
              <a:prstGeom prst="rect">
                <a:avLst/>
              </a:prstGeom>
              <a:blipFill>
                <a:blip r:embed="rId4"/>
                <a:stretch>
                  <a:fillRect b="-96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5975563" y="1307094"/>
                <a:ext cx="5647893" cy="628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5563" y="1307094"/>
                <a:ext cx="5647893" cy="6284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Rectangle 29"/>
              <p:cNvSpPr/>
              <p:nvPr/>
            </p:nvSpPr>
            <p:spPr>
              <a:xfrm>
                <a:off x="5983836" y="2109482"/>
                <a:ext cx="5643083" cy="62844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𝑜𝑢𝑡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x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𝑖𝑛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h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0" name="Rectangle 2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3836" y="2109482"/>
                <a:ext cx="5643083" cy="62844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Rectangle 30"/>
          <p:cNvSpPr/>
          <p:nvPr/>
        </p:nvSpPr>
        <p:spPr>
          <a:xfrm>
            <a:off x="6006180" y="1182668"/>
            <a:ext cx="5617276" cy="1684625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191760" y="1307094"/>
            <a:ext cx="3541343" cy="1473703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Cambria Math" panose="020405030504060302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69" name="Group 68"/>
          <p:cNvGrpSpPr/>
          <p:nvPr/>
        </p:nvGrpSpPr>
        <p:grpSpPr>
          <a:xfrm>
            <a:off x="7970236" y="645808"/>
            <a:ext cx="3998313" cy="611002"/>
            <a:chOff x="7970236" y="645808"/>
            <a:chExt cx="3998313" cy="611002"/>
          </a:xfrm>
        </p:grpSpPr>
        <p:sp>
          <p:nvSpPr>
            <p:cNvPr id="27" name="TextBox 26"/>
            <p:cNvSpPr txBox="1"/>
            <p:nvPr/>
          </p:nvSpPr>
          <p:spPr>
            <a:xfrm>
              <a:off x="9749608" y="645808"/>
              <a:ext cx="221894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2000" dirty="0" smtClean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rPr>
                <a:t>Already Computed</a:t>
              </a:r>
              <a:endParaRPr lang="en-IN" sz="2000" dirty="0">
                <a:latin typeface="Cambria Math" panose="02040503050406030204" pitchFamily="18" charset="0"/>
                <a:ea typeface="Cambria Math" panose="02040503050406030204" pitchFamily="18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28" name="Straight Arrow Connector 27"/>
            <p:cNvCxnSpPr>
              <a:stCxn id="27" idx="1"/>
            </p:cNvCxnSpPr>
            <p:nvPr/>
          </p:nvCxnSpPr>
          <p:spPr>
            <a:xfrm flipH="1">
              <a:off x="7970236" y="845863"/>
              <a:ext cx="1779372" cy="410947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Rectangle 32"/>
              <p:cNvSpPr/>
              <p:nvPr/>
            </p:nvSpPr>
            <p:spPr>
              <a:xfrm>
                <a:off x="269289" y="6049546"/>
                <a:ext cx="10088076" cy="6301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𝑟𝑟𝑜𝑟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  <m:r>
                      <m:rPr>
                        <m:nor/>
                      </m:rPr>
                      <a:rPr lang="en-IN" sz="20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0.001499608</m:t>
                    </m:r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+(</m:t>
                    </m:r>
                    <m:r>
                      <m:rPr>
                        <m:nor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−0.000504182</m:t>
                    </m:r>
                    <m:r>
                      <m:rPr>
                        <m:nor/>
                      </m:rPr>
                      <a:rPr lang="en-IN" sz="20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0.000995425</a:t>
                </a:r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Rectangle 3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89" y="6049546"/>
                <a:ext cx="10088076" cy="630109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Rectangle 33"/>
              <p:cNvSpPr/>
              <p:nvPr/>
            </p:nvSpPr>
            <p:spPr>
              <a:xfrm>
                <a:off x="269289" y="5247158"/>
                <a:ext cx="10088076" cy="5774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0.74136507  x 0.186815602  x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0.4</m:t>
                    </m:r>
                    <m:r>
                      <m:rPr>
                        <m:nor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</m:t>
                    </m:r>
                    <m:r>
                      <m:rPr>
                        <m:nor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0.240613417 </m:t>
                    </m:r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0.1 =0.001499608</m:t>
                    </m:r>
                  </m:oMath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4" name="Rectangle 3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89" y="5247158"/>
                <a:ext cx="10088076" cy="577466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5" name="Rectangle 34"/>
              <p:cNvSpPr/>
              <p:nvPr/>
            </p:nvSpPr>
            <p:spPr>
              <a:xfrm>
                <a:off x="269289" y="4485167"/>
                <a:ext cx="10088076" cy="5872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𝐸𝑟𝑟𝑜𝑟</m:t>
                            </m:r>
                          </m:e>
                          <m:sub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num>
                      <m:den>
                        <m:r>
                          <m:rPr>
                            <m:nor/>
                          </m:rPr>
                          <a:rPr lang="en-IN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-0.217071535 x 0.175510053 </a:t>
                </a:r>
                <a:r>
                  <a:rPr lang="en-IN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</m:t>
                    </m:r>
                    <m:r>
                      <m:rPr>
                        <m:nor/>
                      </m:rPr>
                      <a:rPr lang="en-IN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55</m:t>
                    </m:r>
                    <m:r>
                      <m:rPr>
                        <m:nor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x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0.240613417 </m:t>
                    </m:r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x</m:t>
                    </m:r>
                    <m:r>
                      <m:rPr>
                        <m:nor/>
                      </m:rPr>
                      <a:rPr lang="en-IN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0.1 =−0.00050418</m:t>
                    </m:r>
                    <m:r>
                      <m:rPr>
                        <m:nor/>
                      </m:rPr>
                      <a:rPr lang="en-IN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2</m:t>
                    </m:r>
                  </m:oMath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5" name="Rectangle 3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9289" y="4485167"/>
                <a:ext cx="10088076" cy="5872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8" name="Group 67"/>
          <p:cNvGrpSpPr/>
          <p:nvPr/>
        </p:nvGrpSpPr>
        <p:grpSpPr>
          <a:xfrm>
            <a:off x="92082" y="978698"/>
            <a:ext cx="5215467" cy="3037322"/>
            <a:chOff x="92082" y="978698"/>
            <a:chExt cx="5215467" cy="303732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7" name="Rectangle 36"/>
                <p:cNvSpPr/>
                <p:nvPr/>
              </p:nvSpPr>
              <p:spPr>
                <a:xfrm>
                  <a:off x="2988076" y="1832236"/>
                  <a:ext cx="586763" cy="369332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IN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b>
                        </m:sSub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37" name="Rectangle 3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88076" y="1832236"/>
                  <a:ext cx="586763" cy="369332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9" name="Straight Connector 38"/>
            <p:cNvCxnSpPr>
              <a:stCxn id="41" idx="4"/>
              <a:endCxn id="41" idx="0"/>
            </p:cNvCxnSpPr>
            <p:nvPr/>
          </p:nvCxnSpPr>
          <p:spPr>
            <a:xfrm flipV="1">
              <a:off x="1736097" y="3129475"/>
              <a:ext cx="0" cy="886545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7" name="Group 66"/>
            <p:cNvGrpSpPr/>
            <p:nvPr/>
          </p:nvGrpSpPr>
          <p:grpSpPr>
            <a:xfrm>
              <a:off x="92082" y="978698"/>
              <a:ext cx="5215467" cy="3037322"/>
              <a:chOff x="92082" y="978698"/>
              <a:chExt cx="5215467" cy="3037322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58" name="Rectangle 57"/>
                  <p:cNvSpPr/>
                  <p:nvPr/>
                </p:nvSpPr>
                <p:spPr>
                  <a:xfrm>
                    <a:off x="3581170" y="978698"/>
                    <a:ext cx="552779" cy="369332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IN" dirty="0"/>
                  </a:p>
                </p:txBody>
              </p:sp>
            </mc:Choice>
            <mc:Fallback xmlns="">
              <p:sp>
                <p:nvSpPr>
                  <p:cNvPr id="58" name="Rectangle 57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581170" y="978698"/>
                    <a:ext cx="552779" cy="369332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IN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66" name="Group 65"/>
              <p:cNvGrpSpPr/>
              <p:nvPr/>
            </p:nvGrpSpPr>
            <p:grpSpPr>
              <a:xfrm>
                <a:off x="92082" y="1303361"/>
                <a:ext cx="5215467" cy="2712659"/>
                <a:chOff x="92082" y="1303361"/>
                <a:chExt cx="5215467" cy="2712659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6" name="Rectangle 35"/>
                    <p:cNvSpPr/>
                    <p:nvPr/>
                  </p:nvSpPr>
                  <p:spPr>
                    <a:xfrm>
                      <a:off x="157339" y="3568250"/>
                      <a:ext cx="586763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I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36" name="Rectangle 35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57339" y="3568250"/>
                      <a:ext cx="586763" cy="369332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38" name="Rectangle 37"/>
                    <p:cNvSpPr/>
                    <p:nvPr/>
                  </p:nvSpPr>
                  <p:spPr>
                    <a:xfrm>
                      <a:off x="2636800" y="3503523"/>
                      <a:ext cx="586763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I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38" name="Rectangle 37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636800" y="3503523"/>
                      <a:ext cx="586763" cy="369332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grpSp>
              <p:nvGrpSpPr>
                <p:cNvPr id="40" name="Group 39"/>
                <p:cNvGrpSpPr/>
                <p:nvPr/>
              </p:nvGrpSpPr>
              <p:grpSpPr>
                <a:xfrm>
                  <a:off x="1054872" y="3129475"/>
                  <a:ext cx="1272739" cy="886545"/>
                  <a:chOff x="1522435" y="4376358"/>
                  <a:chExt cx="1272739" cy="1063660"/>
                </a:xfrm>
              </p:grpSpPr>
              <p:sp>
                <p:nvSpPr>
                  <p:cNvPr id="41" name="Oval 40"/>
                  <p:cNvSpPr/>
                  <p:nvPr/>
                </p:nvSpPr>
                <p:spPr>
                  <a:xfrm>
                    <a:off x="1612146" y="4376358"/>
                    <a:ext cx="1183028" cy="1063660"/>
                  </a:xfrm>
                  <a:prstGeom prst="ellipse">
                    <a:avLst/>
                  </a:prstGeom>
                  <a:noFill/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2" name="Rectangle 41"/>
                      <p:cNvSpPr/>
                      <p:nvPr/>
                    </p:nvSpPr>
                    <p:spPr>
                      <a:xfrm>
                        <a:off x="1522435" y="4678579"/>
                        <a:ext cx="748154" cy="369332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42" name="Rectangle 41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1522435" y="4678579"/>
                        <a:ext cx="748154" cy="369332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 b="-1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3" name="Rectangle 42"/>
                      <p:cNvSpPr/>
                      <p:nvPr/>
                    </p:nvSpPr>
                    <p:spPr>
                      <a:xfrm>
                        <a:off x="2153196" y="4697757"/>
                        <a:ext cx="580208" cy="369332"/>
                      </a:xfrm>
                      <a:prstGeom prst="rect">
                        <a:avLst/>
                      </a:prstGeom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h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43" name="Rectangle 42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153196" y="4697757"/>
                        <a:ext cx="580208" cy="369332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 r="-20000" b="-17647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44" name="Group 43"/>
                <p:cNvGrpSpPr/>
                <p:nvPr/>
              </p:nvGrpSpPr>
              <p:grpSpPr>
                <a:xfrm>
                  <a:off x="3223563" y="1303361"/>
                  <a:ext cx="1359132" cy="646237"/>
                  <a:chOff x="4106586" y="1898996"/>
                  <a:chExt cx="1359132" cy="775343"/>
                </a:xfrm>
              </p:grpSpPr>
              <p:sp>
                <p:nvSpPr>
                  <p:cNvPr id="45" name="Oval 44"/>
                  <p:cNvSpPr/>
                  <p:nvPr/>
                </p:nvSpPr>
                <p:spPr>
                  <a:xfrm>
                    <a:off x="4106586" y="1898996"/>
                    <a:ext cx="1233904" cy="775343"/>
                  </a:xfrm>
                  <a:prstGeom prst="ellipse">
                    <a:avLst/>
                  </a:prstGeom>
                  <a:noFill/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cxnSp>
                <p:nvCxnSpPr>
                  <p:cNvPr id="46" name="Straight Connector 45"/>
                  <p:cNvCxnSpPr>
                    <a:stCxn id="45" idx="0"/>
                    <a:endCxn id="45" idx="4"/>
                  </p:cNvCxnSpPr>
                  <p:nvPr/>
                </p:nvCxnSpPr>
                <p:spPr>
                  <a:xfrm>
                    <a:off x="4723538" y="1898996"/>
                    <a:ext cx="0" cy="775343"/>
                  </a:xfrm>
                  <a:prstGeom prst="line">
                    <a:avLst/>
                  </a:prstGeom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7" name="Rectangle 46"/>
                      <p:cNvSpPr/>
                      <p:nvPr/>
                    </p:nvSpPr>
                    <p:spPr>
                      <a:xfrm>
                        <a:off x="4106790" y="2062223"/>
                        <a:ext cx="743345" cy="369332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47" name="Rectangle 46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106790" y="2062223"/>
                        <a:ext cx="743345" cy="369332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 b="-1568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48" name="Rectangle 47"/>
                      <p:cNvSpPr/>
                      <p:nvPr/>
                    </p:nvSpPr>
                    <p:spPr>
                      <a:xfrm>
                        <a:off x="4592017" y="2066449"/>
                        <a:ext cx="873701" cy="369332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48" name="Rectangle 47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592017" y="2066449"/>
                        <a:ext cx="873701" cy="369332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 b="-1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grpSp>
              <p:nvGrpSpPr>
                <p:cNvPr id="49" name="Group 48"/>
                <p:cNvGrpSpPr/>
                <p:nvPr/>
              </p:nvGrpSpPr>
              <p:grpSpPr>
                <a:xfrm>
                  <a:off x="3232135" y="3222981"/>
                  <a:ext cx="1500561" cy="695691"/>
                  <a:chOff x="4130470" y="4654327"/>
                  <a:chExt cx="1500561" cy="834677"/>
                </a:xfrm>
              </p:grpSpPr>
              <p:sp>
                <p:nvSpPr>
                  <p:cNvPr id="50" name="Oval 49"/>
                  <p:cNvSpPr/>
                  <p:nvPr/>
                </p:nvSpPr>
                <p:spPr>
                  <a:xfrm>
                    <a:off x="4130470" y="4654327"/>
                    <a:ext cx="1353244" cy="834677"/>
                  </a:xfrm>
                  <a:prstGeom prst="ellipse">
                    <a:avLst/>
                  </a:prstGeom>
                  <a:noFill/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IN"/>
                  </a:p>
                </p:txBody>
              </p:sp>
              <p:cxnSp>
                <p:nvCxnSpPr>
                  <p:cNvPr id="51" name="Straight Connector 50"/>
                  <p:cNvCxnSpPr>
                    <a:stCxn id="50" idx="0"/>
                    <a:endCxn id="50" idx="4"/>
                  </p:cNvCxnSpPr>
                  <p:nvPr/>
                </p:nvCxnSpPr>
                <p:spPr>
                  <a:xfrm>
                    <a:off x="4807092" y="4654327"/>
                    <a:ext cx="0" cy="834677"/>
                  </a:xfrm>
                  <a:prstGeom prst="line">
                    <a:avLst/>
                  </a:prstGeom>
                  <a:ln>
                    <a:solidFill>
                      <a:schemeClr val="accent5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2" name="Rectangle 51"/>
                      <p:cNvSpPr/>
                      <p:nvPr/>
                    </p:nvSpPr>
                    <p:spPr>
                      <a:xfrm>
                        <a:off x="4179793" y="4784143"/>
                        <a:ext cx="743345" cy="369332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52" name="Rectangle 51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179793" y="4784143"/>
                        <a:ext cx="743345" cy="369332"/>
                      </a:xfrm>
                      <a:prstGeom prst="rect">
                        <a:avLst/>
                      </a:prstGeom>
                      <a:blipFill>
                        <a:blip r:embed="rId18"/>
                        <a:stretch>
                          <a:fillRect b="-15686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53" name="Rectangle 52"/>
                      <p:cNvSpPr/>
                      <p:nvPr/>
                    </p:nvSpPr>
                    <p:spPr>
                      <a:xfrm>
                        <a:off x="4757330" y="4785934"/>
                        <a:ext cx="873701" cy="369332"/>
                      </a:xfrm>
                      <a:prstGeom prst="rect">
                        <a:avLst/>
                      </a:prstGeom>
                    </p:spPr>
                    <p:txBody>
                      <a:bodyPr wrap="non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𝑜𝑢𝑡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𝑜</m:t>
                                  </m:r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m:oMathPara>
                        </a14:m>
                        <a:endParaRPr lang="en-IN" dirty="0"/>
                      </a:p>
                    </p:txBody>
                  </p:sp>
                </mc:Choice>
                <mc:Fallback xmlns="">
                  <p:sp>
                    <p:nvSpPr>
                      <p:cNvPr id="53" name="Rectangle 52"/>
                      <p:cNvSpPr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4757330" y="4785934"/>
                        <a:ext cx="873701" cy="369332"/>
                      </a:xfrm>
                      <a:prstGeom prst="rect">
                        <a:avLst/>
                      </a:prstGeom>
                      <a:blipFill>
                        <a:blip r:embed="rId19"/>
                        <a:stretch>
                          <a:fillRect b="-18000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IN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p:cxnSp>
              <p:nvCxnSpPr>
                <p:cNvPr id="54" name="Straight Connector 53"/>
                <p:cNvCxnSpPr>
                  <a:stCxn id="45" idx="2"/>
                  <a:endCxn id="41" idx="6"/>
                </p:cNvCxnSpPr>
                <p:nvPr/>
              </p:nvCxnSpPr>
              <p:spPr>
                <a:xfrm flipH="1">
                  <a:off x="2327611" y="1626480"/>
                  <a:ext cx="895952" cy="1946268"/>
                </a:xfrm>
                <a:prstGeom prst="line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>
                  <a:stCxn id="41" idx="6"/>
                  <a:endCxn id="50" idx="2"/>
                </p:cNvCxnSpPr>
                <p:nvPr/>
              </p:nvCxnSpPr>
              <p:spPr>
                <a:xfrm flipV="1">
                  <a:off x="2327611" y="3570827"/>
                  <a:ext cx="904524" cy="1921"/>
                </a:xfrm>
                <a:prstGeom prst="line">
                  <a:avLst/>
                </a:prstGeom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>
                  <a:endCxn id="41" idx="2"/>
                </p:cNvCxnSpPr>
                <p:nvPr/>
              </p:nvCxnSpPr>
              <p:spPr>
                <a:xfrm flipV="1">
                  <a:off x="92082" y="3572748"/>
                  <a:ext cx="1052501" cy="8892"/>
                </a:xfrm>
                <a:prstGeom prst="line">
                  <a:avLst/>
                </a:prstGeom>
              </p:spPr>
              <p:style>
                <a:lnRef idx="1">
                  <a:schemeClr val="dk1"/>
                </a:lnRef>
                <a:fillRef idx="0">
                  <a:schemeClr val="dk1"/>
                </a:fillRef>
                <a:effectRef idx="0">
                  <a:schemeClr val="dk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7" name="Rectangle 56"/>
                    <p:cNvSpPr/>
                    <p:nvPr/>
                  </p:nvSpPr>
                  <p:spPr>
                    <a:xfrm>
                      <a:off x="1481959" y="2830037"/>
                      <a:ext cx="552779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I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57" name="Rectangle 56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481959" y="2830037"/>
                      <a:ext cx="552779" cy="369332"/>
                    </a:xfrm>
                    <a:prstGeom prst="rect">
                      <a:avLst/>
                    </a:prstGeom>
                    <a:blipFill>
                      <a:blip r:embed="rId20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59" name="Rectangle 58"/>
                    <p:cNvSpPr/>
                    <p:nvPr/>
                  </p:nvSpPr>
                  <p:spPr>
                    <a:xfrm>
                      <a:off x="3614763" y="2880531"/>
                      <a:ext cx="552779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lang="en-IN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</m:e>
                              <m:sub>
                                <m:r>
                                  <a:rPr lang="en-IN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59" name="Rectangle 58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14763" y="2880531"/>
                      <a:ext cx="552779" cy="369332"/>
                    </a:xfrm>
                    <a:prstGeom prst="rect">
                      <a:avLst/>
                    </a:prstGeom>
                    <a:blipFill>
                      <a:blip r:embed="rId21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cxnSp>
              <p:nvCxnSpPr>
                <p:cNvPr id="60" name="Straight Connector 59"/>
                <p:cNvCxnSpPr/>
                <p:nvPr/>
              </p:nvCxnSpPr>
              <p:spPr>
                <a:xfrm>
                  <a:off x="4457467" y="1562978"/>
                  <a:ext cx="771646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" name="Straight Connector 60"/>
                <p:cNvCxnSpPr/>
                <p:nvPr/>
              </p:nvCxnSpPr>
              <p:spPr>
                <a:xfrm>
                  <a:off x="4582695" y="3535992"/>
                  <a:ext cx="724854" cy="0"/>
                </a:xfrm>
                <a:prstGeom prst="line">
                  <a:avLst/>
                </a:prstGeom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2" name="Rectangle 61"/>
                    <p:cNvSpPr/>
                    <p:nvPr/>
                  </p:nvSpPr>
                  <p:spPr>
                    <a:xfrm>
                      <a:off x="4465622" y="1627321"/>
                      <a:ext cx="755335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i="1" smtClean="0"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01</m:t>
                            </m:r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62" name="Rectangle 61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65622" y="1627321"/>
                      <a:ext cx="755335" cy="369332"/>
                    </a:xfrm>
                    <a:prstGeom prst="rect">
                      <a:avLst/>
                    </a:prstGeom>
                    <a:blipFill>
                      <a:blip r:embed="rId22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63" name="Rectangle 62"/>
                    <p:cNvSpPr/>
                    <p:nvPr/>
                  </p:nvSpPr>
                  <p:spPr>
                    <a:xfrm>
                      <a:off x="4543034" y="3111814"/>
                      <a:ext cx="755335" cy="369332"/>
                    </a:xfrm>
                    <a:prstGeom prst="rect">
                      <a:avLst/>
                    </a:prstGeom>
                  </p:spPr>
                  <p:txBody>
                    <a:bodyPr wrap="non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en-IN" i="1" smtClean="0">
                                <a:latin typeface="Cambria Math" panose="02040503050406030204" pitchFamily="18" charset="0"/>
                              </a:rPr>
                              <m:t>0.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99</m:t>
                            </m:r>
                          </m:oMath>
                        </m:oMathPara>
                      </a14:m>
                      <a:endParaRPr lang="en-IN" dirty="0"/>
                    </a:p>
                  </p:txBody>
                </p:sp>
              </mc:Choice>
              <mc:Fallback xmlns="">
                <p:sp>
                  <p:nvSpPr>
                    <p:cNvPr id="63" name="Rectangle 62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543034" y="3111814"/>
                      <a:ext cx="755335" cy="369332"/>
                    </a:xfrm>
                    <a:prstGeom prst="rect">
                      <a:avLst/>
                    </a:prstGeom>
                    <a:blipFill>
                      <a:blip r:embed="rId23"/>
                      <a:stretch>
                        <a:fillRect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IN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</p:grpSp>
      </p:grpSp>
      <p:sp>
        <p:nvSpPr>
          <p:cNvPr id="64" name="TextBox 63"/>
          <p:cNvSpPr txBox="1"/>
          <p:nvPr/>
        </p:nvSpPr>
        <p:spPr>
          <a:xfrm>
            <a:off x="5076080" y="2339316"/>
            <a:ext cx="724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>
                <a:latin typeface="Cambria Math" panose="02040503050406030204" pitchFamily="18" charset="0"/>
                <a:ea typeface="Cambria Math" panose="02040503050406030204" pitchFamily="18" charset="0"/>
              </a:rPr>
              <a:t>Error</a:t>
            </a:r>
            <a:endParaRPr lang="en-IN" dirty="0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p:cxnSp>
        <p:nvCxnSpPr>
          <p:cNvPr id="3" name="Curved Connector 2"/>
          <p:cNvCxnSpPr>
            <a:stCxn id="64" idx="0"/>
            <a:endCxn id="45" idx="7"/>
          </p:cNvCxnSpPr>
          <p:nvPr/>
        </p:nvCxnSpPr>
        <p:spPr>
          <a:xfrm rot="16200000" flipV="1">
            <a:off x="4386937" y="1287829"/>
            <a:ext cx="941316" cy="1161657"/>
          </a:xfrm>
          <a:prstGeom prst="curvedConnector3">
            <a:avLst>
              <a:gd name="adj1" fmla="val 13433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urved Connector 4"/>
          <p:cNvCxnSpPr>
            <a:stCxn id="64" idx="2"/>
            <a:endCxn id="50" idx="5"/>
          </p:cNvCxnSpPr>
          <p:nvPr/>
        </p:nvCxnSpPr>
        <p:spPr>
          <a:xfrm rot="5400000">
            <a:off x="4358741" y="2737108"/>
            <a:ext cx="1108142" cy="1051222"/>
          </a:xfrm>
          <a:prstGeom prst="curvedConnector3">
            <a:avLst>
              <a:gd name="adj1" fmla="val 129823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urved Connector 6"/>
          <p:cNvCxnSpPr>
            <a:stCxn id="45" idx="7"/>
            <a:endCxn id="45" idx="1"/>
          </p:cNvCxnSpPr>
          <p:nvPr/>
        </p:nvCxnSpPr>
        <p:spPr>
          <a:xfrm rot="16200000" flipV="1">
            <a:off x="3840515" y="961749"/>
            <a:ext cx="12700" cy="872502"/>
          </a:xfrm>
          <a:prstGeom prst="curvedConnector3">
            <a:avLst>
              <a:gd name="adj1" fmla="val 254518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urved Connector 8"/>
          <p:cNvCxnSpPr>
            <a:stCxn id="50" idx="5"/>
            <a:endCxn id="50" idx="3"/>
          </p:cNvCxnSpPr>
          <p:nvPr/>
        </p:nvCxnSpPr>
        <p:spPr>
          <a:xfrm rot="5400000">
            <a:off x="3908757" y="3338346"/>
            <a:ext cx="12700" cy="956888"/>
          </a:xfrm>
          <a:prstGeom prst="curvedConnector3">
            <a:avLst>
              <a:gd name="adj1" fmla="val 260222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urved Connector 10"/>
          <p:cNvCxnSpPr>
            <a:stCxn id="50" idx="3"/>
            <a:endCxn id="41" idx="5"/>
          </p:cNvCxnSpPr>
          <p:nvPr/>
        </p:nvCxnSpPr>
        <p:spPr>
          <a:xfrm rot="5400000">
            <a:off x="2757638" y="3213513"/>
            <a:ext cx="69398" cy="1275952"/>
          </a:xfrm>
          <a:prstGeom prst="curvedConnector3">
            <a:avLst>
              <a:gd name="adj1" fmla="val 616488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urved Connector 12"/>
          <p:cNvCxnSpPr>
            <a:stCxn id="41" idx="5"/>
            <a:endCxn id="41" idx="3"/>
          </p:cNvCxnSpPr>
          <p:nvPr/>
        </p:nvCxnSpPr>
        <p:spPr>
          <a:xfrm rot="5400000">
            <a:off x="1736097" y="3467924"/>
            <a:ext cx="12700" cy="836528"/>
          </a:xfrm>
          <a:prstGeom prst="curvedConnector3">
            <a:avLst>
              <a:gd name="adj1" fmla="val 282229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urved Connector 14"/>
          <p:cNvCxnSpPr>
            <a:stCxn id="41" idx="3"/>
            <a:endCxn id="36" idx="2"/>
          </p:cNvCxnSpPr>
          <p:nvPr/>
        </p:nvCxnSpPr>
        <p:spPr>
          <a:xfrm rot="5400000">
            <a:off x="858580" y="3478329"/>
            <a:ext cx="51394" cy="867112"/>
          </a:xfrm>
          <a:prstGeom prst="curvedConnector3">
            <a:avLst>
              <a:gd name="adj1" fmla="val 697420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urved Connector 19"/>
          <p:cNvCxnSpPr>
            <a:stCxn id="45" idx="1"/>
            <a:endCxn id="41" idx="7"/>
          </p:cNvCxnSpPr>
          <p:nvPr/>
        </p:nvCxnSpPr>
        <p:spPr>
          <a:xfrm rot="16200000" flipH="1" flipV="1">
            <a:off x="1848659" y="1703701"/>
            <a:ext cx="1861307" cy="1249903"/>
          </a:xfrm>
          <a:prstGeom prst="curvedConnector3">
            <a:avLst>
              <a:gd name="adj1" fmla="val -17366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urved Connector 24"/>
          <p:cNvCxnSpPr>
            <a:stCxn id="41" idx="7"/>
            <a:endCxn id="41" idx="1"/>
          </p:cNvCxnSpPr>
          <p:nvPr/>
        </p:nvCxnSpPr>
        <p:spPr>
          <a:xfrm rot="16200000" flipV="1">
            <a:off x="1736097" y="2841043"/>
            <a:ext cx="12700" cy="836528"/>
          </a:xfrm>
          <a:prstGeom prst="curvedConnector3">
            <a:avLst>
              <a:gd name="adj1" fmla="val 282229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urved Connector 64"/>
          <p:cNvCxnSpPr>
            <a:stCxn id="41" idx="1"/>
            <a:endCxn id="36" idx="0"/>
          </p:cNvCxnSpPr>
          <p:nvPr/>
        </p:nvCxnSpPr>
        <p:spPr>
          <a:xfrm rot="16200000" flipH="1" flipV="1">
            <a:off x="729805" y="2980222"/>
            <a:ext cx="308943" cy="867112"/>
          </a:xfrm>
          <a:prstGeom prst="curvedConnector3">
            <a:avLst>
              <a:gd name="adj1" fmla="val -11601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79298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00"/>
                            </p:stCondLst>
                            <p:childTnLst>
                              <p:par>
                                <p:cTn id="8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17" grpId="0"/>
      <p:bldP spid="29" grpId="0"/>
      <p:bldP spid="30" grpId="0"/>
      <p:bldP spid="31" grpId="0" animBg="1"/>
      <p:bldP spid="32" grpId="0" animBg="1"/>
      <p:bldP spid="33" grpId="0"/>
      <p:bldP spid="34" grpId="0"/>
      <p:bldP spid="35" grpId="0"/>
      <p:bldP spid="6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558760" y="390699"/>
                <a:ext cx="2817694" cy="63177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𝑟𝑟𝑜𝑟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0.082167041</a:t>
                </a:r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60" y="390699"/>
                <a:ext cx="2817694" cy="6317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558760" y="2107846"/>
                <a:ext cx="2761590" cy="5938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𝑟𝑟𝑜𝑟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a:rPr lang="en-IN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0.082667628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60" y="2107846"/>
                <a:ext cx="2761590" cy="593881"/>
              </a:xfrm>
              <a:prstGeom prst="rect">
                <a:avLst/>
              </a:prstGeom>
              <a:blipFill>
                <a:blip r:embed="rId3"/>
                <a:stretch>
                  <a:fillRect r="-883" b="-515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558760" y="3779467"/>
                <a:ext cx="2854564" cy="63055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𝑟𝑟𝑜𝑟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7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-0.02260254 </a:t>
                </a: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60" y="3779467"/>
                <a:ext cx="2854564" cy="63055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58760" y="5495011"/>
                <a:ext cx="2902654" cy="63209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𝑟𝑟𝑜𝑟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= </a:t>
                </a:r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-0.022740242 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760" y="5495011"/>
                <a:ext cx="2902654" cy="632096"/>
              </a:xfrm>
              <a:prstGeom prst="rect">
                <a:avLst/>
              </a:prstGeom>
              <a:blipFill>
                <a:blip r:embed="rId5"/>
                <a:stretch>
                  <a:fillRect r="-126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6018853" y="5496998"/>
                <a:ext cx="3499649" cy="6301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𝑟𝑟𝑜𝑟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4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 = 0</a:t>
                </a:r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.000995425  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853" y="5496998"/>
                <a:ext cx="3499649" cy="630109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6018853" y="3827107"/>
                <a:ext cx="3013461" cy="63152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E</m:t>
                        </m:r>
                        <m: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𝑟𝑟𝑜𝑟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den>
                    </m:f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= </a:t>
                </a:r>
                <a:r>
                  <a:rPr lang="en-IN" sz="20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0.000497713  </a:t>
                </a: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853" y="3827107"/>
                <a:ext cx="3013461" cy="63152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5635639" y="2107846"/>
                <a:ext cx="3396675" cy="72789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IN" sz="20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∂</m:t>
                          </m:r>
                          <m:r>
                            <m:rPr>
                              <m:sty m:val="p"/>
                            </m:rPr>
                            <a:rPr lang="en-IN" sz="2000" b="0" i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Error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00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0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00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000" b="0" i="0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  <m:r>
                        <a:rPr lang="en-IN" sz="200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r>
                        <m:rPr>
                          <m:nor/>
                        </m:rPr>
                        <a:rPr lang="en-IN" sz="2000" dirty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0.000969067</m:t>
                      </m:r>
                    </m:oMath>
                  </m:oMathPara>
                </a14:m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5639" y="2107846"/>
                <a:ext cx="3396675" cy="727892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6018853" y="392366"/>
                <a:ext cx="2989077" cy="63010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lang="en-IN" sz="20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E</m:t>
                        </m:r>
                        <m:r>
                          <a:rPr lang="en-IN" sz="200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𝑟𝑟𝑜𝑟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000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Times New Roman" panose="02020603050405020304" pitchFamily="18" charset="0"/>
                          </a:rPr>
                          <m:t>∂</m:t>
                        </m:r>
                        <m:sSub>
                          <m:sSubPr>
                            <m:ctrlP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IN" sz="200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den>
                    </m:f>
                    <m:r>
                      <a:rPr lang="en-IN" sz="2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 </m:t>
                    </m:r>
                  </m:oMath>
                </a14:m>
                <a:r>
                  <a:rPr lang="en-IN" sz="20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0.000438568 </a:t>
                </a:r>
                <a:endParaRPr lang="en-IN" sz="2000" dirty="0">
                  <a:latin typeface="Cambria Math" panose="02040503050406030204" pitchFamily="18" charset="0"/>
                  <a:ea typeface="Cambria Math" panose="020405030504060302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8853" y="392366"/>
                <a:ext cx="2989077" cy="630109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2539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7" grpId="0"/>
      <p:bldP spid="8" grpId="0"/>
      <p:bldP spid="9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83;p6"/>
          <p:cNvSpPr txBox="1"/>
          <p:nvPr/>
        </p:nvSpPr>
        <p:spPr>
          <a:xfrm>
            <a:off x="269289" y="381000"/>
            <a:ext cx="10559132" cy="6899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err="1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BackPropagation</a:t>
            </a: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- Weight Update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8640244" y="643379"/>
                <a:ext cx="3422732" cy="8551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sz="2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IN" sz="24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 −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</m:t>
                      </m:r>
                      <m:r>
                        <a:rPr lang="en-IN" sz="2400" b="0" i="1" smtClean="0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IN" sz="24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IN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r>
                            <m:rPr>
                              <m:nor/>
                            </m:rPr>
                            <a:rPr lang="en-IN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E</m:t>
                          </m:r>
                          <m:r>
                            <a:rPr lang="en-IN" sz="2400" i="1">
                              <a:latin typeface="Cambria Math" panose="02040503050406030204" pitchFamily="18" charset="0"/>
                            </a:rPr>
                            <m:t>𝑟𝑟𝑜𝑟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sz="240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∂</m:t>
                          </m:r>
                          <m:sSub>
                            <m:sSubPr>
                              <m:ctrlPr>
                                <a:rPr lang="en-IN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IN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IN" sz="2400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640244" y="643379"/>
                <a:ext cx="3422732" cy="85510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331742" y="4068548"/>
                <a:ext cx="458375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=0.40 −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IN" sz="2400" dirty="0" smtClean="0"/>
                  <a:t> </a:t>
                </a:r>
                <a:r>
                  <a:rPr lang="en-I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0.082167041</a:t>
                </a:r>
                <a:endParaRPr lang="en-IN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42" y="4068548"/>
                <a:ext cx="4583755" cy="461665"/>
              </a:xfrm>
              <a:prstGeom prst="rect">
                <a:avLst/>
              </a:prstGeom>
              <a:blipFill>
                <a:blip r:embed="rId4"/>
                <a:stretch>
                  <a:fillRect t="-15789" r="-1596" b="-236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10218873" y="7418"/>
            <a:ext cx="14991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Learning Rate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Straight Arrow Connector 6"/>
          <p:cNvCxnSpPr>
            <a:stCxn id="3" idx="2"/>
          </p:cNvCxnSpPr>
          <p:nvPr/>
        </p:nvCxnSpPr>
        <p:spPr>
          <a:xfrm flipH="1">
            <a:off x="10614289" y="376750"/>
            <a:ext cx="354148" cy="54434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Rectangle 7"/>
              <p:cNvSpPr/>
              <p:nvPr/>
            </p:nvSpPr>
            <p:spPr>
              <a:xfrm>
                <a:off x="331742" y="1301764"/>
                <a:ext cx="4943726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=0.15 −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0.5  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IN" sz="2400" dirty="0" smtClean="0"/>
                  <a:t> </a:t>
                </a:r>
                <a:r>
                  <a:rPr lang="en-IN" sz="2400" dirty="0" smtClean="0">
                    <a:latin typeface="Cambria Math" panose="02040503050406030204" pitchFamily="18" charset="0"/>
                  </a:rPr>
                  <a:t>0.</a:t>
                </a:r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0.000438568</a:t>
                </a:r>
                <a:endParaRPr lang="en-IN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42" y="1301764"/>
                <a:ext cx="4943726" cy="461665"/>
              </a:xfrm>
              <a:prstGeom prst="rect">
                <a:avLst/>
              </a:prstGeom>
              <a:blipFill>
                <a:blip r:embed="rId5"/>
                <a:stretch>
                  <a:fillRect t="-16000" r="-1356" b="-25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31744" y="1993460"/>
                <a:ext cx="4413837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=0.20 −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IN" sz="2400" dirty="0" smtClean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IN" sz="2400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0.00096906</m:t>
                    </m:r>
                  </m:oMath>
                </a14:m>
                <a:endParaRPr lang="en-IN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44" y="1993460"/>
                <a:ext cx="4413837" cy="4616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331744" y="2685156"/>
                <a:ext cx="458375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=0.25 −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IN" sz="2400" dirty="0" smtClean="0"/>
                  <a:t> </a:t>
                </a:r>
                <a:r>
                  <a:rPr lang="en-I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0.000497713</a:t>
                </a:r>
                <a:endParaRPr lang="en-IN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44" y="2685156"/>
                <a:ext cx="4583755" cy="461665"/>
              </a:xfrm>
              <a:prstGeom prst="rect">
                <a:avLst/>
              </a:prstGeom>
              <a:blipFill>
                <a:blip r:embed="rId7"/>
                <a:stretch>
                  <a:fillRect t="-15789" r="-1596" b="-236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331743" y="3376852"/>
                <a:ext cx="457439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=0.30 −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IN" sz="2400" dirty="0" smtClean="0"/>
                  <a:t> </a:t>
                </a:r>
                <a:r>
                  <a:rPr lang="en-I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  <a:cs typeface="Times New Roman" panose="02020603050405020304" pitchFamily="18" charset="0"/>
                  </a:rPr>
                  <a:t>0</a:t>
                </a:r>
                <a:r>
                  <a:rPr lang="en-I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.000995425</a:t>
                </a:r>
                <a:endParaRPr lang="en-IN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43" y="3376852"/>
                <a:ext cx="4574394" cy="461665"/>
              </a:xfrm>
              <a:prstGeom prst="rect">
                <a:avLst/>
              </a:prstGeom>
              <a:blipFill>
                <a:blip r:embed="rId8"/>
                <a:stretch>
                  <a:fillRect t="-15789" r="-1465" b="-236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331742" y="4760244"/>
                <a:ext cx="458375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=0.45 −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IN" sz="2400" dirty="0" smtClean="0"/>
                  <a:t> </a:t>
                </a:r>
                <a:r>
                  <a:rPr lang="en-IN" sz="2400" dirty="0" smtClean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0.082667628</a:t>
                </a:r>
                <a:endParaRPr lang="en-IN" sz="240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42" y="4760244"/>
                <a:ext cx="4583755" cy="461665"/>
              </a:xfrm>
              <a:prstGeom prst="rect">
                <a:avLst/>
              </a:prstGeom>
              <a:blipFill>
                <a:blip r:embed="rId9"/>
                <a:stretch>
                  <a:fillRect t="-15789" r="-1596" b="-236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331742" y="5451940"/>
                <a:ext cx="4583755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7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=0.50 −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IN" sz="2400" dirty="0" smtClean="0"/>
                  <a:t> </a:t>
                </a:r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-0.02260254 </a:t>
                </a: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42" y="5451940"/>
                <a:ext cx="4583755" cy="461665"/>
              </a:xfrm>
              <a:prstGeom prst="rect">
                <a:avLst/>
              </a:prstGeom>
              <a:blipFill>
                <a:blip r:embed="rId10"/>
                <a:stretch>
                  <a:fillRect t="-15789" r="-1197" b="-236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331742" y="6143639"/>
                <a:ext cx="4753674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IN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sz="2400" i="1"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lang="en-IN" sz="2400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b>
                    </m:sSub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=0.55 −</m:t>
                    </m:r>
                    <m:r>
                      <a:rPr lang="en-I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0.5 </m:t>
                    </m:r>
                    <m:r>
                      <a:rPr lang="en-IN" sz="2400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IN" sz="2400" dirty="0" smtClean="0"/>
                  <a:t> </a:t>
                </a:r>
                <a:r>
                  <a:rPr lang="en-IN" sz="2400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-0.022740242 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1742" y="6143639"/>
                <a:ext cx="4753674" cy="461665"/>
              </a:xfrm>
              <a:prstGeom prst="rect">
                <a:avLst/>
              </a:prstGeom>
              <a:blipFill>
                <a:blip r:embed="rId11"/>
                <a:stretch>
                  <a:fillRect t="-15789" r="-1154" b="-2368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4207691"/>
              </p:ext>
            </p:extLst>
          </p:nvPr>
        </p:nvGraphicFramePr>
        <p:xfrm>
          <a:off x="7353244" y="2337377"/>
          <a:ext cx="3912163" cy="3002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6641">
                  <a:extLst>
                    <a:ext uri="{9D8B030D-6E8A-4147-A177-3AD203B41FA5}">
                      <a16:colId xmlns:a16="http://schemas.microsoft.com/office/drawing/2014/main" val="1395419684"/>
                    </a:ext>
                  </a:extLst>
                </a:gridCol>
                <a:gridCol w="2235522">
                  <a:extLst>
                    <a:ext uri="{9D8B030D-6E8A-4147-A177-3AD203B41FA5}">
                      <a16:colId xmlns:a16="http://schemas.microsoft.com/office/drawing/2014/main" val="338729188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w1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0.149780716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910334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w2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0.199515467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757696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w3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0.249751144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140011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w4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0.299502287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8111869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w5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0.35891648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142071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w6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0.408666186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17631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w7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0.51130127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04577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w8</a:t>
                      </a:r>
                      <a:endParaRPr lang="en-IN" sz="24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40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0.561370121</a:t>
                      </a:r>
                      <a:endParaRPr lang="en-IN" sz="2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93613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5643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500"/>
                            </p:stCondLst>
                            <p:childTnLst>
                              <p:par>
                                <p:cTn id="2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50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0"/>
                            </p:stCondLst>
                            <p:childTnLst>
                              <p:par>
                                <p:cTn id="3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00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4500"/>
                            </p:stCondLst>
                            <p:childTnLst>
                              <p:par>
                                <p:cTn id="4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3" grpId="0"/>
      <p:bldP spid="8" grpId="0"/>
      <p:bldP spid="9" grpId="0"/>
      <p:bldP spid="10" grpId="0"/>
      <p:bldP spid="13" grpId="0"/>
      <p:bldP spid="14" grpId="0"/>
      <p:bldP spid="15" grpId="0"/>
      <p:bldP spid="1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6"/>
          <p:cNvSpPr txBox="1"/>
          <p:nvPr/>
        </p:nvSpPr>
        <p:spPr>
          <a:xfrm>
            <a:off x="269289" y="381000"/>
            <a:ext cx="7615546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 smtClean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Learning Rate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8" name="Picture 2" descr="gradient descent learning rat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0592" y="1262987"/>
            <a:ext cx="7715250" cy="36099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59247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1189</TotalTime>
  <Words>225</Words>
  <Application>Microsoft Office PowerPoint</Application>
  <PresentationFormat>Widescreen</PresentationFormat>
  <Paragraphs>400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Aptos</vt:lpstr>
      <vt:lpstr>Aptos Display</vt:lpstr>
      <vt:lpstr>Arial</vt:lpstr>
      <vt:lpstr>Calibri</vt:lpstr>
      <vt:lpstr>Cambria Math</vt:lpstr>
      <vt:lpstr>Times New Roman</vt:lpstr>
      <vt:lpstr>Office Theme</vt:lpstr>
      <vt:lpstr>Backpropagation</vt:lpstr>
      <vt:lpstr>PowerPoint Presentation</vt:lpstr>
      <vt:lpstr>Derivatives of Cost Function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Digital Data</dc:title>
  <dc:creator>Rishav Singh</dc:creator>
  <cp:lastModifiedBy>Rishav Singh</cp:lastModifiedBy>
  <cp:revision>91</cp:revision>
  <dcterms:created xsi:type="dcterms:W3CDTF">2024-07-30T02:59:53Z</dcterms:created>
  <dcterms:modified xsi:type="dcterms:W3CDTF">2024-11-28T05:50:12Z</dcterms:modified>
</cp:coreProperties>
</file>