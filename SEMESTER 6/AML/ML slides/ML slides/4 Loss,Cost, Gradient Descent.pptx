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7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323" r:id="rId3"/>
    <p:sldId id="318" r:id="rId4"/>
    <p:sldId id="322" r:id="rId5"/>
    <p:sldId id="319" r:id="rId6"/>
    <p:sldId id="321" r:id="rId7"/>
    <p:sldId id="311" r:id="rId8"/>
    <p:sldId id="312" r:id="rId9"/>
    <p:sldId id="313" r:id="rId10"/>
    <p:sldId id="314" r:id="rId11"/>
    <p:sldId id="310" r:id="rId12"/>
    <p:sldId id="326" r:id="rId13"/>
    <p:sldId id="315" r:id="rId14"/>
    <p:sldId id="330" r:id="rId15"/>
    <p:sldId id="3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ss Vs Cost" id="{AE4E70BF-68C9-4698-BE70-DF0DDBEB72C5}">
          <p14:sldIdLst>
            <p14:sldId id="278"/>
            <p14:sldId id="323"/>
            <p14:sldId id="318"/>
            <p14:sldId id="322"/>
            <p14:sldId id="319"/>
            <p14:sldId id="321"/>
            <p14:sldId id="311"/>
            <p14:sldId id="312"/>
            <p14:sldId id="313"/>
            <p14:sldId id="314"/>
          </p14:sldIdLst>
        </p14:section>
        <p14:section name="Gradient Descent" id="{F9A6753B-F31D-4A35-BBEF-AFD75E4C3FAC}">
          <p14:sldIdLst>
            <p14:sldId id="310"/>
            <p14:sldId id="326"/>
            <p14:sldId id="315"/>
            <p14:sldId id="330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4EBB8-3B00-42A4-BC8A-58FB6F79DF7C}" v="8" dt="2024-07-31T03:12:05.606"/>
    <p1510:client id="{AED46783-2C38-4294-B70F-6642114B8A21}" v="13" dt="2024-07-30T03:34:52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69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Singh" userId="4cda0e4c-75b5-49b1-8496-2e8f89d196e4" providerId="ADAL" clId="{8B14EBB8-3B00-42A4-BC8A-58FB6F79DF7C}"/>
    <pc:docChg chg="undo custSel addSld delSld modSld sldOrd modSection">
      <pc:chgData name="Rishav Singh" userId="4cda0e4c-75b5-49b1-8496-2e8f89d196e4" providerId="ADAL" clId="{8B14EBB8-3B00-42A4-BC8A-58FB6F79DF7C}" dt="2024-07-31T03:12:58.894" v="47"/>
      <pc:docMkLst>
        <pc:docMk/>
      </pc:docMkLst>
      <pc:sldChg chg="addSp modSp del mod">
        <pc:chgData name="Rishav Singh" userId="4cda0e4c-75b5-49b1-8496-2e8f89d196e4" providerId="ADAL" clId="{8B14EBB8-3B00-42A4-BC8A-58FB6F79DF7C}" dt="2024-07-31T03:02:22.244" v="27" actId="47"/>
        <pc:sldMkLst>
          <pc:docMk/>
          <pc:sldMk cId="2194105561" sldId="256"/>
        </pc:sldMkLst>
        <pc:spChg chg="mod">
          <ac:chgData name="Rishav Singh" userId="4cda0e4c-75b5-49b1-8496-2e8f89d196e4" providerId="ADAL" clId="{8B14EBB8-3B00-42A4-BC8A-58FB6F79DF7C}" dt="2024-07-31T02:55:44.552" v="14" actId="20577"/>
          <ac:spMkLst>
            <pc:docMk/>
            <pc:sldMk cId="2194105561" sldId="256"/>
            <ac:spMk id="2" creationId="{92FAD78D-A188-4C37-8277-9F6ABA5564FF}"/>
          </ac:spMkLst>
        </pc:spChg>
        <pc:spChg chg="add">
          <ac:chgData name="Rishav Singh" userId="4cda0e4c-75b5-49b1-8496-2e8f89d196e4" providerId="ADAL" clId="{8B14EBB8-3B00-42A4-BC8A-58FB6F79DF7C}" dt="2024-07-31T03:01:50.152" v="25" actId="22"/>
          <ac:spMkLst>
            <pc:docMk/>
            <pc:sldMk cId="2194105561" sldId="256"/>
            <ac:spMk id="5" creationId="{59260BED-6D9C-C61E-0B8D-E3E69D243B9F}"/>
          </ac:spMkLst>
        </pc:spChg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8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9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0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1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4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275"/>
        </pc:sldMkLst>
      </pc:sldChg>
      <pc:sldChg chg="addSp delSp modSp new mod setBg">
        <pc:chgData name="Rishav Singh" userId="4cda0e4c-75b5-49b1-8496-2e8f89d196e4" providerId="ADAL" clId="{8B14EBB8-3B00-42A4-BC8A-58FB6F79DF7C}" dt="2024-07-31T03:01:31.064" v="24" actId="26606"/>
        <pc:sldMkLst>
          <pc:docMk/>
          <pc:sldMk cId="1489340728" sldId="277"/>
        </pc:sldMkLst>
        <pc:spChg chg="add del">
          <ac:chgData name="Rishav Singh" userId="4cda0e4c-75b5-49b1-8496-2e8f89d196e4" providerId="ADAL" clId="{8B14EBB8-3B00-42A4-BC8A-58FB6F79DF7C}" dt="2024-07-31T03:01:18.504" v="21" actId="26606"/>
          <ac:spMkLst>
            <pc:docMk/>
            <pc:sldMk cId="1489340728" sldId="277"/>
            <ac:spMk id="1031" creationId="{42A4FC2C-047E-45A5-965D-8E1E3BF09BC6}"/>
          </ac:spMkLst>
        </pc:spChg>
        <pc:spChg chg="add del">
          <ac:chgData name="Rishav Singh" userId="4cda0e4c-75b5-49b1-8496-2e8f89d196e4" providerId="ADAL" clId="{8B14EBB8-3B00-42A4-BC8A-58FB6F79DF7C}" dt="2024-07-31T03:01:18.504" v="20" actId="26606"/>
          <ac:spMkLst>
            <pc:docMk/>
            <pc:sldMk cId="1489340728" sldId="277"/>
            <ac:spMk id="1036" creationId="{16B067B1-F4E5-4FDF-813D-C9E872E80075}"/>
          </ac:spMkLst>
        </pc:spChg>
        <pc:spChg chg="add del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38" creationId="{42A4FC2C-047E-45A5-965D-8E1E3BF09BC6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3" creationId="{32BC26D8-82FB-445E-AA49-62A77D7C1EE0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5" creationId="{CB44330D-EA18-4254-AA95-EB49948539B8}"/>
          </ac:spMkLst>
        </pc:spChg>
        <pc:picChg chg="add del mod">
          <ac:chgData name="Rishav Singh" userId="4cda0e4c-75b5-49b1-8496-2e8f89d196e4" providerId="ADAL" clId="{8B14EBB8-3B00-42A4-BC8A-58FB6F79DF7C}" dt="2024-07-31T03:01:22.274" v="22" actId="478"/>
          <ac:picMkLst>
            <pc:docMk/>
            <pc:sldMk cId="1489340728" sldId="277"/>
            <ac:picMk id="1026" creationId="{500DE65B-3447-E1A8-1C18-335FD86A17C6}"/>
          </ac:picMkLst>
        </pc:picChg>
        <pc:picChg chg="add mod">
          <ac:chgData name="Rishav Singh" userId="4cda0e4c-75b5-49b1-8496-2e8f89d196e4" providerId="ADAL" clId="{8B14EBB8-3B00-42A4-BC8A-58FB6F79DF7C}" dt="2024-07-31T03:01:31.064" v="24" actId="26606"/>
          <ac:picMkLst>
            <pc:docMk/>
            <pc:sldMk cId="1489340728" sldId="277"/>
            <ac:picMk id="1028" creationId="{9AFFB7C8-2CB3-BA10-77DD-AEC1E056D85F}"/>
          </ac:picMkLst>
        </pc:picChg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0" sldId="27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7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185639293" sldId="27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81726967" sldId="28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964974628" sldId="281"/>
        </pc:sldMkLst>
      </pc:sldChg>
      <pc:sldChg chg="modSp add del mo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2"/>
        </pc:sldMkLst>
        <pc:picChg chg="mod">
          <ac:chgData name="Rishav Singh" userId="4cda0e4c-75b5-49b1-8496-2e8f89d196e4" providerId="ADAL" clId="{8B14EBB8-3B00-42A4-BC8A-58FB6F79DF7C}" dt="2024-07-31T03:11:44.214" v="40" actId="1038"/>
          <ac:picMkLst>
            <pc:docMk/>
            <pc:sldMk cId="0" sldId="282"/>
            <ac:picMk id="246" creationId="{00000000-0000-0000-0000-000000000000}"/>
          </ac:picMkLst>
        </pc:picChg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57025877" sldId="282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3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60993391" sldId="283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722254" sldId="284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5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3767349750" sldId="285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6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573781689" sldId="286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7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79483865" sldId="287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8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699778740" sldId="28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25634032" sldId="28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840905468" sldId="29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234058" sldId="291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2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711085698" sldId="29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313265482" sldId="301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656311873" sldId="30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4262814844" sldId="303"/>
        </pc:sldMkLst>
      </pc:sldChg>
      <pc:sldChg chg="add del or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0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969216581" sldId="30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8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30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10"/>
        </pc:sldMkLst>
      </pc:sldChg>
      <pc:sldChg chg="add ord">
        <pc:chgData name="Rishav Singh" userId="4cda0e4c-75b5-49b1-8496-2e8f89d196e4" providerId="ADAL" clId="{8B14EBB8-3B00-42A4-BC8A-58FB6F79DF7C}" dt="2024-07-31T03:12:58.894" v="47"/>
        <pc:sldMkLst>
          <pc:docMk/>
          <pc:sldMk cId="2312519709" sldId="310"/>
        </pc:sldMkLst>
      </pc:sldChg>
      <pc:sldChg chg="add del modNotes">
        <pc:chgData name="Rishav Singh" userId="4cda0e4c-75b5-49b1-8496-2e8f89d196e4" providerId="ADAL" clId="{8B14EBB8-3B00-42A4-BC8A-58FB6F79DF7C}" dt="2024-07-31T03:12:52.204" v="45" actId="47"/>
        <pc:sldMkLst>
          <pc:docMk/>
          <pc:sldMk cId="3792440443" sldId="311"/>
        </pc:sldMkLst>
      </pc:sldChg>
      <pc:sldChg chg="modSp add mod">
        <pc:chgData name="Rishav Singh" userId="4cda0e4c-75b5-49b1-8496-2e8f89d196e4" providerId="ADAL" clId="{8B14EBB8-3B00-42A4-BC8A-58FB6F79DF7C}" dt="2024-07-31T03:03:37.254" v="30" actId="6549"/>
        <pc:sldMkLst>
          <pc:docMk/>
          <pc:sldMk cId="1875810639" sldId="312"/>
        </pc:sldMkLst>
        <pc:graphicFrameChg chg="modGraphic">
          <ac:chgData name="Rishav Singh" userId="4cda0e4c-75b5-49b1-8496-2e8f89d196e4" providerId="ADAL" clId="{8B14EBB8-3B00-42A4-BC8A-58FB6F79DF7C}" dt="2024-07-31T03:03:37.254" v="30" actId="6549"/>
          <ac:graphicFrameMkLst>
            <pc:docMk/>
            <pc:sldMk cId="1875810639" sldId="312"/>
            <ac:graphicFrameMk id="203" creationId="{00000000-0000-0000-0000-000000000000}"/>
          </ac:graphicFrameMkLst>
        </pc:graphicFrameChg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1668291077" sldId="313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692990625" sldId="314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538154861" sldId="315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344953879" sldId="316"/>
        </pc:sldMkLst>
      </pc:sldChg>
      <pc:sldMasterChg chg="delSldLayout">
        <pc:chgData name="Rishav Singh" userId="4cda0e4c-75b5-49b1-8496-2e8f89d196e4" providerId="ADAL" clId="{8B14EBB8-3B00-42A4-BC8A-58FB6F79DF7C}" dt="2024-07-31T03:12:00.496" v="41" actId="2696"/>
        <pc:sldMasterMkLst>
          <pc:docMk/>
          <pc:sldMasterMk cId="3011872073" sldId="2147483648"/>
        </pc:sldMasterMkLst>
        <pc:sldLayoutChg chg="del">
          <pc:chgData name="Rishav Singh" userId="4cda0e4c-75b5-49b1-8496-2e8f89d196e4" providerId="ADAL" clId="{8B14EBB8-3B00-42A4-BC8A-58FB6F79DF7C}" dt="2024-07-31T03:12:00.496" v="41" actId="2696"/>
          <pc:sldLayoutMkLst>
            <pc:docMk/>
            <pc:sldMasterMk cId="3011872073" sldId="2147483648"/>
            <pc:sldLayoutMk cId="3682549223" sldId="2147483663"/>
          </pc:sldLayoutMkLst>
        </pc:sldLayoutChg>
      </pc:sldMasterChg>
    </pc:docChg>
  </pc:docChgLst>
  <pc:docChgLst>
    <pc:chgData name="Rishav Singh" userId="4cda0e4c-75b5-49b1-8496-2e8f89d196e4" providerId="ADAL" clId="{AED46783-2C38-4294-B70F-6642114B8A21}"/>
    <pc:docChg chg="undo custSel addSld modSld addSection">
      <pc:chgData name="Rishav Singh" userId="4cda0e4c-75b5-49b1-8496-2e8f89d196e4" providerId="ADAL" clId="{AED46783-2C38-4294-B70F-6642114B8A21}" dt="2024-07-30T03:35:06.384" v="1135" actId="1076"/>
      <pc:docMkLst>
        <pc:docMk/>
      </pc:docMkLst>
      <pc:sldChg chg="modSp new mod">
        <pc:chgData name="Rishav Singh" userId="4cda0e4c-75b5-49b1-8496-2e8f89d196e4" providerId="ADAL" clId="{AED46783-2C38-4294-B70F-6642114B8A21}" dt="2024-07-30T03:00:03.961" v="11" actId="20577"/>
        <pc:sldMkLst>
          <pc:docMk/>
          <pc:sldMk cId="2194105561" sldId="256"/>
        </pc:sldMkLst>
        <pc:spChg chg="mod">
          <ac:chgData name="Rishav Singh" userId="4cda0e4c-75b5-49b1-8496-2e8f89d196e4" providerId="ADAL" clId="{AED46783-2C38-4294-B70F-6642114B8A21}" dt="2024-07-30T03:00:03.961" v="11" actId="20577"/>
          <ac:spMkLst>
            <pc:docMk/>
            <pc:sldMk cId="2194105561" sldId="256"/>
            <ac:spMk id="2" creationId="{92FAD78D-A188-4C37-8277-9F6ABA5564FF}"/>
          </ac:spMkLst>
        </pc:spChg>
      </pc:sldChg>
      <pc:sldChg chg="modSp new mod">
        <pc:chgData name="Rishav Singh" userId="4cda0e4c-75b5-49b1-8496-2e8f89d196e4" providerId="ADAL" clId="{AED46783-2C38-4294-B70F-6642114B8A21}" dt="2024-07-30T03:06:39.697" v="506" actId="20577"/>
        <pc:sldMkLst>
          <pc:docMk/>
          <pc:sldMk cId="507132049" sldId="257"/>
        </pc:sldMkLst>
        <pc:spChg chg="mod">
          <ac:chgData name="Rishav Singh" userId="4cda0e4c-75b5-49b1-8496-2e8f89d196e4" providerId="ADAL" clId="{AED46783-2C38-4294-B70F-6642114B8A21}" dt="2024-07-30T03:06:39.697" v="506" actId="20577"/>
          <ac:spMkLst>
            <pc:docMk/>
            <pc:sldMk cId="507132049" sldId="257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6:34.365" v="492" actId="20577"/>
          <ac:spMkLst>
            <pc:docMk/>
            <pc:sldMk cId="507132049" sldId="257"/>
            <ac:spMk id="3" creationId="{6D96DD7E-DEAD-0ECD-08D3-14D83D577BE5}"/>
          </ac:spMkLst>
        </pc:spChg>
      </pc:sldChg>
      <pc:sldChg chg="modSp add mod">
        <pc:chgData name="Rishav Singh" userId="4cda0e4c-75b5-49b1-8496-2e8f89d196e4" providerId="ADAL" clId="{AED46783-2C38-4294-B70F-6642114B8A21}" dt="2024-07-30T03:08:29.631" v="531" actId="27636"/>
        <pc:sldMkLst>
          <pc:docMk/>
          <pc:sldMk cId="4234667864" sldId="258"/>
        </pc:sldMkLst>
        <pc:spChg chg="mod">
          <ac:chgData name="Rishav Singh" userId="4cda0e4c-75b5-49b1-8496-2e8f89d196e4" providerId="ADAL" clId="{AED46783-2C38-4294-B70F-6642114B8A21}" dt="2024-07-30T03:06:48.562" v="510" actId="20577"/>
          <ac:spMkLst>
            <pc:docMk/>
            <pc:sldMk cId="4234667864" sldId="258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8:29.631" v="531" actId="27636"/>
          <ac:spMkLst>
            <pc:docMk/>
            <pc:sldMk cId="4234667864" sldId="258"/>
            <ac:spMk id="3" creationId="{6D96DD7E-DEAD-0ECD-08D3-14D83D577BE5}"/>
          </ac:spMkLst>
        </pc:spChg>
      </pc:sldChg>
      <pc:sldChg chg="modSp new mod">
        <pc:chgData name="Rishav Singh" userId="4cda0e4c-75b5-49b1-8496-2e8f89d196e4" providerId="ADAL" clId="{AED46783-2C38-4294-B70F-6642114B8A21}" dt="2024-07-30T03:10:51.231" v="727" actId="20577"/>
        <pc:sldMkLst>
          <pc:docMk/>
          <pc:sldMk cId="1295763134" sldId="259"/>
        </pc:sldMkLst>
        <pc:spChg chg="mod">
          <ac:chgData name="Rishav Singh" userId="4cda0e4c-75b5-49b1-8496-2e8f89d196e4" providerId="ADAL" clId="{AED46783-2C38-4294-B70F-6642114B8A21}" dt="2024-07-30T03:10:51.231" v="727" actId="20577"/>
          <ac:spMkLst>
            <pc:docMk/>
            <pc:sldMk cId="1295763134" sldId="259"/>
            <ac:spMk id="2" creationId="{36309142-EC7D-8466-7A91-F12250522173}"/>
          </ac:spMkLst>
        </pc:spChg>
        <pc:spChg chg="mod">
          <ac:chgData name="Rishav Singh" userId="4cda0e4c-75b5-49b1-8496-2e8f89d196e4" providerId="ADAL" clId="{AED46783-2C38-4294-B70F-6642114B8A21}" dt="2024-07-30T03:08:39.770" v="535" actId="20577"/>
          <ac:spMkLst>
            <pc:docMk/>
            <pc:sldMk cId="1295763134" sldId="259"/>
            <ac:spMk id="3" creationId="{F0F41F77-01A5-D812-A535-FBC08B93082F}"/>
          </ac:spMkLst>
        </pc:spChg>
        <pc:spChg chg="mod">
          <ac:chgData name="Rishav Singh" userId="4cda0e4c-75b5-49b1-8496-2e8f89d196e4" providerId="ADAL" clId="{AED46783-2C38-4294-B70F-6642114B8A21}" dt="2024-07-30T03:09:48.259" v="667" actId="20577"/>
          <ac:spMkLst>
            <pc:docMk/>
            <pc:sldMk cId="1295763134" sldId="259"/>
            <ac:spMk id="4" creationId="{43A5EE1A-47FD-ECB4-0816-0957DF5D3663}"/>
          </ac:spMkLst>
        </pc:spChg>
        <pc:spChg chg="mod">
          <ac:chgData name="Rishav Singh" userId="4cda0e4c-75b5-49b1-8496-2e8f89d196e4" providerId="ADAL" clId="{AED46783-2C38-4294-B70F-6642114B8A21}" dt="2024-07-30T03:08:42.232" v="537" actId="20577"/>
          <ac:spMkLst>
            <pc:docMk/>
            <pc:sldMk cId="1295763134" sldId="259"/>
            <ac:spMk id="5" creationId="{5E6059F7-CE9C-AF5E-0498-BF8E006C5C90}"/>
          </ac:spMkLst>
        </pc:spChg>
        <pc:spChg chg="mod">
          <ac:chgData name="Rishav Singh" userId="4cda0e4c-75b5-49b1-8496-2e8f89d196e4" providerId="ADAL" clId="{AED46783-2C38-4294-B70F-6642114B8A21}" dt="2024-07-30T03:10:44.903" v="715" actId="20577"/>
          <ac:spMkLst>
            <pc:docMk/>
            <pc:sldMk cId="1295763134" sldId="259"/>
            <ac:spMk id="6" creationId="{29474724-D9BC-8AA8-30C2-330DA6FBCB5D}"/>
          </ac:spMkLst>
        </pc:spChg>
      </pc:sldChg>
      <pc:sldChg chg="addSp modSp new mod">
        <pc:chgData name="Rishav Singh" userId="4cda0e4c-75b5-49b1-8496-2e8f89d196e4" providerId="ADAL" clId="{AED46783-2C38-4294-B70F-6642114B8A21}" dt="2024-07-30T03:16:06.356" v="843" actId="207"/>
        <pc:sldMkLst>
          <pc:docMk/>
          <pc:sldMk cId="318082284" sldId="260"/>
        </pc:sldMkLst>
        <pc:spChg chg="add mod">
          <ac:chgData name="Rishav Singh" userId="4cda0e4c-75b5-49b1-8496-2e8f89d196e4" providerId="ADAL" clId="{AED46783-2C38-4294-B70F-6642114B8A21}" dt="2024-07-30T03:12:01.036" v="734" actId="207"/>
          <ac:spMkLst>
            <pc:docMk/>
            <pc:sldMk cId="318082284" sldId="260"/>
            <ac:spMk id="2" creationId="{7CABDB08-B84B-C67D-959D-A358BCE87490}"/>
          </ac:spMkLst>
        </pc:spChg>
        <pc:spChg chg="add mod ord">
          <ac:chgData name="Rishav Singh" userId="4cda0e4c-75b5-49b1-8496-2e8f89d196e4" providerId="ADAL" clId="{AED46783-2C38-4294-B70F-6642114B8A21}" dt="2024-07-30T03:14:21.943" v="822" actId="1076"/>
          <ac:spMkLst>
            <pc:docMk/>
            <pc:sldMk cId="318082284" sldId="260"/>
            <ac:spMk id="3" creationId="{AE6EF6C3-03F5-6104-74CF-B480CDA01F61}"/>
          </ac:spMkLst>
        </pc:spChg>
        <pc:spChg chg="add mod">
          <ac:chgData name="Rishav Singh" userId="4cda0e4c-75b5-49b1-8496-2e8f89d196e4" providerId="ADAL" clId="{AED46783-2C38-4294-B70F-6642114B8A21}" dt="2024-07-30T03:15:57.100" v="842" actId="208"/>
          <ac:spMkLst>
            <pc:docMk/>
            <pc:sldMk cId="318082284" sldId="260"/>
            <ac:spMk id="4" creationId="{CEFAD8EA-C4D3-5C42-51D4-FA6EE313FD86}"/>
          </ac:spMkLst>
        </pc:spChg>
        <pc:spChg chg="add mod">
          <ac:chgData name="Rishav Singh" userId="4cda0e4c-75b5-49b1-8496-2e8f89d196e4" providerId="ADAL" clId="{AED46783-2C38-4294-B70F-6642114B8A21}" dt="2024-07-30T03:15:43.489" v="839" actId="207"/>
          <ac:spMkLst>
            <pc:docMk/>
            <pc:sldMk cId="318082284" sldId="260"/>
            <ac:spMk id="5" creationId="{5EECA632-88C6-553A-59F2-AA49C8ECDC2B}"/>
          </ac:spMkLst>
        </pc:spChg>
        <pc:spChg chg="add mod">
          <ac:chgData name="Rishav Singh" userId="4cda0e4c-75b5-49b1-8496-2e8f89d196e4" providerId="ADAL" clId="{AED46783-2C38-4294-B70F-6642114B8A21}" dt="2024-07-30T03:13:10.848" v="768" actId="1076"/>
          <ac:spMkLst>
            <pc:docMk/>
            <pc:sldMk cId="318082284" sldId="260"/>
            <ac:spMk id="6" creationId="{31642A27-13B8-6D65-4C68-C10999231F97}"/>
          </ac:spMkLst>
        </pc:spChg>
        <pc:spChg chg="add mod ord">
          <ac:chgData name="Rishav Singh" userId="4cda0e4c-75b5-49b1-8496-2e8f89d196e4" providerId="ADAL" clId="{AED46783-2C38-4294-B70F-6642114B8A21}" dt="2024-07-30T03:14:16.185" v="821" actId="166"/>
          <ac:spMkLst>
            <pc:docMk/>
            <pc:sldMk cId="318082284" sldId="260"/>
            <ac:spMk id="7" creationId="{78436916-0A44-9CEE-5161-AC78457FE933}"/>
          </ac:spMkLst>
        </pc:spChg>
        <pc:spChg chg="add mod">
          <ac:chgData name="Rishav Singh" userId="4cda0e4c-75b5-49b1-8496-2e8f89d196e4" providerId="ADAL" clId="{AED46783-2C38-4294-B70F-6642114B8A21}" dt="2024-07-30T03:14:00.915" v="817" actId="1076"/>
          <ac:spMkLst>
            <pc:docMk/>
            <pc:sldMk cId="318082284" sldId="260"/>
            <ac:spMk id="8" creationId="{790A299F-1788-71AA-CA9D-78D33D622D20}"/>
          </ac:spMkLst>
        </pc:spChg>
        <pc:spChg chg="add mod">
          <ac:chgData name="Rishav Singh" userId="4cda0e4c-75b5-49b1-8496-2e8f89d196e4" providerId="ADAL" clId="{AED46783-2C38-4294-B70F-6642114B8A21}" dt="2024-07-30T03:13:56.706" v="816" actId="1076"/>
          <ac:spMkLst>
            <pc:docMk/>
            <pc:sldMk cId="318082284" sldId="260"/>
            <ac:spMk id="9" creationId="{2F4C94D3-8A7B-D41F-78DC-A1C5B8A5FC72}"/>
          </ac:spMkLst>
        </pc:spChg>
        <pc:spChg chg="add mod">
          <ac:chgData name="Rishav Singh" userId="4cda0e4c-75b5-49b1-8496-2e8f89d196e4" providerId="ADAL" clId="{AED46783-2C38-4294-B70F-6642114B8A21}" dt="2024-07-30T03:16:06.356" v="843" actId="207"/>
          <ac:spMkLst>
            <pc:docMk/>
            <pc:sldMk cId="318082284" sldId="260"/>
            <ac:spMk id="10" creationId="{30718BB8-C4F1-E46E-8035-4C1296562AD4}"/>
          </ac:spMkLst>
        </pc:spChg>
        <pc:spChg chg="add mod">
          <ac:chgData name="Rishav Singh" userId="4cda0e4c-75b5-49b1-8496-2e8f89d196e4" providerId="ADAL" clId="{AED46783-2C38-4294-B70F-6642114B8A21}" dt="2024-07-30T03:14:49.768" v="838" actId="1076"/>
          <ac:spMkLst>
            <pc:docMk/>
            <pc:sldMk cId="318082284" sldId="260"/>
            <ac:spMk id="11" creationId="{E05A1CF3-3EE4-3593-BBF3-B3EA8771AFA0}"/>
          </ac:spMkLst>
        </pc:spChg>
      </pc:sldChg>
      <pc:sldChg chg="addSp delSp modSp new mod">
        <pc:chgData name="Rishav Singh" userId="4cda0e4c-75b5-49b1-8496-2e8f89d196e4" providerId="ADAL" clId="{AED46783-2C38-4294-B70F-6642114B8A21}" dt="2024-07-30T03:33:48.231" v="1131" actId="1076"/>
        <pc:sldMkLst>
          <pc:docMk/>
          <pc:sldMk cId="3359718397" sldId="261"/>
        </pc:sldMkLst>
        <pc:spChg chg="mod">
          <ac:chgData name="Rishav Singh" userId="4cda0e4c-75b5-49b1-8496-2e8f89d196e4" providerId="ADAL" clId="{AED46783-2C38-4294-B70F-6642114B8A21}" dt="2024-07-30T03:33:00.970" v="1119" actId="1076"/>
          <ac:spMkLst>
            <pc:docMk/>
            <pc:sldMk cId="3359718397" sldId="261"/>
            <ac:spMk id="2" creationId="{0894FDF6-6A49-E89B-6811-643FC4D86621}"/>
          </ac:spMkLst>
        </pc:spChg>
        <pc:spChg chg="mod">
          <ac:chgData name="Rishav Singh" userId="4cda0e4c-75b5-49b1-8496-2e8f89d196e4" providerId="ADAL" clId="{AED46783-2C38-4294-B70F-6642114B8A21}" dt="2024-07-30T03:33:48.231" v="1131" actId="1076"/>
          <ac:spMkLst>
            <pc:docMk/>
            <pc:sldMk cId="3359718397" sldId="261"/>
            <ac:spMk id="3" creationId="{1F051659-05FB-ED00-E394-A6B57FE1F024}"/>
          </ac:spMkLst>
        </pc:spChg>
        <pc:spChg chg="add del mod">
          <ac:chgData name="Rishav Singh" userId="4cda0e4c-75b5-49b1-8496-2e8f89d196e4" providerId="ADAL" clId="{AED46783-2C38-4294-B70F-6642114B8A21}" dt="2024-07-30T03:29:23.866" v="1091" actId="478"/>
          <ac:spMkLst>
            <pc:docMk/>
            <pc:sldMk cId="3359718397" sldId="261"/>
            <ac:spMk id="4" creationId="{7496D83E-6074-BAD0-6461-76BFBBDA69C4}"/>
          </ac:spMkLst>
        </pc:spChg>
        <pc:spChg chg="add del mod">
          <ac:chgData name="Rishav Singh" userId="4cda0e4c-75b5-49b1-8496-2e8f89d196e4" providerId="ADAL" clId="{AED46783-2C38-4294-B70F-6642114B8A21}" dt="2024-07-30T03:29:22.171" v="1090" actId="478"/>
          <ac:spMkLst>
            <pc:docMk/>
            <pc:sldMk cId="3359718397" sldId="261"/>
            <ac:spMk id="5" creationId="{00229241-30F9-8205-EF19-E55EDB0E9A2A}"/>
          </ac:spMkLst>
        </pc:spChg>
      </pc:sldChg>
      <pc:sldChg chg="modSp add mod">
        <pc:chgData name="Rishav Singh" userId="4cda0e4c-75b5-49b1-8496-2e8f89d196e4" providerId="ADAL" clId="{AED46783-2C38-4294-B70F-6642114B8A21}" dt="2024-07-30T03:35:06.384" v="1135" actId="1076"/>
        <pc:sldMkLst>
          <pc:docMk/>
          <pc:sldMk cId="0" sldId="276"/>
        </pc:sldMkLst>
        <pc:spChg chg="mod">
          <ac:chgData name="Rishav Singh" userId="4cda0e4c-75b5-49b1-8496-2e8f89d196e4" providerId="ADAL" clId="{AED46783-2C38-4294-B70F-6642114B8A21}" dt="2024-07-30T03:35:06.384" v="1135" actId="1076"/>
          <ac:spMkLst>
            <pc:docMk/>
            <pc:sldMk cId="0" sldId="276"/>
            <ac:spMk id="205" creationId="{00000000-0000-0000-0000-000000000000}"/>
          </ac:spMkLst>
        </pc:spChg>
        <pc:graphicFrameChg chg="modGraphic">
          <ac:chgData name="Rishav Singh" userId="4cda0e4c-75b5-49b1-8496-2e8f89d196e4" providerId="ADAL" clId="{AED46783-2C38-4294-B70F-6642114B8A21}" dt="2024-07-30T03:35:00.387" v="1133" actId="6549"/>
          <ac:graphicFrameMkLst>
            <pc:docMk/>
            <pc:sldMk cId="0" sldId="276"/>
            <ac:graphicFrameMk id="20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AF74D-8682-4CB8-91F2-14AB226A7977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C8E9-D517-4817-BCD2-FFE6F7626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9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9676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17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050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𝒗</m:t>
                        </m:r>
                      </m:e>
                      <m:sub>
                        <m:r>
                          <a:rPr lang="en-IN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dirty="0" smtClean="0"/>
                  <a:t>Velocity, which accumulates the gradient's past values. (Initial Value is </a:t>
                </a:r>
                <a:r>
                  <a:rPr lang="en-US" smtClean="0"/>
                  <a:t>generally zero)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  <a:sym typeface="Times New Roman"/>
                      </a:rPr>
                      <m:t>𝜸</m:t>
                    </m:r>
                  </m:oMath>
                </a14:m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i="1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Batch</a:t>
                </a:r>
                <a:r>
                  <a:rPr lang="en-IN" sz="1200" b="1" i="1" baseline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Updates all parameters by computing the gradient over the entire dataset in one go. It can be slow for large datasets but guarantees convergence for convex problems.</a:t>
                </a:r>
                <a:endParaRPr lang="en-IN" sz="1200" b="1" i="1" baseline="0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Unlike Batch Gradient Descent, SGD updates parameters for each training example one at a time, making it faster and more suitable for large datasets, but with noisier convergence.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b="1" i="1" dirty="0" smtClean="0">
                    <a:solidFill>
                      <a:srgbClr val="242424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 – Batch GD</a:t>
                </a:r>
                <a:endParaRPr lang="en-IN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Combines the benefits of Batch and SGD by updating parameters based on a small random subset of the data (mini-batch), leading to faster and more stable convergence.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en-IN" sz="1200" b="1" i="1" dirty="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/>
                  <a:sym typeface="Times New Roman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𝒗</a:t>
                </a: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_</a:t>
                </a:r>
                <a:r>
                  <a:rPr lang="en-IN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  <a:sym typeface="Times New Roman"/>
                  </a:rPr>
                  <a:t>𝒕</a:t>
                </a:r>
                <a:r>
                  <a:rPr lang="en-US" dirty="0" smtClean="0"/>
                  <a:t>Velocity, which accumulates the gradient's past values.</a:t>
                </a:r>
                <a:endParaRPr lang="en-US" b="1" dirty="0" smtClean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l-GR" sz="1200" b="1" i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/>
                    <a:sym typeface="Times New Roman"/>
                  </a:rPr>
                  <a:t>𝜸</a:t>
                </a:r>
                <a:r>
                  <a:rPr lang="en-US" dirty="0" smtClean="0"/>
                  <a:t> Momentum coefficient (typically between 0.5 and 0.9).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 </a:t>
                </a:r>
                <a:r>
                  <a:rPr lang="en-US" dirty="0" smtClean="0"/>
                  <a:t>Adds a fraction of the previous update to the current update, helping to accelerate convergence and reduce oscillations, especially in ravines.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3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0BC5-9BF1-5BB5-0F13-DE19A11B7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68B32-9070-6D3A-402A-3A645496A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99CB9-F6B1-4780-B856-8382FA70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94D4-79FD-16A1-F69A-63BDF3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6EEE6-39F9-B51B-8821-9D144C0D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B36D-9013-6680-B1B2-22972841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F029-B6B0-3C91-B774-1057C30F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090F5-1C57-C228-97D3-518215F8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13320-05C8-9754-745E-EBFA6C5E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FBCE-CE5B-F28F-1405-952619F9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0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560A-C0E7-0816-49B6-8B7717FD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1A5E-961F-15E3-91A3-0B2AEA2D5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D148-6922-27A9-E721-F0E26B8E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BFC3-8FA3-6F16-B203-9C2BAA61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733A-39D5-4E09-B3A5-2F38AB17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1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115C-F8DB-D62B-4F46-F6BB150A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67D7-3F6B-99EB-40EF-66E1695A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AA3DA-21FB-9629-788E-FAE5D8143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603AA-F872-15F3-95C3-A2DE5080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3A6E-8DB4-2CF6-C67B-754D7DA2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4871A-46D9-29A9-322F-42F25AE0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0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1E33-412F-E157-2AA6-88FEFFB6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5CD8C-5304-A63F-9851-77775881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2205-5323-40A8-0156-E5CAB3045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43277-B6EB-2399-9EA6-74F945E6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9A8C5-ACED-453F-3BF2-39C7E4A7E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6699-FC94-9CF8-AF0F-E1AC2D28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62C31-A802-672B-91DE-7EC79C3B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CB302-9857-2CEA-8173-6C3896F9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75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28D4-293E-9592-3964-1C9305D7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0CED7-42F7-6E61-052D-337F5ED1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B8253-66B3-276E-4050-8477F824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0582-1469-0C75-74A1-0E562E07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1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F3C8B-B295-DD77-C574-21A54723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EA60B-AF16-03D7-501D-DE99F6E8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13F2C-3FEB-0F80-2159-2959B67A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9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FF40-BDB9-3347-4854-F634FD1D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D24A-992C-7023-7FAE-3EBD505D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E2BD1-B169-6259-61DD-292D92DF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F20C0-A786-E3DB-73EB-7CFC0944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0A2A3-CCC8-451C-69DF-7E0FA797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4BC77-4062-0F33-6EA5-AAF8EC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21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A54C-2EB5-198C-2277-4294E226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456D5-F580-0479-D3A3-EF82B73B5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06BFD-2601-3A7D-36C1-EBB730B8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8F3E6-D09F-2C71-AF49-8528846A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1E3B4-EA08-58CF-7F51-CB2075F1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8DD80-BC81-B11F-8DE9-A390AD97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7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7AA2-72BF-5946-307B-5D38ED98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B41B1-66F3-E8B1-4669-EEE85D597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0A93-C66C-705B-6217-C7D1911F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1F19-AA15-D128-83BF-1BA4F20A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A50D2-B44D-8055-C084-03E11A81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1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11002-4D10-4392-0927-344CC77BC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D5419-D520-575D-A574-A1F3CCBE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2BF4D-82F7-5221-F4ED-8ED6D67A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C67F-8B75-9AC6-9060-D0586F16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69B6E-01F2-4E7F-E4E8-0A0F77F0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2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2965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1_Title Onl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3828288" y="4343400"/>
            <a:ext cx="4572000" cy="401320"/>
          </a:xfrm>
          <a:custGeom>
            <a:avLst/>
            <a:gdLst/>
            <a:ahLst/>
            <a:cxnLst/>
            <a:rect l="l" t="t" r="r" b="b"/>
            <a:pathLst>
              <a:path w="4572000" h="401320" extrusionOk="0">
                <a:moveTo>
                  <a:pt x="0" y="400812"/>
                </a:moveTo>
                <a:lnTo>
                  <a:pt x="4572000" y="400812"/>
                </a:lnTo>
                <a:lnTo>
                  <a:pt x="45720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solidFill>
            <a:srgbClr val="D321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1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634EA-8368-8BE5-D13A-56C7EACD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D49D7-4087-9629-5781-63E8F636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29B3E-5E1A-008C-BD94-D2831E8D7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06574-2E39-4131-BB4C-BE6CE423480E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2685-44EB-9A5B-45C7-98C493DD6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BB30-1213-7A64-449A-309B0EF53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7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8812" y="3214084"/>
            <a:ext cx="7329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25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Pass</a:t>
            </a:r>
            <a:endParaRPr spc="3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1207737" y="1690688"/>
            <a:ext cx="4385195" cy="2985048"/>
            <a:chOff x="2299690" y="1942059"/>
            <a:chExt cx="6373793" cy="408021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816F90F-B580-4D1A-8126-33372EB7CBFE}"/>
                </a:ext>
              </a:extLst>
            </p:cNvPr>
            <p:cNvSpPr/>
            <p:nvPr/>
          </p:nvSpPr>
          <p:spPr>
            <a:xfrm>
              <a:off x="7205816" y="4088201"/>
              <a:ext cx="412377" cy="52891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B982AF-351B-41CF-BCA4-1B1E711D1C60}"/>
                </a:ext>
              </a:extLst>
            </p:cNvPr>
            <p:cNvSpPr/>
            <p:nvPr/>
          </p:nvSpPr>
          <p:spPr>
            <a:xfrm>
              <a:off x="5053636" y="2729192"/>
              <a:ext cx="412377" cy="52891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/>
            <p:cNvCxnSpPr>
              <a:endCxn id="6" idx="2"/>
            </p:cNvCxnSpPr>
            <p:nvPr/>
          </p:nvCxnSpPr>
          <p:spPr>
            <a:xfrm>
              <a:off x="3098307" y="2459115"/>
              <a:ext cx="1955329" cy="534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6" idx="2"/>
            </p:cNvCxnSpPr>
            <p:nvPr/>
          </p:nvCxnSpPr>
          <p:spPr>
            <a:xfrm flipV="1">
              <a:off x="3169328" y="2993651"/>
              <a:ext cx="1884308" cy="841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6" idx="6"/>
              <a:endCxn id="5" idx="2"/>
            </p:cNvCxnSpPr>
            <p:nvPr/>
          </p:nvCxnSpPr>
          <p:spPr>
            <a:xfrm>
              <a:off x="5466013" y="2993651"/>
              <a:ext cx="1739803" cy="13590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endCxn id="5" idx="2"/>
            </p:cNvCxnSpPr>
            <p:nvPr/>
          </p:nvCxnSpPr>
          <p:spPr>
            <a:xfrm flipV="1">
              <a:off x="3906175" y="4352660"/>
              <a:ext cx="3299641" cy="12402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5" idx="6"/>
            </p:cNvCxnSpPr>
            <p:nvPr/>
          </p:nvCxnSpPr>
          <p:spPr>
            <a:xfrm flipV="1">
              <a:off x="7618193" y="4352659"/>
              <a:ext cx="105529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2456785" y="1942059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-2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99690" y="3784903"/>
              <a:ext cx="7136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 = 5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277354" y="5622166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 = -4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36605" y="2964417"/>
              <a:ext cx="7136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= 3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692873" y="3820320"/>
              <a:ext cx="88357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= -12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5096116" y="2779921"/>
              <a:ext cx="327416" cy="427457"/>
              <a:chOff x="7205816" y="1874846"/>
              <a:chExt cx="412377" cy="467323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7412004" y="1874846"/>
                <a:ext cx="0" cy="4673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H="1">
                <a:off x="7205816" y="2107203"/>
                <a:ext cx="412377" cy="1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/>
            <p:cNvGrpSpPr/>
            <p:nvPr/>
          </p:nvGrpSpPr>
          <p:grpSpPr>
            <a:xfrm>
              <a:off x="7248296" y="4138930"/>
              <a:ext cx="327416" cy="427457"/>
              <a:chOff x="7205816" y="1874846"/>
              <a:chExt cx="412377" cy="467323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7412004" y="1874846"/>
                <a:ext cx="0" cy="4673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>
                <a:off x="7205816" y="2107203"/>
                <a:ext cx="412377" cy="1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Connector 59"/>
            <p:cNvCxnSpPr>
              <a:stCxn id="5" idx="7"/>
              <a:endCxn id="5" idx="3"/>
            </p:cNvCxnSpPr>
            <p:nvPr/>
          </p:nvCxnSpPr>
          <p:spPr>
            <a:xfrm flipH="1">
              <a:off x="7266207" y="4165659"/>
              <a:ext cx="291595" cy="374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5" idx="5"/>
              <a:endCxn id="5" idx="1"/>
            </p:cNvCxnSpPr>
            <p:nvPr/>
          </p:nvCxnSpPr>
          <p:spPr>
            <a:xfrm flipH="1" flipV="1">
              <a:off x="7266207" y="4165659"/>
              <a:ext cx="291595" cy="374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7377343" y="1988177"/>
                <a:ext cx="21654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343" y="1988177"/>
                <a:ext cx="2165465" cy="276999"/>
              </a:xfrm>
              <a:prstGeom prst="rect">
                <a:avLst/>
              </a:prstGeom>
              <a:blipFill>
                <a:blip r:embed="rId2"/>
                <a:stretch>
                  <a:fillRect l="-1408" t="-4348" b="-30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7788371" y="2435314"/>
                <a:ext cx="11112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371" y="2435314"/>
                <a:ext cx="1111202" cy="276999"/>
              </a:xfrm>
              <a:prstGeom prst="rect">
                <a:avLst/>
              </a:prstGeom>
              <a:blipFill>
                <a:blip r:embed="rId3"/>
                <a:stretch>
                  <a:fillRect l="-1099" r="-549" b="-2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788371" y="2900395"/>
                <a:ext cx="11112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371" y="2900395"/>
                <a:ext cx="1111202" cy="276999"/>
              </a:xfrm>
              <a:prstGeom prst="rect">
                <a:avLst/>
              </a:prstGeom>
              <a:blipFill>
                <a:blip r:embed="rId4"/>
                <a:stretch>
                  <a:fillRect l="-3297" t="-4444" r="-549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92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3397188" y="1802869"/>
            <a:ext cx="5397623" cy="3774883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83A71F-6DD3-472F-A13C-83D8B4A6A481}"/>
              </a:ext>
            </a:extLst>
          </p:cNvPr>
          <p:cNvSpPr/>
          <p:nvPr/>
        </p:nvSpPr>
        <p:spPr>
          <a:xfrm>
            <a:off x="1093116" y="2029948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1204512" y="3466764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B982AF-351B-41CF-BCA4-1B1E711D1C60}"/>
              </a:ext>
            </a:extLst>
          </p:cNvPr>
          <p:cNvSpPr/>
          <p:nvPr/>
        </p:nvSpPr>
        <p:spPr>
          <a:xfrm>
            <a:off x="1280626" y="4895343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1505493" y="2294407"/>
            <a:ext cx="1968887" cy="1388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5" idx="6"/>
            <a:endCxn id="75" idx="1"/>
          </p:cNvCxnSpPr>
          <p:nvPr/>
        </p:nvCxnSpPr>
        <p:spPr>
          <a:xfrm flipV="1">
            <a:off x="1616889" y="3682945"/>
            <a:ext cx="1886311" cy="48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AA00B9-C3FC-451B-8734-35A2CF16284A}"/>
              </a:ext>
            </a:extLst>
          </p:cNvPr>
          <p:cNvSpPr txBox="1"/>
          <p:nvPr/>
        </p:nvSpPr>
        <p:spPr>
          <a:xfrm>
            <a:off x="1315320" y="604656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2BDDA-FE6F-400B-89D7-FE3D5899ABCD}"/>
              </a:ext>
            </a:extLst>
          </p:cNvPr>
          <p:cNvSpPr txBox="1"/>
          <p:nvPr/>
        </p:nvSpPr>
        <p:spPr>
          <a:xfrm>
            <a:off x="5701085" y="5983478"/>
            <a:ext cx="1651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Hidden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9956097" y="5846509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399F50-AE20-4AF0-A16B-42EECC64F218}"/>
              </a:ext>
            </a:extLst>
          </p:cNvPr>
          <p:cNvSpPr txBox="1"/>
          <p:nvPr/>
        </p:nvSpPr>
        <p:spPr>
          <a:xfrm>
            <a:off x="436341" y="218953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755CFF-525C-4372-BC2D-E641191BB497}"/>
              </a:ext>
            </a:extLst>
          </p:cNvPr>
          <p:cNvSpPr txBox="1"/>
          <p:nvPr/>
        </p:nvSpPr>
        <p:spPr>
          <a:xfrm>
            <a:off x="634996" y="3626349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16E9EC-6036-49BD-AD0E-69C87468F8A9}"/>
              </a:ext>
            </a:extLst>
          </p:cNvPr>
          <p:cNvSpPr txBox="1"/>
          <p:nvPr/>
        </p:nvSpPr>
        <p:spPr>
          <a:xfrm>
            <a:off x="713821" y="4915962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2112269" y="222031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1693003" y="3682945"/>
            <a:ext cx="1781377" cy="14768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8507398" y="3682945"/>
            <a:ext cx="1677652" cy="7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896537" y="334014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2005127" y="482015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188766" y="3682945"/>
            <a:ext cx="285614" cy="160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985597" y="5310105"/>
            <a:ext cx="641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474380" y="2589643"/>
            <a:ext cx="2506431" cy="2186604"/>
            <a:chOff x="3565894" y="3033664"/>
            <a:chExt cx="2506431" cy="218660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6EB4964-B598-4134-ACC7-774C47E83854}"/>
                </a:ext>
              </a:extLst>
            </p:cNvPr>
            <p:cNvSpPr/>
            <p:nvPr/>
          </p:nvSpPr>
          <p:spPr>
            <a:xfrm>
              <a:off x="3565894" y="3033664"/>
              <a:ext cx="2506431" cy="218660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CDBFFC6-5522-4B7D-9DEC-852136F43282}"/>
                </a:ext>
              </a:extLst>
            </p:cNvPr>
            <p:cNvSpPr txBox="1"/>
            <p:nvPr/>
          </p:nvSpPr>
          <p:spPr>
            <a:xfrm>
              <a:off x="4379039" y="3529754"/>
              <a:ext cx="157837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+ 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W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0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594714" y="3926911"/>
              <a:ext cx="96532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  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96EB4964-B598-4134-ACC7-774C47E83854}"/>
              </a:ext>
            </a:extLst>
          </p:cNvPr>
          <p:cNvSpPr/>
          <p:nvPr/>
        </p:nvSpPr>
        <p:spPr>
          <a:xfrm>
            <a:off x="6880413" y="2877109"/>
            <a:ext cx="1626985" cy="16116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28C2C-A844-45C0-B274-7CD0E9A16B33}"/>
              </a:ext>
            </a:extLst>
          </p:cNvPr>
          <p:cNvSpPr txBox="1"/>
          <p:nvPr/>
        </p:nvSpPr>
        <p:spPr>
          <a:xfrm>
            <a:off x="6995329" y="3474742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g(Z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7" idx="6"/>
            <a:endCxn id="29" idx="2"/>
          </p:cNvCxnSpPr>
          <p:nvPr/>
        </p:nvCxnSpPr>
        <p:spPr>
          <a:xfrm>
            <a:off x="5980811" y="3682945"/>
            <a:ext cx="8996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blipFill>
                <a:blip r:embed="rId2"/>
                <a:stretch>
                  <a:fillRect l="-6667" t="-26087" r="-71111" b="-2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779" y="1278658"/>
            <a:ext cx="2331728" cy="163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6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AA00B9-C3FC-451B-8734-35A2CF16284A}"/>
              </a:ext>
            </a:extLst>
          </p:cNvPr>
          <p:cNvSpPr txBox="1"/>
          <p:nvPr/>
        </p:nvSpPr>
        <p:spPr>
          <a:xfrm>
            <a:off x="1315320" y="604656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2BDDA-FE6F-400B-89D7-FE3D5899ABCD}"/>
              </a:ext>
            </a:extLst>
          </p:cNvPr>
          <p:cNvSpPr txBox="1"/>
          <p:nvPr/>
        </p:nvSpPr>
        <p:spPr>
          <a:xfrm>
            <a:off x="5701085" y="5983478"/>
            <a:ext cx="1651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Hidden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9928831" y="5983478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40" y="1448865"/>
            <a:ext cx="1621030" cy="1133261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24444" y="2816058"/>
            <a:ext cx="10234618" cy="2906356"/>
            <a:chOff x="436341" y="1780743"/>
            <a:chExt cx="10234618" cy="2240878"/>
          </a:xfrm>
        </p:grpSpPr>
        <p:grpSp>
          <p:nvGrpSpPr>
            <p:cNvPr id="3" name="Group 2"/>
            <p:cNvGrpSpPr/>
            <p:nvPr/>
          </p:nvGrpSpPr>
          <p:grpSpPr>
            <a:xfrm>
              <a:off x="436341" y="1802869"/>
              <a:ext cx="5804661" cy="2218752"/>
              <a:chOff x="436341" y="1802869"/>
              <a:chExt cx="9748709" cy="3891838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3397188" y="1802869"/>
                <a:ext cx="5397623" cy="3774883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683A71F-6DD3-472F-A13C-83D8B4A6A481}"/>
                  </a:ext>
                </a:extLst>
              </p:cNvPr>
              <p:cNvSpPr/>
              <p:nvPr/>
            </p:nvSpPr>
            <p:spPr>
              <a:xfrm>
                <a:off x="1093116" y="2029948"/>
                <a:ext cx="412377" cy="52891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816F90F-B580-4D1A-8126-33372EB7CBFE}"/>
                  </a:ext>
                </a:extLst>
              </p:cNvPr>
              <p:cNvSpPr/>
              <p:nvPr/>
            </p:nvSpPr>
            <p:spPr>
              <a:xfrm>
                <a:off x="1204512" y="3466764"/>
                <a:ext cx="412377" cy="52891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BB982AF-351B-41CF-BCA4-1B1E711D1C60}"/>
                  </a:ext>
                </a:extLst>
              </p:cNvPr>
              <p:cNvSpPr/>
              <p:nvPr/>
            </p:nvSpPr>
            <p:spPr>
              <a:xfrm>
                <a:off x="1280626" y="4895343"/>
                <a:ext cx="412377" cy="52891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5826D36-6EFB-4415-BB60-395D4B3817C1}"/>
                  </a:ext>
                </a:extLst>
              </p:cNvPr>
              <p:cNvCxnSpPr>
                <a:stCxn id="4" idx="6"/>
                <a:endCxn id="7" idx="2"/>
              </p:cNvCxnSpPr>
              <p:nvPr/>
            </p:nvCxnSpPr>
            <p:spPr>
              <a:xfrm>
                <a:off x="1505493" y="2294407"/>
                <a:ext cx="1968887" cy="13885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C00FC92-C551-4772-9DC8-C768FD64FBA9}"/>
                  </a:ext>
                </a:extLst>
              </p:cNvPr>
              <p:cNvCxnSpPr>
                <a:cxnSpLocks/>
                <a:stCxn id="5" idx="6"/>
                <a:endCxn id="75" idx="1"/>
              </p:cNvCxnSpPr>
              <p:nvPr/>
            </p:nvCxnSpPr>
            <p:spPr>
              <a:xfrm flipV="1">
                <a:off x="1616889" y="3670202"/>
                <a:ext cx="1886312" cy="610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399F50-AE20-4AF0-A16B-42EECC64F218}"/>
                  </a:ext>
                </a:extLst>
              </p:cNvPr>
              <p:cNvSpPr txBox="1"/>
              <p:nvPr/>
            </p:nvSpPr>
            <p:spPr>
              <a:xfrm>
                <a:off x="436341" y="2189535"/>
                <a:ext cx="781272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755CFF-525C-4372-BC2D-E641191BB497}"/>
                  </a:ext>
                </a:extLst>
              </p:cNvPr>
              <p:cNvSpPr txBox="1"/>
              <p:nvPr/>
            </p:nvSpPr>
            <p:spPr>
              <a:xfrm>
                <a:off x="450275" y="3628723"/>
                <a:ext cx="781272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F16E9EC-6036-49BD-AD0E-69C87468F8A9}"/>
                  </a:ext>
                </a:extLst>
              </p:cNvPr>
              <p:cNvSpPr txBox="1"/>
              <p:nvPr/>
            </p:nvSpPr>
            <p:spPr>
              <a:xfrm>
                <a:off x="467690" y="4895343"/>
                <a:ext cx="781272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BF52BD-FB6A-4552-9E4B-D9FCE7DAAD0C}"/>
                  </a:ext>
                </a:extLst>
              </p:cNvPr>
              <p:cNvSpPr txBox="1"/>
              <p:nvPr/>
            </p:nvSpPr>
            <p:spPr>
              <a:xfrm>
                <a:off x="2112270" y="2220311"/>
                <a:ext cx="883575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C00FC92-C551-4772-9DC8-C768FD64FBA9}"/>
                  </a:ext>
                </a:extLst>
              </p:cNvPr>
              <p:cNvCxnSpPr>
                <a:cxnSpLocks/>
                <a:stCxn id="6" idx="6"/>
                <a:endCxn id="7" idx="2"/>
              </p:cNvCxnSpPr>
              <p:nvPr/>
            </p:nvCxnSpPr>
            <p:spPr>
              <a:xfrm flipV="1">
                <a:off x="1693003" y="3682945"/>
                <a:ext cx="1781377" cy="14768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6C00FC92-C551-4772-9DC8-C768FD64FBA9}"/>
                  </a:ext>
                </a:extLst>
              </p:cNvPr>
              <p:cNvCxnSpPr>
                <a:cxnSpLocks/>
                <a:stCxn id="29" idx="6"/>
              </p:cNvCxnSpPr>
              <p:nvPr/>
            </p:nvCxnSpPr>
            <p:spPr>
              <a:xfrm>
                <a:off x="8507398" y="3682945"/>
                <a:ext cx="1677652" cy="736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BF52BD-FB6A-4552-9E4B-D9FCE7DAAD0C}"/>
                  </a:ext>
                </a:extLst>
              </p:cNvPr>
              <p:cNvSpPr txBox="1"/>
              <p:nvPr/>
            </p:nvSpPr>
            <p:spPr>
              <a:xfrm>
                <a:off x="1896538" y="3340148"/>
                <a:ext cx="883575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BBF52BD-FB6A-4552-9E4B-D9FCE7DAAD0C}"/>
                  </a:ext>
                </a:extLst>
              </p:cNvPr>
              <p:cNvSpPr txBox="1"/>
              <p:nvPr/>
            </p:nvSpPr>
            <p:spPr>
              <a:xfrm>
                <a:off x="2005127" y="4820158"/>
                <a:ext cx="883575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2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6C00FC92-C551-4772-9DC8-C768FD64FBA9}"/>
                  </a:ext>
                </a:extLst>
              </p:cNvPr>
              <p:cNvCxnSpPr>
                <a:cxnSpLocks/>
                <a:endCxn id="7" idx="2"/>
              </p:cNvCxnSpPr>
              <p:nvPr/>
            </p:nvCxnSpPr>
            <p:spPr>
              <a:xfrm flipV="1">
                <a:off x="3188766" y="3682945"/>
                <a:ext cx="285614" cy="16023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Rectangle 73"/>
              <p:cNvSpPr/>
              <p:nvPr/>
            </p:nvSpPr>
            <p:spPr>
              <a:xfrm>
                <a:off x="2730177" y="5320085"/>
                <a:ext cx="767810" cy="3746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en-I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3474380" y="2589643"/>
                <a:ext cx="2506431" cy="2186604"/>
                <a:chOff x="3565894" y="3033664"/>
                <a:chExt cx="2506431" cy="218660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6EB4964-B598-4134-ACC7-774C47E83854}"/>
                    </a:ext>
                  </a:extLst>
                </p:cNvPr>
                <p:cNvSpPr/>
                <p:nvPr/>
              </p:nvSpPr>
              <p:spPr>
                <a:xfrm>
                  <a:off x="3565894" y="3033664"/>
                  <a:ext cx="2506431" cy="218660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CDBFFC6-5522-4B7D-9DEC-852136F43282}"/>
                    </a:ext>
                  </a:extLst>
                </p:cNvPr>
                <p:cNvSpPr txBox="1"/>
                <p:nvPr/>
              </p:nvSpPr>
              <p:spPr>
                <a:xfrm>
                  <a:off x="4379039" y="3529754"/>
                  <a:ext cx="1578370" cy="11238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[1]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</a:t>
                  </a:r>
                  <a:r>
                    <a:rPr lang="en-US" sz="1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+ 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[1]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</a:t>
                  </a:r>
                  <a:r>
                    <a:rPr lang="en-US" sz="1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W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[1]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sz="1200" baseline="-25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1200" baseline="30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</a:t>
                  </a:r>
                  <a:r>
                    <a:rPr lang="en-US" sz="1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 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1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[1]</a:t>
                  </a:r>
                </a:p>
              </p:txBody>
            </p:sp>
            <p:sp>
              <p:nvSpPr>
                <p:cNvPr id="75" name="Rectangle 74"/>
                <p:cNvSpPr/>
                <p:nvPr/>
              </p:nvSpPr>
              <p:spPr>
                <a:xfrm>
                  <a:off x="3594714" y="3926910"/>
                  <a:ext cx="1093565" cy="3746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</a:t>
                  </a:r>
                  <a:r>
                    <a:rPr lang="en-US" sz="12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[1]  </a:t>
                  </a: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:endPara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6EB4964-B598-4134-ACC7-774C47E83854}"/>
                  </a:ext>
                </a:extLst>
              </p:cNvPr>
              <p:cNvSpPr/>
              <p:nvPr/>
            </p:nvSpPr>
            <p:spPr>
              <a:xfrm>
                <a:off x="6880413" y="2877109"/>
                <a:ext cx="1626985" cy="16116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728C2C-A844-45C0-B274-7CD0E9A16B33}"/>
                  </a:ext>
                </a:extLst>
              </p:cNvPr>
              <p:cNvSpPr txBox="1"/>
              <p:nvPr/>
            </p:nvSpPr>
            <p:spPr>
              <a:xfrm>
                <a:off x="6995330" y="3474741"/>
                <a:ext cx="1623924" cy="3746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g(Z</a:t>
                </a:r>
                <a:r>
                  <a:rPr lang="en-US" sz="1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C00FC92-C551-4772-9DC8-C768FD64FBA9}"/>
                  </a:ext>
                </a:extLst>
              </p:cNvPr>
              <p:cNvCxnSpPr>
                <a:cxnSpLocks/>
                <a:stCxn id="7" idx="6"/>
                <a:endCxn id="29" idx="2"/>
              </p:cNvCxnSpPr>
              <p:nvPr/>
            </p:nvCxnSpPr>
            <p:spPr>
              <a:xfrm>
                <a:off x="5980811" y="3682945"/>
                <a:ext cx="89960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/>
            <p:cNvSpPr/>
            <p:nvPr/>
          </p:nvSpPr>
          <p:spPr>
            <a:xfrm>
              <a:off x="6221679" y="1780743"/>
              <a:ext cx="3213900" cy="2152075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6EB4964-B598-4134-ACC7-774C47E83854}"/>
                </a:ext>
              </a:extLst>
            </p:cNvPr>
            <p:cNvSpPr/>
            <p:nvPr/>
          </p:nvSpPr>
          <p:spPr>
            <a:xfrm>
              <a:off x="6427934" y="2273103"/>
              <a:ext cx="1492401" cy="1246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EB4964-B598-4134-ACC7-774C47E83854}"/>
                </a:ext>
              </a:extLst>
            </p:cNvPr>
            <p:cNvSpPr/>
            <p:nvPr/>
          </p:nvSpPr>
          <p:spPr>
            <a:xfrm>
              <a:off x="8244423" y="2446613"/>
              <a:ext cx="968754" cy="91882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9919953" y="2659129"/>
                  <a:ext cx="182165" cy="1423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9953" y="2659129"/>
                  <a:ext cx="182165" cy="142382"/>
                </a:xfrm>
                <a:prstGeom prst="rect">
                  <a:avLst/>
                </a:prstGeom>
                <a:blipFill>
                  <a:blip r:embed="rId3"/>
                  <a:stretch>
                    <a:fillRect l="-3333" t="-30000" r="-73333" b="-20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00FC92-C551-4772-9DC8-C768FD64FBA9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 flipV="1">
              <a:off x="9435579" y="2856780"/>
              <a:ext cx="123538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6510612" y="2788418"/>
              <a:ext cx="651140" cy="2135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12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  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endParaRPr lang="en-IN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73561" y="2784134"/>
              <a:ext cx="710900" cy="2135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 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en-IN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79892" y="2776001"/>
              <a:ext cx="966931" cy="2135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  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g(Z</a:t>
              </a:r>
              <a:r>
                <a:rPr lang="en-US" sz="12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93" y="1445629"/>
            <a:ext cx="1621030" cy="113326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5561080" y="3600758"/>
            <a:ext cx="472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1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0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Network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83A71F-6DD3-472F-A13C-83D8B4A6A481}"/>
              </a:ext>
            </a:extLst>
          </p:cNvPr>
          <p:cNvSpPr/>
          <p:nvPr/>
        </p:nvSpPr>
        <p:spPr>
          <a:xfrm>
            <a:off x="1093116" y="2029948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1204512" y="3466764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B982AF-351B-41CF-BCA4-1B1E711D1C60}"/>
              </a:ext>
            </a:extLst>
          </p:cNvPr>
          <p:cNvSpPr/>
          <p:nvPr/>
        </p:nvSpPr>
        <p:spPr>
          <a:xfrm>
            <a:off x="1280626" y="4895343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" idx="6"/>
            <a:endCxn id="27" idx="2"/>
          </p:cNvCxnSpPr>
          <p:nvPr/>
        </p:nvCxnSpPr>
        <p:spPr>
          <a:xfrm>
            <a:off x="1505493" y="2294407"/>
            <a:ext cx="18508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5" idx="6"/>
            <a:endCxn id="27" idx="2"/>
          </p:cNvCxnSpPr>
          <p:nvPr/>
        </p:nvCxnSpPr>
        <p:spPr>
          <a:xfrm flipV="1">
            <a:off x="1616889" y="2294407"/>
            <a:ext cx="1739451" cy="1436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AA00B9-C3FC-451B-8734-35A2CF16284A}"/>
              </a:ext>
            </a:extLst>
          </p:cNvPr>
          <p:cNvSpPr txBox="1"/>
          <p:nvPr/>
        </p:nvSpPr>
        <p:spPr>
          <a:xfrm>
            <a:off x="1315320" y="604656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2BDDA-FE6F-400B-89D7-FE3D5899ABCD}"/>
              </a:ext>
            </a:extLst>
          </p:cNvPr>
          <p:cNvSpPr txBox="1"/>
          <p:nvPr/>
        </p:nvSpPr>
        <p:spPr>
          <a:xfrm>
            <a:off x="4268357" y="6046564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7399328" y="604656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399F50-AE20-4AF0-A16B-42EECC64F218}"/>
              </a:ext>
            </a:extLst>
          </p:cNvPr>
          <p:cNvSpPr txBox="1"/>
          <p:nvPr/>
        </p:nvSpPr>
        <p:spPr>
          <a:xfrm>
            <a:off x="436341" y="218953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755CFF-525C-4372-BC2D-E641191BB497}"/>
              </a:ext>
            </a:extLst>
          </p:cNvPr>
          <p:cNvSpPr txBox="1"/>
          <p:nvPr/>
        </p:nvSpPr>
        <p:spPr>
          <a:xfrm>
            <a:off x="634996" y="3626349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16E9EC-6036-49BD-AD0E-69C87468F8A9}"/>
              </a:ext>
            </a:extLst>
          </p:cNvPr>
          <p:cNvSpPr txBox="1"/>
          <p:nvPr/>
        </p:nvSpPr>
        <p:spPr>
          <a:xfrm>
            <a:off x="713821" y="4915962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486814" y="185136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6" idx="6"/>
            <a:endCxn id="27" idx="2"/>
          </p:cNvCxnSpPr>
          <p:nvPr/>
        </p:nvCxnSpPr>
        <p:spPr>
          <a:xfrm flipV="1">
            <a:off x="1693003" y="2294407"/>
            <a:ext cx="1663337" cy="2865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408936" y="3056345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356934" y="4284869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74" idx="0"/>
            <a:endCxn id="27" idx="2"/>
          </p:cNvCxnSpPr>
          <p:nvPr/>
        </p:nvCxnSpPr>
        <p:spPr>
          <a:xfrm flipV="1">
            <a:off x="2703555" y="2294407"/>
            <a:ext cx="652785" cy="320529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382794" y="5499697"/>
            <a:ext cx="641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3339624" y="4890239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3356340" y="2029948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>
            <a:endCxn id="26" idx="2"/>
          </p:cNvCxnSpPr>
          <p:nvPr/>
        </p:nvCxnSpPr>
        <p:spPr>
          <a:xfrm>
            <a:off x="1495022" y="2403457"/>
            <a:ext cx="1844602" cy="275124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5" idx="6"/>
            <a:endCxn id="26" idx="2"/>
          </p:cNvCxnSpPr>
          <p:nvPr/>
        </p:nvCxnSpPr>
        <p:spPr>
          <a:xfrm>
            <a:off x="1616889" y="3731223"/>
            <a:ext cx="1722735" cy="142347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6" idx="6"/>
            <a:endCxn id="26" idx="2"/>
          </p:cNvCxnSpPr>
          <p:nvPr/>
        </p:nvCxnSpPr>
        <p:spPr>
          <a:xfrm flipV="1">
            <a:off x="1693003" y="5154698"/>
            <a:ext cx="1646621" cy="510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4" idx="0"/>
            <a:endCxn id="26" idx="2"/>
          </p:cNvCxnSpPr>
          <p:nvPr/>
        </p:nvCxnSpPr>
        <p:spPr>
          <a:xfrm flipV="1">
            <a:off x="2703555" y="5154698"/>
            <a:ext cx="636069" cy="34499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5190471" y="4884606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5207187" y="2038080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7" idx="6"/>
            <a:endCxn id="45" idx="2"/>
          </p:cNvCxnSpPr>
          <p:nvPr/>
        </p:nvCxnSpPr>
        <p:spPr>
          <a:xfrm>
            <a:off x="3768717" y="2294407"/>
            <a:ext cx="1438470" cy="81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7" idx="6"/>
            <a:endCxn id="44" idx="2"/>
          </p:cNvCxnSpPr>
          <p:nvPr/>
        </p:nvCxnSpPr>
        <p:spPr>
          <a:xfrm>
            <a:off x="3768717" y="2294407"/>
            <a:ext cx="1421754" cy="2854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6" idx="6"/>
            <a:endCxn id="45" idx="2"/>
          </p:cNvCxnSpPr>
          <p:nvPr/>
        </p:nvCxnSpPr>
        <p:spPr>
          <a:xfrm flipV="1">
            <a:off x="3752001" y="2302539"/>
            <a:ext cx="1455186" cy="285215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6" idx="6"/>
            <a:endCxn id="44" idx="2"/>
          </p:cNvCxnSpPr>
          <p:nvPr/>
        </p:nvCxnSpPr>
        <p:spPr>
          <a:xfrm flipV="1">
            <a:off x="3752001" y="5149065"/>
            <a:ext cx="1438470" cy="563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7865160" y="3456455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5" idx="6"/>
            <a:endCxn id="65" idx="2"/>
          </p:cNvCxnSpPr>
          <p:nvPr/>
        </p:nvCxnSpPr>
        <p:spPr>
          <a:xfrm>
            <a:off x="5619564" y="2302539"/>
            <a:ext cx="2245596" cy="141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4" idx="6"/>
            <a:endCxn id="65" idx="2"/>
          </p:cNvCxnSpPr>
          <p:nvPr/>
        </p:nvCxnSpPr>
        <p:spPr>
          <a:xfrm flipV="1">
            <a:off x="5602848" y="3720914"/>
            <a:ext cx="2262312" cy="142815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3864058" y="1921802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3391049" y="4388325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6337195" y="245846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098399" y="5521670"/>
            <a:ext cx="641522" cy="400110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Connector 78"/>
          <p:cNvCxnSpPr>
            <a:stCxn id="78" idx="0"/>
            <a:endCxn id="44" idx="2"/>
          </p:cNvCxnSpPr>
          <p:nvPr/>
        </p:nvCxnSpPr>
        <p:spPr>
          <a:xfrm flipV="1">
            <a:off x="4419160" y="5149065"/>
            <a:ext cx="771311" cy="3726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8" idx="0"/>
            <a:endCxn id="45" idx="2"/>
          </p:cNvCxnSpPr>
          <p:nvPr/>
        </p:nvCxnSpPr>
        <p:spPr>
          <a:xfrm flipV="1">
            <a:off x="4419160" y="2302539"/>
            <a:ext cx="788027" cy="321913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65" idx="6"/>
          </p:cNvCxnSpPr>
          <p:nvPr/>
        </p:nvCxnSpPr>
        <p:spPr>
          <a:xfrm>
            <a:off x="8277537" y="3720914"/>
            <a:ext cx="16920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blipFill>
                <a:blip r:embed="rId2"/>
                <a:stretch>
                  <a:fillRect l="-6667" t="-26087" r="-71111" b="-2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8664605" y="3785317"/>
            <a:ext cx="3258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Loss/ Cost Function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18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8812" y="3214084"/>
            <a:ext cx="7329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25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 Vs Cost Function</a:t>
            </a:r>
            <a:endParaRPr spc="35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" name="Google Shape;82;p6"/>
              <p:cNvSpPr txBox="1"/>
              <p:nvPr/>
            </p:nvSpPr>
            <p:spPr>
              <a:xfrm>
                <a:off x="261620" y="1266190"/>
                <a:ext cx="11930380" cy="6258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2050" rIns="0" bIns="0" anchor="t" anchorCtr="0">
                <a:spAutoFit/>
              </a:bodyPr>
              <a:lstStyle/>
              <a:p>
                <a:pPr marL="381000" marR="62230" lvl="0" indent="-342900" algn="l" rtl="0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IN" sz="2000" b="1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Loss function</a:t>
                </a:r>
              </a:p>
              <a:p>
                <a:pPr marL="838200" marR="6223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loss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function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also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known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as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an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error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function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objective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function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quantifies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how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well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machine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learning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model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’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predictions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match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actual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target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values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ground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truth</m:t>
                    </m:r>
                    <m:r>
                      <m:rPr>
                        <m:nor/>
                      </m:rP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 smtClean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838200" marR="6223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Helps us to understand the difference between the predicted value and the actual value</a:t>
                </a:r>
              </a:p>
              <a:p>
                <a:pPr marL="838200" marR="6223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Error for a single training example</a:t>
                </a:r>
              </a:p>
              <a:p>
                <a:pPr marL="495300" marR="6223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𝐴𝐸</m:t>
                      </m:r>
                      <m:r>
                        <a:rPr lang="en-IN" sz="20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|</m:t>
                      </m:r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𝑦</m:t>
                      </m:r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− </m:t>
                      </m:r>
                      <m:acc>
                        <m:accPr>
                          <m:chr m:val="̂"/>
                          <m:ctrlP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accPr>
                        <m:e>
                          <m: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𝑦</m:t>
                          </m:r>
                        </m:e>
                      </m:acc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|</m:t>
                      </m:r>
                    </m:oMath>
                  </m:oMathPara>
                </a14:m>
                <a:endParaRPr lang="en-IN" sz="2000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381000" marR="62230" indent="-342900">
                  <a:lnSpc>
                    <a:spcPct val="180000"/>
                  </a:lnSpc>
                  <a:buFont typeface="Arial" panose="020B0604020202020204" pitchFamily="34" charset="0"/>
                  <a:buChar char="•"/>
                </a:pPr>
                <a:r>
                  <a:rPr lang="en-IN" sz="2000" b="1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Cost function</a:t>
                </a:r>
              </a:p>
              <a:p>
                <a:pPr marL="838200" marR="6223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Average of loss function on the entire training dataset</a:t>
                </a:r>
              </a:p>
              <a:p>
                <a:pPr marL="838200" marR="6223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Types of cost function</a:t>
                </a:r>
              </a:p>
              <a:p>
                <a:pPr marL="1295400" marR="62230" lvl="2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Regression</a:t>
                </a:r>
              </a:p>
              <a:p>
                <a:pPr marL="1295400" marR="62230" lvl="2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Binary Classification </a:t>
                </a:r>
              </a:p>
              <a:p>
                <a:pPr marL="1295400" marR="62230" lvl="2" indent="-342900">
                  <a:buFont typeface="Arial" panose="020B0604020202020204" pitchFamily="34" charset="0"/>
                  <a:buChar char="•"/>
                </a:pPr>
                <a:r>
                  <a:rPr lang="en-IN" sz="2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Multi-Class Classification</a:t>
                </a:r>
              </a:p>
              <a:p>
                <a:pPr marL="1295400" marR="62230" lvl="2" indent="-342900">
                  <a:buFont typeface="Arial" panose="020B0604020202020204" pitchFamily="34" charset="0"/>
                  <a:buChar char="•"/>
                </a:pPr>
                <a:endParaRPr lang="en-IN" sz="20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952500" marR="62230"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𝑀</m:t>
                      </m:r>
                      <m:r>
                        <a:rPr lang="en-IN" sz="20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𝐴𝐸</m:t>
                      </m:r>
                      <m:r>
                        <a:rPr lang="en-IN" sz="20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f>
                        <m:fPr>
                          <m:ctrlPr>
                            <a:rPr lang="en-IN" sz="20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20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=1</m:t>
                          </m:r>
                        </m:sub>
                        <m:sup>
                          <m:r>
                            <a:rPr lang="en-IN" sz="20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𝑛</m:t>
                          </m:r>
                        </m:sup>
                        <m:e>
                          <m:r>
                            <a:rPr lang="en-IN" sz="20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|</m:t>
                          </m:r>
                          <m:r>
                            <a:rPr lang="en-IN" sz="20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𝑦</m:t>
                          </m:r>
                          <m:r>
                            <a:rPr lang="en-IN" sz="20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 − </m:t>
                          </m:r>
                          <m:acc>
                            <m:accPr>
                              <m:chr m:val="̂"/>
                              <m:ctrlPr>
                                <a:rPr lang="en-IN" sz="20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  <m:t>𝑦</m:t>
                              </m:r>
                            </m:e>
                          </m:acc>
                          <m:r>
                            <a:rPr lang="en-IN" sz="20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  <a:sym typeface="Times New Roman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IN" sz="20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295400" marR="62230" lvl="2" indent="-342900">
                  <a:buFont typeface="Arial" panose="020B0604020202020204" pitchFamily="34" charset="0"/>
                  <a:buChar char="•"/>
                </a:pPr>
                <a:endParaRPr lang="en-IN" sz="2000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838200" marR="62230" lvl="1" indent="-342900">
                  <a:lnSpc>
                    <a:spcPct val="180000"/>
                  </a:lnSpc>
                  <a:buFont typeface="Arial" panose="020B0604020202020204" pitchFamily="34" charset="0"/>
                  <a:buChar char="•"/>
                </a:pPr>
                <a:endParaRPr sz="20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82" name="Google Shape;82;p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0" y="1266190"/>
                <a:ext cx="11930380" cy="6258237"/>
              </a:xfrm>
              <a:prstGeom prst="rect">
                <a:avLst/>
              </a:prstGeom>
              <a:blipFill>
                <a:blip r:embed="rId3"/>
                <a:stretch>
                  <a:fillRect l="-9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Google Shape;83;p6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Vs Cost Function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335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Cost Function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800899"/>
                  </p:ext>
                </p:extLst>
              </p:nvPr>
            </p:nvGraphicFramePr>
            <p:xfrm>
              <a:off x="203348" y="1530794"/>
              <a:ext cx="11026125" cy="4520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36001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6590124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Absolute Error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𝐴𝐸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|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Squared Error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𝑆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 − 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Root Mean Square Error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𝑅</m:t>
                                </m:r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𝑆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18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 −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𝐶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𝑙𝑜𝑔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(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Binary 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𝐵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𝐶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𝑙𝑜𝑔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[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𝑙𝑜𝑔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1−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]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333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800899"/>
                  </p:ext>
                </p:extLst>
              </p:nvPr>
            </p:nvGraphicFramePr>
            <p:xfrm>
              <a:off x="203348" y="1530794"/>
              <a:ext cx="11026125" cy="4520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36001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6590124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</a:tblGrid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Absolute Error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375" t="-725" r="-185" b="-4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Squared Error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375" t="-100725" r="-185" b="-3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115862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Root Mean Square Error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375" t="-145789" r="-185" b="-14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375" t="-338406" r="-185" b="-1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Binary 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375" t="-438406" r="-185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93334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635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Cost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Function Regression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8CA9420-A21A-406A-8E16-1B9B74E7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CF5F-C3E7-4C13-BE2A-C908AB0703E5}" type="datetime3">
              <a:rPr lang="en-US" smtClean="0"/>
              <a:t>22 August 2024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96095"/>
              </p:ext>
            </p:extLst>
          </p:nvPr>
        </p:nvGraphicFramePr>
        <p:xfrm>
          <a:off x="515681" y="2038596"/>
          <a:ext cx="11286688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943">
                  <a:extLst>
                    <a:ext uri="{9D8B030D-6E8A-4147-A177-3AD203B41FA5}">
                      <a16:colId xmlns:a16="http://schemas.microsoft.com/office/drawing/2014/main" val="570345766"/>
                    </a:ext>
                  </a:extLst>
                </a:gridCol>
                <a:gridCol w="1394690">
                  <a:extLst>
                    <a:ext uri="{9D8B030D-6E8A-4147-A177-3AD203B41FA5}">
                      <a16:colId xmlns:a16="http://schemas.microsoft.com/office/drawing/2014/main" val="3009389228"/>
                    </a:ext>
                  </a:extLst>
                </a:gridCol>
                <a:gridCol w="3980873">
                  <a:extLst>
                    <a:ext uri="{9D8B030D-6E8A-4147-A177-3AD203B41FA5}">
                      <a16:colId xmlns:a16="http://schemas.microsoft.com/office/drawing/2014/main" val="1874721703"/>
                    </a:ext>
                  </a:extLst>
                </a:gridCol>
                <a:gridCol w="3602182">
                  <a:extLst>
                    <a:ext uri="{9D8B030D-6E8A-4147-A177-3AD203B41FA5}">
                      <a16:colId xmlns:a16="http://schemas.microsoft.com/office/drawing/2014/main" val="3069661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Functions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2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 (MAE)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Regression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to outliers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Intuitive interpretation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the average absolute error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differentiable at zero.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error direction (positive or negative).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861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Squared Error (MSE)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Regression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Differentiable and widely used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Penalizes large errors more than small errors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Sensitive to outliers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Units are squared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82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Squared Error (RMSE)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Regression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Same unit as the target variable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Penalizes large errors but not excessively.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Sensitive to outliers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robust for skewed distributions</a:t>
                      </a:r>
                      <a:endParaRPr lang="en-IN" sz="2000" b="0" i="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3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21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Cost Function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8CA9420-A21A-406A-8E16-1B9B74E7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CF5F-C3E7-4C13-BE2A-C908AB0703E5}" type="datetime3">
              <a:rPr lang="en-US" smtClean="0"/>
              <a:t>22 August 2024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96402"/>
              </p:ext>
            </p:extLst>
          </p:nvPr>
        </p:nvGraphicFramePr>
        <p:xfrm>
          <a:off x="372862" y="1692523"/>
          <a:ext cx="11669204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690">
                  <a:extLst>
                    <a:ext uri="{9D8B030D-6E8A-4147-A177-3AD203B41FA5}">
                      <a16:colId xmlns:a16="http://schemas.microsoft.com/office/drawing/2014/main" val="570345766"/>
                    </a:ext>
                  </a:extLst>
                </a:gridCol>
                <a:gridCol w="1645462">
                  <a:extLst>
                    <a:ext uri="{9D8B030D-6E8A-4147-A177-3AD203B41FA5}">
                      <a16:colId xmlns:a16="http://schemas.microsoft.com/office/drawing/2014/main" val="3009389228"/>
                    </a:ext>
                  </a:extLst>
                </a:gridCol>
                <a:gridCol w="4115789">
                  <a:extLst>
                    <a:ext uri="{9D8B030D-6E8A-4147-A177-3AD203B41FA5}">
                      <a16:colId xmlns:a16="http://schemas.microsoft.com/office/drawing/2014/main" val="1874721703"/>
                    </a:ext>
                  </a:extLst>
                </a:gridCol>
                <a:gridCol w="3724263">
                  <a:extLst>
                    <a:ext uri="{9D8B030D-6E8A-4147-A177-3AD203B41FA5}">
                      <a16:colId xmlns:a16="http://schemas.microsoft.com/office/drawing/2014/main" val="3069661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Functions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</a:t>
                      </a:r>
                      <a:endParaRPr kumimoji="0" lang="en-I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2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Cross-Entropy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multi-class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probabilistic interpretation.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calibrated probabilities to work effectively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37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Cross-Entropy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Suitable for binary classification tasks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Encourages well-calibrated probabilities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suffer from vanishing gradients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ideal for multi-class problems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33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IN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Cross-Entropy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Appropriate for multi-class classification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Encourages class separation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one-hot encoded labels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Sensitive to outliers.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May not work well with imbalanced data.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748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08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title"/>
          </p:nvPr>
        </p:nvSpPr>
        <p:spPr>
          <a:xfrm>
            <a:off x="3571875" y="3084195"/>
            <a:ext cx="5772150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Gradient Descent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251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Network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83A71F-6DD3-472F-A13C-83D8B4A6A481}"/>
              </a:ext>
            </a:extLst>
          </p:cNvPr>
          <p:cNvSpPr/>
          <p:nvPr/>
        </p:nvSpPr>
        <p:spPr>
          <a:xfrm>
            <a:off x="1093116" y="2029948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1204512" y="3466764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B982AF-351B-41CF-BCA4-1B1E711D1C60}"/>
              </a:ext>
            </a:extLst>
          </p:cNvPr>
          <p:cNvSpPr/>
          <p:nvPr/>
        </p:nvSpPr>
        <p:spPr>
          <a:xfrm>
            <a:off x="1280626" y="4895343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" idx="6"/>
            <a:endCxn id="27" idx="2"/>
          </p:cNvCxnSpPr>
          <p:nvPr/>
        </p:nvCxnSpPr>
        <p:spPr>
          <a:xfrm>
            <a:off x="1505493" y="2294407"/>
            <a:ext cx="18508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5" idx="6"/>
            <a:endCxn id="27" idx="2"/>
          </p:cNvCxnSpPr>
          <p:nvPr/>
        </p:nvCxnSpPr>
        <p:spPr>
          <a:xfrm flipV="1">
            <a:off x="1616889" y="2294407"/>
            <a:ext cx="1739451" cy="1436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AA00B9-C3FC-451B-8734-35A2CF16284A}"/>
              </a:ext>
            </a:extLst>
          </p:cNvPr>
          <p:cNvSpPr txBox="1"/>
          <p:nvPr/>
        </p:nvSpPr>
        <p:spPr>
          <a:xfrm>
            <a:off x="1315320" y="6046564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2BDDA-FE6F-400B-89D7-FE3D5899ABCD}"/>
              </a:ext>
            </a:extLst>
          </p:cNvPr>
          <p:cNvSpPr txBox="1"/>
          <p:nvPr/>
        </p:nvSpPr>
        <p:spPr>
          <a:xfrm>
            <a:off x="4268357" y="6046564"/>
            <a:ext cx="936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7399328" y="604656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399F50-AE20-4AF0-A16B-42EECC64F218}"/>
              </a:ext>
            </a:extLst>
          </p:cNvPr>
          <p:cNvSpPr txBox="1"/>
          <p:nvPr/>
        </p:nvSpPr>
        <p:spPr>
          <a:xfrm>
            <a:off x="436341" y="2189533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755CFF-525C-4372-BC2D-E641191BB497}"/>
              </a:ext>
            </a:extLst>
          </p:cNvPr>
          <p:cNvSpPr txBox="1"/>
          <p:nvPr/>
        </p:nvSpPr>
        <p:spPr>
          <a:xfrm>
            <a:off x="634996" y="3626349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16E9EC-6036-49BD-AD0E-69C87468F8A9}"/>
              </a:ext>
            </a:extLst>
          </p:cNvPr>
          <p:cNvSpPr txBox="1"/>
          <p:nvPr/>
        </p:nvSpPr>
        <p:spPr>
          <a:xfrm>
            <a:off x="713821" y="4915962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486814" y="185136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6" idx="6"/>
            <a:endCxn id="27" idx="2"/>
          </p:cNvCxnSpPr>
          <p:nvPr/>
        </p:nvCxnSpPr>
        <p:spPr>
          <a:xfrm flipV="1">
            <a:off x="1693003" y="2294407"/>
            <a:ext cx="1663337" cy="2865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408936" y="3056345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1356934" y="4284869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00FC92-C551-4772-9DC8-C768FD64FBA9}"/>
              </a:ext>
            </a:extLst>
          </p:cNvPr>
          <p:cNvCxnSpPr>
            <a:cxnSpLocks/>
            <a:stCxn id="74" idx="0"/>
            <a:endCxn id="27" idx="2"/>
          </p:cNvCxnSpPr>
          <p:nvPr/>
        </p:nvCxnSpPr>
        <p:spPr>
          <a:xfrm flipV="1">
            <a:off x="2703555" y="2294407"/>
            <a:ext cx="652785" cy="320529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382794" y="5499697"/>
            <a:ext cx="641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3339624" y="4890239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3356340" y="2029948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>
            <a:endCxn id="26" idx="2"/>
          </p:cNvCxnSpPr>
          <p:nvPr/>
        </p:nvCxnSpPr>
        <p:spPr>
          <a:xfrm>
            <a:off x="1495022" y="2403457"/>
            <a:ext cx="1844602" cy="275124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5" idx="6"/>
            <a:endCxn id="26" idx="2"/>
          </p:cNvCxnSpPr>
          <p:nvPr/>
        </p:nvCxnSpPr>
        <p:spPr>
          <a:xfrm>
            <a:off x="1616889" y="3731223"/>
            <a:ext cx="1722735" cy="142347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6" idx="6"/>
            <a:endCxn id="26" idx="2"/>
          </p:cNvCxnSpPr>
          <p:nvPr/>
        </p:nvCxnSpPr>
        <p:spPr>
          <a:xfrm flipV="1">
            <a:off x="1693003" y="5154698"/>
            <a:ext cx="1646621" cy="510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4" idx="0"/>
            <a:endCxn id="26" idx="2"/>
          </p:cNvCxnSpPr>
          <p:nvPr/>
        </p:nvCxnSpPr>
        <p:spPr>
          <a:xfrm flipV="1">
            <a:off x="2703555" y="5154698"/>
            <a:ext cx="636069" cy="34499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5190471" y="4884606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5207187" y="2038080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7" idx="6"/>
            <a:endCxn id="45" idx="2"/>
          </p:cNvCxnSpPr>
          <p:nvPr/>
        </p:nvCxnSpPr>
        <p:spPr>
          <a:xfrm>
            <a:off x="3768717" y="2294407"/>
            <a:ext cx="1438470" cy="81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7" idx="6"/>
            <a:endCxn id="44" idx="2"/>
          </p:cNvCxnSpPr>
          <p:nvPr/>
        </p:nvCxnSpPr>
        <p:spPr>
          <a:xfrm>
            <a:off x="3768717" y="2294407"/>
            <a:ext cx="1421754" cy="2854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6" idx="6"/>
            <a:endCxn id="45" idx="2"/>
          </p:cNvCxnSpPr>
          <p:nvPr/>
        </p:nvCxnSpPr>
        <p:spPr>
          <a:xfrm flipV="1">
            <a:off x="3752001" y="2302539"/>
            <a:ext cx="1455186" cy="285215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26" idx="6"/>
            <a:endCxn id="44" idx="2"/>
          </p:cNvCxnSpPr>
          <p:nvPr/>
        </p:nvCxnSpPr>
        <p:spPr>
          <a:xfrm flipV="1">
            <a:off x="3752001" y="5149065"/>
            <a:ext cx="1438470" cy="563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9816F90F-B580-4D1A-8126-33372EB7CBFE}"/>
              </a:ext>
            </a:extLst>
          </p:cNvPr>
          <p:cNvSpPr/>
          <p:nvPr/>
        </p:nvSpPr>
        <p:spPr>
          <a:xfrm>
            <a:off x="7865160" y="3456455"/>
            <a:ext cx="412377" cy="5289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5" idx="6"/>
            <a:endCxn id="65" idx="2"/>
          </p:cNvCxnSpPr>
          <p:nvPr/>
        </p:nvCxnSpPr>
        <p:spPr>
          <a:xfrm>
            <a:off x="5619564" y="2302539"/>
            <a:ext cx="2245596" cy="141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44" idx="6"/>
            <a:endCxn id="65" idx="2"/>
          </p:cNvCxnSpPr>
          <p:nvPr/>
        </p:nvCxnSpPr>
        <p:spPr>
          <a:xfrm flipV="1">
            <a:off x="5602848" y="3720914"/>
            <a:ext cx="2262312" cy="142815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3864058" y="1921802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3391049" y="4388325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BF52BD-FB6A-4552-9E4B-D9FCE7DAAD0C}"/>
              </a:ext>
            </a:extLst>
          </p:cNvPr>
          <p:cNvSpPr txBox="1"/>
          <p:nvPr/>
        </p:nvSpPr>
        <p:spPr>
          <a:xfrm>
            <a:off x="6337195" y="245846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098399" y="5521670"/>
            <a:ext cx="641522" cy="400110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Connector 78"/>
          <p:cNvCxnSpPr>
            <a:stCxn id="78" idx="0"/>
            <a:endCxn id="44" idx="2"/>
          </p:cNvCxnSpPr>
          <p:nvPr/>
        </p:nvCxnSpPr>
        <p:spPr>
          <a:xfrm flipV="1">
            <a:off x="4419160" y="5149065"/>
            <a:ext cx="771311" cy="3726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8" idx="0"/>
            <a:endCxn id="45" idx="2"/>
          </p:cNvCxnSpPr>
          <p:nvPr/>
        </p:nvCxnSpPr>
        <p:spPr>
          <a:xfrm flipV="1">
            <a:off x="4419160" y="2302539"/>
            <a:ext cx="788027" cy="321913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826D36-6EFB-4415-BB60-395D4B3817C1}"/>
              </a:ext>
            </a:extLst>
          </p:cNvPr>
          <p:cNvCxnSpPr>
            <a:stCxn id="65" idx="6"/>
          </p:cNvCxnSpPr>
          <p:nvPr/>
        </p:nvCxnSpPr>
        <p:spPr>
          <a:xfrm>
            <a:off x="8277537" y="3720914"/>
            <a:ext cx="16920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053" y="3311685"/>
                <a:ext cx="271677" cy="276999"/>
              </a:xfrm>
              <a:prstGeom prst="rect">
                <a:avLst/>
              </a:prstGeom>
              <a:blipFill>
                <a:blip r:embed="rId2"/>
                <a:stretch>
                  <a:fillRect l="-6667" t="-26087" r="-71111" b="-2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96C48C11-7901-4E7A-AA0E-42B80EC0568E}"/>
              </a:ext>
            </a:extLst>
          </p:cNvPr>
          <p:cNvSpPr txBox="1"/>
          <p:nvPr/>
        </p:nvSpPr>
        <p:spPr>
          <a:xfrm>
            <a:off x="8664605" y="3785317"/>
            <a:ext cx="3258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Loss/ Cost Function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431870" y="2189533"/>
                <a:ext cx="2713692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𝑀𝐴𝐸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IN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  <a:sym typeface="Times New Roman"/>
                                    </a:rPr>
                                  </m:ctrlPr>
                                </m:accPr>
                                <m:e>
                                  <m:r>
                                    <a:rPr lang="en-IN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  <a:sym typeface="Times New Roman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IN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=−2(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𝑦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− 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870" y="2189533"/>
                <a:ext cx="2713692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73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dient descent convex functi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9"/>
          <a:stretch/>
        </p:blipFill>
        <p:spPr bwMode="auto">
          <a:xfrm>
            <a:off x="1002989" y="3040465"/>
            <a:ext cx="4791730" cy="332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Google Shape;82;p6"/>
          <p:cNvSpPr txBox="1"/>
          <p:nvPr/>
        </p:nvSpPr>
        <p:spPr>
          <a:xfrm>
            <a:off x="199476" y="1393734"/>
            <a:ext cx="11930380" cy="3767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38200" marR="6223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an optimization algorithm</a:t>
            </a:r>
          </a:p>
          <a:p>
            <a:pPr marL="838200" marR="6223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Minimizes a given function to its local minima</a:t>
            </a:r>
          </a:p>
          <a:p>
            <a:pPr marL="838200" marR="6223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measure of change in weights with respect to change in error (Slope function)</a:t>
            </a:r>
          </a:p>
          <a:p>
            <a:pPr marL="838200" marR="6223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slope/gradient is zero then model stops learning</a:t>
            </a: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BA59C-9096-4BF6-B7F4-FEE0CD0DF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232" y="3634784"/>
            <a:ext cx="4905591" cy="23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0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FC7C-B42C-476E-ADB4-CBF50B7F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1207737" y="1439650"/>
            <a:ext cx="4385195" cy="2985048"/>
            <a:chOff x="2299690" y="1942059"/>
            <a:chExt cx="6373793" cy="408021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816F90F-B580-4D1A-8126-33372EB7CBFE}"/>
                </a:ext>
              </a:extLst>
            </p:cNvPr>
            <p:cNvSpPr/>
            <p:nvPr/>
          </p:nvSpPr>
          <p:spPr>
            <a:xfrm>
              <a:off x="7205816" y="4088201"/>
              <a:ext cx="412377" cy="52891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BB982AF-351B-41CF-BCA4-1B1E711D1C60}"/>
                </a:ext>
              </a:extLst>
            </p:cNvPr>
            <p:cNvSpPr/>
            <p:nvPr/>
          </p:nvSpPr>
          <p:spPr>
            <a:xfrm>
              <a:off x="5053636" y="2729192"/>
              <a:ext cx="412377" cy="52891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/>
            <p:cNvCxnSpPr>
              <a:endCxn id="6" idx="2"/>
            </p:cNvCxnSpPr>
            <p:nvPr/>
          </p:nvCxnSpPr>
          <p:spPr>
            <a:xfrm>
              <a:off x="3098307" y="2459115"/>
              <a:ext cx="1955329" cy="534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6" idx="2"/>
            </p:cNvCxnSpPr>
            <p:nvPr/>
          </p:nvCxnSpPr>
          <p:spPr>
            <a:xfrm flipV="1">
              <a:off x="3169328" y="2993651"/>
              <a:ext cx="1884308" cy="8415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6" idx="6"/>
              <a:endCxn id="5" idx="2"/>
            </p:cNvCxnSpPr>
            <p:nvPr/>
          </p:nvCxnSpPr>
          <p:spPr>
            <a:xfrm>
              <a:off x="5466013" y="2993651"/>
              <a:ext cx="1739803" cy="13590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endCxn id="5" idx="2"/>
            </p:cNvCxnSpPr>
            <p:nvPr/>
          </p:nvCxnSpPr>
          <p:spPr>
            <a:xfrm flipV="1">
              <a:off x="3906175" y="4352660"/>
              <a:ext cx="3299641" cy="12402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5" idx="6"/>
            </p:cNvCxnSpPr>
            <p:nvPr/>
          </p:nvCxnSpPr>
          <p:spPr>
            <a:xfrm flipV="1">
              <a:off x="7618193" y="4352659"/>
              <a:ext cx="105529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2456785" y="1942059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= -2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299690" y="3784903"/>
              <a:ext cx="7136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 = 5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277354" y="5622166"/>
              <a:ext cx="798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 = -4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36605" y="2964417"/>
              <a:ext cx="7136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= 3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692873" y="3820320"/>
              <a:ext cx="88357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= -12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5096116" y="2779921"/>
              <a:ext cx="327416" cy="427457"/>
              <a:chOff x="7205816" y="1874846"/>
              <a:chExt cx="412377" cy="467323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7412004" y="1874846"/>
                <a:ext cx="0" cy="4673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H="1">
                <a:off x="7205816" y="2107203"/>
                <a:ext cx="412377" cy="1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/>
            <p:cNvGrpSpPr/>
            <p:nvPr/>
          </p:nvGrpSpPr>
          <p:grpSpPr>
            <a:xfrm>
              <a:off x="7248296" y="4138930"/>
              <a:ext cx="327416" cy="427457"/>
              <a:chOff x="7205816" y="1874846"/>
              <a:chExt cx="412377" cy="467323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>
                <a:off x="7412004" y="1874846"/>
                <a:ext cx="0" cy="46732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H="1">
                <a:off x="7205816" y="2107203"/>
                <a:ext cx="412377" cy="1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Connector 59"/>
            <p:cNvCxnSpPr>
              <a:stCxn id="5" idx="7"/>
              <a:endCxn id="5" idx="3"/>
            </p:cNvCxnSpPr>
            <p:nvPr/>
          </p:nvCxnSpPr>
          <p:spPr>
            <a:xfrm flipH="1">
              <a:off x="7266207" y="4165659"/>
              <a:ext cx="291595" cy="374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5" idx="5"/>
              <a:endCxn id="5" idx="1"/>
            </p:cNvCxnSpPr>
            <p:nvPr/>
          </p:nvCxnSpPr>
          <p:spPr>
            <a:xfrm flipH="1" flipV="1">
              <a:off x="7266207" y="4165659"/>
              <a:ext cx="291595" cy="3740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94117" y="4703648"/>
                <a:ext cx="1211934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7" y="4703648"/>
                <a:ext cx="1211934" cy="669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92260" y="5811531"/>
                <a:ext cx="1869674" cy="535275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𝜕</m:t>
                        </m:r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𝑓</m:t>
                        </m:r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𝜕</m:t>
                        </m:r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𝑞</m:t>
                        </m:r>
                        <m:r>
                          <a:rPr lang="en-IN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  <a:sym typeface="Times New Roman"/>
                          </a:rPr>
                          <m:t>)</m:t>
                        </m:r>
                      </m:den>
                    </m:f>
                    <m:r>
                      <a:rPr lang="en-IN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=</m:t>
                    </m:r>
                    <m:r>
                      <a:rPr lang="en-IN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𝑧</m:t>
                    </m:r>
                  </m:oMath>
                </a14:m>
                <a:r>
                  <a:rPr lang="en-IN" dirty="0" smtClean="0"/>
                  <a:t> = -4</a:t>
                </a:r>
                <a:endParaRPr lang="en-IN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60" y="5811531"/>
                <a:ext cx="1869674" cy="535275"/>
              </a:xfrm>
              <a:prstGeom prst="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5291783" y="6107770"/>
                <a:ext cx="1645322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𝑧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𝑞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783" y="6107770"/>
                <a:ext cx="1645322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4043329" y="4619019"/>
                <a:ext cx="1210588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329" y="4619019"/>
                <a:ext cx="1210588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937105" y="4515335"/>
                <a:ext cx="3517373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= −4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x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1 = −4</m:t>
                      </m:r>
                    </m:oMath>
                  </m:oMathPara>
                </a14:m>
                <a:endParaRPr lang="en-IN" i="1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105" y="4515335"/>
                <a:ext cx="3517373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043328" y="5411152"/>
                <a:ext cx="1212383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𝑦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328" y="5411152"/>
                <a:ext cx="1212383" cy="669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6937105" y="5347929"/>
                <a:ext cx="3843671" cy="669094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𝑦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𝑞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𝑦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  <m:r>
                        <m:rPr>
                          <m:nor/>
                        </m:rPr>
                        <a:rPr lang="en-IN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=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−4</m:t>
                      </m:r>
                      <m:r>
                        <m:rPr>
                          <m:nor/>
                        </m:rPr>
                        <a:rPr lang="en-IN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x</m:t>
                      </m:r>
                      <m:r>
                        <m:rPr>
                          <m:nor/>
                        </m:rPr>
                        <a:rPr lang="en-IN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1 = −4</m:t>
                      </m:r>
                    </m:oMath>
                  </m:oMathPara>
                </a14:m>
                <a:endParaRPr lang="en-IN" i="1" dirty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</a:endParaRPr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105" y="5347929"/>
                <a:ext cx="3843671" cy="669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194929" y="4070741"/>
                <a:ext cx="12657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𝐶h𝑎𝑖𝑛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𝑅𝑢𝑙𝑒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929" y="4070741"/>
                <a:ext cx="1265796" cy="276999"/>
              </a:xfrm>
              <a:prstGeom prst="rect">
                <a:avLst/>
              </a:prstGeom>
              <a:blipFill>
                <a:blip r:embed="rId9"/>
                <a:stretch>
                  <a:fillRect l="-962" r="-962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7377343" y="1732367"/>
            <a:ext cx="2299317" cy="1664331"/>
            <a:chOff x="7377343" y="1732367"/>
            <a:chExt cx="2299317" cy="1664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377343" y="1988177"/>
                  <a:ext cx="21654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343" y="1988177"/>
                  <a:ext cx="216546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408" t="-4348" b="-3043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7788371" y="2435314"/>
                  <a:ext cx="11112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8371" y="2435314"/>
                  <a:ext cx="111120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099" r="-549" b="-217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7788371" y="2900395"/>
                  <a:ext cx="11112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8371" y="2900395"/>
                  <a:ext cx="111120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297" t="-4444" r="-549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/>
            <p:cNvSpPr/>
            <p:nvPr/>
          </p:nvSpPr>
          <p:spPr>
            <a:xfrm>
              <a:off x="7377343" y="1732367"/>
              <a:ext cx="2299317" cy="1664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Oval 6"/>
          <p:cNvSpPr/>
          <p:nvPr/>
        </p:nvSpPr>
        <p:spPr>
          <a:xfrm>
            <a:off x="10129421" y="3561737"/>
            <a:ext cx="1982680" cy="758220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Gradient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751685" y="3520119"/>
            <a:ext cx="2140564" cy="75822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from Previous Layer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>
            <a:stCxn id="39" idx="4"/>
            <a:endCxn id="47" idx="0"/>
          </p:cNvCxnSpPr>
          <p:nvPr/>
        </p:nvCxnSpPr>
        <p:spPr>
          <a:xfrm>
            <a:off x="6821967" y="4278339"/>
            <a:ext cx="1196519" cy="23699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" idx="4"/>
            <a:endCxn id="13" idx="0"/>
          </p:cNvCxnSpPr>
          <p:nvPr/>
        </p:nvCxnSpPr>
        <p:spPr>
          <a:xfrm flipH="1">
            <a:off x="8735045" y="4319957"/>
            <a:ext cx="2385716" cy="19537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94777" y="4515335"/>
            <a:ext cx="480536" cy="66909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7759818" y="4515335"/>
            <a:ext cx="517336" cy="66909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005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7468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Gradient Descent Variants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079613"/>
                  </p:ext>
                </p:extLst>
              </p:nvPr>
            </p:nvGraphicFramePr>
            <p:xfrm>
              <a:off x="203348" y="1185210"/>
              <a:ext cx="11785304" cy="475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Batch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𝜂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Guarantees convergence to the global minimum.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Stable and smooth updates.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Slow for large datasets.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loading the entire dataset into memory.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Stochastic GD</a:t>
                          </a: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𝜂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  <a:p>
                          <a:endParaRPr lang="en-IN" b="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Faster iteration speed.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escape local minima (due to noisy updates).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Suitable for online learning.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Convergence can be noisy and less stable.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careful tuning of the learning rate.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Mini – Batch GD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𝜂</m:t>
                                </m:r>
                                <m:r>
                                  <a:rPr lang="el-GR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𝑚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𝑚</m:t>
                                    </m:r>
                                  </m:sup>
                                  <m:e>
                                    <m: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𝛻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𝐽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l-G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𝜃</m:t>
                                    </m:r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, </m:t>
                                    </m:r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en-I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600" b="0" dirty="0">
                                        <a:solidFill>
                                          <a:schemeClr val="tx1"/>
                                        </a:solidFill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 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sz="16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Balance between Batch GD and SGD: faster than Batch GD and more stable than SGD.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Efficient computation using vectorization.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Still needs tuning of learning rate and batch size.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Less stable than full Batch GD.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Momentum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𝛾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𝜂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⋅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𝛻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𝜃</m:t>
                                </m:r>
                                <m:r>
                                  <a:rPr lang="el-G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l-G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Accelerates convergence for high-curvature, small, and noisy gradients.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Reduces oscillation.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additional </a:t>
                          </a:r>
                          <a:r>
                            <a:rPr lang="en-IN" sz="1800" b="0" kern="1200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hyperparameter</a:t>
                          </a: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(momentum coefficient </a:t>
                          </a:r>
                          <a14:m>
                            <m:oMath xmlns:m="http://schemas.openxmlformats.org/officeDocument/2006/math">
                              <m:r>
                                <a:rPr lang="el-G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  <a:sym typeface="Times New Roman"/>
                                </a:rPr>
                                <m:t>𝛾</m:t>
                              </m:r>
                            </m:oMath>
                          </a14:m>
                          <a:r>
                            <a:rPr lang="el-GR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).</a:t>
                          </a:r>
                          <a:r>
                            <a:rPr lang="el-GR" sz="1800" b="0" kern="1200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IN" sz="1800" b="0" kern="120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IN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overshoot minima.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079613"/>
                  </p:ext>
                </p:extLst>
              </p:nvPr>
            </p:nvGraphicFramePr>
            <p:xfrm>
              <a:off x="203348" y="1185210"/>
              <a:ext cx="11785304" cy="475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9223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2947386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693111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  <a:gridCol w="3865584">
                      <a:extLst>
                        <a:ext uri="{9D8B030D-6E8A-4147-A177-3AD203B41FA5}">
                          <a16:colId xmlns:a16="http://schemas.microsoft.com/office/drawing/2014/main" val="17097322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Batch GD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3333" r="-256612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Guarantees convergence to the global minimum.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Stable and smooth updates.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Slow for large datasets.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loading the entire dataset into memory.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Stochastic GD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79487" r="-256612" b="-23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Faster iteration speed.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Can escape local minima (due to noisy updates).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Suitable for online learning.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Convergence can be noisy and less stable. 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Requires careful tuning of the learning rate.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Mini – Batch GD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145228" r="-256612" b="-87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Balance between Batch GD and SGD: faster than Batch GD and more stable than SGD.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Efficient computation using vectorization.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Still needs tuning of learning rate and batch size.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Less stable than full Batch GD.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Momentum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95" t="-303077" r="-256612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Accelerates convergence for high-curvature, small, and noisy gradients.</a:t>
                          </a:r>
                        </a:p>
                        <a:p>
                          <a:pPr marL="285750" marR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800" b="0" kern="120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Reduces oscillation.</a:t>
                          </a:r>
                          <a:endParaRPr lang="en-IN" sz="1800" b="0" kern="12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205" t="-303077" r="-315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613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869</Words>
  <Application>Microsoft Office PowerPoint</Application>
  <PresentationFormat>Widescreen</PresentationFormat>
  <Paragraphs>228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Forward Pass</vt:lpstr>
      <vt:lpstr>Forward Pass</vt:lpstr>
      <vt:lpstr>Activation Function</vt:lpstr>
      <vt:lpstr>Forward Pass</vt:lpstr>
      <vt:lpstr>Deep Network</vt:lpstr>
      <vt:lpstr>Loss Vs Cost Function</vt:lpstr>
      <vt:lpstr>PowerPoint Presentation</vt:lpstr>
      <vt:lpstr>Cost Function</vt:lpstr>
      <vt:lpstr>Cost Function Regression</vt:lpstr>
      <vt:lpstr>Cost Function</vt:lpstr>
      <vt:lpstr>Gradient Descent</vt:lpstr>
      <vt:lpstr>Deep Network</vt:lpstr>
      <vt:lpstr>PowerPoint Presentation</vt:lpstr>
      <vt:lpstr>Gradient </vt:lpstr>
      <vt:lpstr>Gradient Descent Variants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Data</dc:title>
  <dc:creator>Rishav Singh</dc:creator>
  <cp:lastModifiedBy>Rishav Singh</cp:lastModifiedBy>
  <cp:revision>38</cp:revision>
  <dcterms:created xsi:type="dcterms:W3CDTF">2024-07-30T02:59:53Z</dcterms:created>
  <dcterms:modified xsi:type="dcterms:W3CDTF">2024-08-22T03:19:08Z</dcterms:modified>
</cp:coreProperties>
</file>