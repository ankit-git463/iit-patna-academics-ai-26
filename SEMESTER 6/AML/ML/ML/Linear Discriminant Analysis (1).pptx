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2" r:id="rId15"/>
    <p:sldId id="271" r:id="rId16"/>
    <p:sldId id="273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7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9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931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57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34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9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99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94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38D6F-0134-43AD-A3A9-8368FE1A6230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9AAF3-5A54-47E9-9D5B-1356BF3C6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09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Linear Discriminant Analysis</a:t>
            </a:r>
            <a:br>
              <a:rPr lang="en-IN" b="1" dirty="0"/>
            </a:br>
            <a:r>
              <a:rPr lang="en-IN" b="1" dirty="0" smtClean="0"/>
              <a:t>(LDA)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Fisher Discriminant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58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6846"/>
          </a:xfrm>
        </p:spPr>
        <p:txBody>
          <a:bodyPr/>
          <a:lstStyle/>
          <a:p>
            <a:r>
              <a:rPr lang="en-US" dirty="0" smtClean="0"/>
              <a:t>LDA-Introduction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265" y="1338348"/>
            <a:ext cx="11230495" cy="512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9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084" y="1039091"/>
            <a:ext cx="10356355" cy="513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8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3938"/>
            <a:ext cx="103506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891" y="1080655"/>
            <a:ext cx="10989425" cy="52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LDA-Steps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3287"/>
            <a:ext cx="10515600" cy="49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1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LDA-steps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0036"/>
            <a:ext cx="10515600" cy="471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Solved Examples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1219"/>
            <a:ext cx="10515600" cy="328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3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164" y="1825625"/>
            <a:ext cx="93601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83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0139"/>
          </a:xfrm>
        </p:spPr>
        <p:txBody>
          <a:bodyPr/>
          <a:lstStyle/>
          <a:p>
            <a:r>
              <a:rPr lang="en-US" dirty="0" smtClean="0"/>
              <a:t>Calculate Mean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2502"/>
            <a:ext cx="10515600" cy="306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218" y="1263650"/>
            <a:ext cx="10091651" cy="491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9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Calculate Covariance(S1)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Mean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7" y="2505075"/>
            <a:ext cx="5157787" cy="1942234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Covariance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49936" y="3476192"/>
            <a:ext cx="3998420" cy="150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3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Covariance(S1)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09752"/>
            <a:ext cx="10975581" cy="485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9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Calculate Covariance(S2)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Mean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7" y="2505075"/>
            <a:ext cx="5157787" cy="1942234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Covariance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57754" y="3258247"/>
            <a:ext cx="3657600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3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Covariance(S2)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388" y="1825625"/>
            <a:ext cx="97292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58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Within Class Scatter matrix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6611" y="2521383"/>
            <a:ext cx="3557847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30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Matrix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728" y="1604356"/>
            <a:ext cx="8438028" cy="457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0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Between Class Scatter Matrix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05852" y="4813242"/>
            <a:ext cx="3639058" cy="838317"/>
          </a:xfrm>
          <a:prstGeom prst="rect">
            <a:avLst/>
          </a:prstGeom>
        </p:spPr>
      </p:pic>
      <p:pic>
        <p:nvPicPr>
          <p:cNvPr id="5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96409" y="1421476"/>
            <a:ext cx="10092522" cy="264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81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SB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422" y="1579418"/>
            <a:ext cx="7966585" cy="45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09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Eigen Values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5846" y="2152711"/>
            <a:ext cx="1962424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29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Eigen Values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131" y="1690688"/>
            <a:ext cx="7290262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56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Eigen Vector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9948" y="2329459"/>
            <a:ext cx="4105848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6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Eigen Vector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6446" y="1825625"/>
            <a:ext cx="97191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70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9750" y="1825625"/>
            <a:ext cx="89325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28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149" y="532016"/>
            <a:ext cx="10407535" cy="564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48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projection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315" y="1825625"/>
            <a:ext cx="69161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9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61</Words>
  <Application>Microsoft Office PowerPoint</Application>
  <PresentationFormat>Widescreen</PresentationFormat>
  <Paragraphs>30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Linear Discriminant Analysis (LDA)</vt:lpstr>
      <vt:lpstr>LDA-Introduction</vt:lpstr>
      <vt:lpstr>Introduction</vt:lpstr>
      <vt:lpstr>Introduction</vt:lpstr>
      <vt:lpstr>Introduction</vt:lpstr>
      <vt:lpstr>LDA-Steps</vt:lpstr>
      <vt:lpstr>LDA-steps</vt:lpstr>
      <vt:lpstr>Solved Examples</vt:lpstr>
      <vt:lpstr>Projection</vt:lpstr>
      <vt:lpstr>Calculate Mean</vt:lpstr>
      <vt:lpstr>Mean</vt:lpstr>
      <vt:lpstr>Calculate Covariance(S1)</vt:lpstr>
      <vt:lpstr>Final Covariance(S1)</vt:lpstr>
      <vt:lpstr>Calculate Covariance(S2)</vt:lpstr>
      <vt:lpstr>Final Covariance(S2)</vt:lpstr>
      <vt:lpstr>Within Class Scatter matrix</vt:lpstr>
      <vt:lpstr>Final Matrix</vt:lpstr>
      <vt:lpstr>Between Class Scatter Matrix</vt:lpstr>
      <vt:lpstr>Final SB</vt:lpstr>
      <vt:lpstr>Find Eigen Values</vt:lpstr>
      <vt:lpstr>Final Eigen Values</vt:lpstr>
      <vt:lpstr>Find Eigen Vector</vt:lpstr>
      <vt:lpstr>Final Eigen Vector</vt:lpstr>
      <vt:lpstr>Direct</vt:lpstr>
      <vt:lpstr>PowerPoint Presentation</vt:lpstr>
      <vt:lpstr>Final projection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Discriminant Analysis (LDA)</dc:title>
  <dc:creator>cse</dc:creator>
  <cp:lastModifiedBy>cse</cp:lastModifiedBy>
  <cp:revision>7</cp:revision>
  <dcterms:created xsi:type="dcterms:W3CDTF">2024-10-03T05:58:05Z</dcterms:created>
  <dcterms:modified xsi:type="dcterms:W3CDTF">2024-10-03T07:10:58Z</dcterms:modified>
</cp:coreProperties>
</file>