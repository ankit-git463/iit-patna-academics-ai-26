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1"/>
  </p:notesMasterIdLst>
  <p:sldIdLst>
    <p:sldId id="308" r:id="rId2"/>
    <p:sldId id="414" r:id="rId3"/>
    <p:sldId id="319" r:id="rId4"/>
    <p:sldId id="348" r:id="rId5"/>
    <p:sldId id="394" r:id="rId6"/>
    <p:sldId id="350" r:id="rId7"/>
    <p:sldId id="349" r:id="rId8"/>
    <p:sldId id="351" r:id="rId9"/>
    <p:sldId id="352" r:id="rId10"/>
    <p:sldId id="353" r:id="rId11"/>
    <p:sldId id="354" r:id="rId12"/>
    <p:sldId id="355" r:id="rId13"/>
    <p:sldId id="356" r:id="rId14"/>
    <p:sldId id="357" r:id="rId15"/>
    <p:sldId id="320" r:id="rId16"/>
    <p:sldId id="396" r:id="rId17"/>
    <p:sldId id="403" r:id="rId18"/>
    <p:sldId id="407" r:id="rId19"/>
    <p:sldId id="397" r:id="rId20"/>
    <p:sldId id="404" r:id="rId21"/>
    <p:sldId id="398" r:id="rId22"/>
    <p:sldId id="405" r:id="rId23"/>
    <p:sldId id="406" r:id="rId24"/>
    <p:sldId id="408" r:id="rId25"/>
    <p:sldId id="409" r:id="rId26"/>
    <p:sldId id="410" r:id="rId27"/>
    <p:sldId id="412" r:id="rId28"/>
    <p:sldId id="411" r:id="rId29"/>
    <p:sldId id="413" r:id="rId30"/>
    <p:sldId id="385" r:id="rId31"/>
    <p:sldId id="386" r:id="rId32"/>
    <p:sldId id="387" r:id="rId33"/>
    <p:sldId id="388" r:id="rId34"/>
    <p:sldId id="389" r:id="rId35"/>
    <p:sldId id="390" r:id="rId36"/>
    <p:sldId id="391" r:id="rId37"/>
    <p:sldId id="392" r:id="rId38"/>
    <p:sldId id="393" r:id="rId39"/>
    <p:sldId id="271" r:id="rId40"/>
  </p:sldIdLst>
  <p:sldSz cx="9144000" cy="5143500" type="screen16x9"/>
  <p:notesSz cx="6858000" cy="9144000"/>
  <p:embeddedFontLst>
    <p:embeddedFont>
      <p:font typeface="Nunito" pitchFamily="2" charset="0"/>
      <p:regular r:id="rId42"/>
      <p:bold r:id="rId43"/>
      <p:italic r:id="rId44"/>
      <p:boldItalic r:id="rId45"/>
    </p:embeddedFont>
    <p:embeddedFont>
      <p:font typeface="Poppins" panose="000005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9837E-84BA-4E60-B143-4990C08C5964}" v="60" dt="2025-03-04T21:37:51.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88645" autoAdjust="0"/>
  </p:normalViewPr>
  <p:slideViewPr>
    <p:cSldViewPr snapToGrid="0">
      <p:cViewPr varScale="1">
        <p:scale>
          <a:sx n="63" d="100"/>
          <a:sy n="63" d="100"/>
        </p:scale>
        <p:origin x="58" y="6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lson  Sharma" userId="12a83f1a-1392-49ce-b263-34e33e9fb458" providerId="ADAL" clId="{67E622E0-E1AF-4F25-BEA0-68C00D15481B}"/>
    <pc:docChg chg="undo redo custSel addSld delSld modSld">
      <pc:chgData name="Nelson  Sharma" userId="12a83f1a-1392-49ce-b263-34e33e9fb458" providerId="ADAL" clId="{67E622E0-E1AF-4F25-BEA0-68C00D15481B}" dt="2025-02-05T11:31:17.767" v="724" actId="20577"/>
      <pc:docMkLst>
        <pc:docMk/>
      </pc:docMkLst>
      <pc:sldChg chg="addSp delSp modSp mod modNotesTx">
        <pc:chgData name="Nelson  Sharma" userId="12a83f1a-1392-49ce-b263-34e33e9fb458" providerId="ADAL" clId="{67E622E0-E1AF-4F25-BEA0-68C00D15481B}" dt="2025-02-05T11:31:17.767" v="724" actId="20577"/>
        <pc:sldMkLst>
          <pc:docMk/>
          <pc:sldMk cId="637139913" sldId="346"/>
        </pc:sldMkLst>
      </pc:sldChg>
      <pc:sldChg chg="addSp delSp modSp add mod">
        <pc:chgData name="Nelson  Sharma" userId="12a83f1a-1392-49ce-b263-34e33e9fb458" providerId="ADAL" clId="{67E622E0-E1AF-4F25-BEA0-68C00D15481B}" dt="2025-02-05T09:49:35.199" v="213" actId="20577"/>
        <pc:sldMkLst>
          <pc:docMk/>
          <pc:sldMk cId="155823247" sldId="347"/>
        </pc:sldMkLst>
      </pc:sldChg>
      <pc:sldChg chg="addSp delSp modSp add mod">
        <pc:chgData name="Nelson  Sharma" userId="12a83f1a-1392-49ce-b263-34e33e9fb458" providerId="ADAL" clId="{67E622E0-E1AF-4F25-BEA0-68C00D15481B}" dt="2025-02-05T10:17:11.164" v="695" actId="478"/>
        <pc:sldMkLst>
          <pc:docMk/>
          <pc:sldMk cId="1230480145" sldId="348"/>
        </pc:sldMkLst>
      </pc:sldChg>
      <pc:sldChg chg="modSp add mod">
        <pc:chgData name="Nelson  Sharma" userId="12a83f1a-1392-49ce-b263-34e33e9fb458" providerId="ADAL" clId="{67E622E0-E1AF-4F25-BEA0-68C00D15481B}" dt="2025-02-05T10:04:15.044" v="594" actId="20577"/>
        <pc:sldMkLst>
          <pc:docMk/>
          <pc:sldMk cId="1044916648" sldId="349"/>
        </pc:sldMkLst>
      </pc:sldChg>
      <pc:sldChg chg="add del">
        <pc:chgData name="Nelson  Sharma" userId="12a83f1a-1392-49ce-b263-34e33e9fb458" providerId="ADAL" clId="{67E622E0-E1AF-4F25-BEA0-68C00D15481B}" dt="2025-02-05T10:17:25.427" v="696" actId="47"/>
        <pc:sldMkLst>
          <pc:docMk/>
          <pc:sldMk cId="3812117291" sldId="350"/>
        </pc:sldMkLst>
      </pc:sldChg>
      <pc:sldChg chg="add del">
        <pc:chgData name="Nelson  Sharma" userId="12a83f1a-1392-49ce-b263-34e33e9fb458" providerId="ADAL" clId="{67E622E0-E1AF-4F25-BEA0-68C00D15481B}" dt="2025-02-05T10:17:25.427" v="696" actId="47"/>
        <pc:sldMkLst>
          <pc:docMk/>
          <pc:sldMk cId="2044014403" sldId="351"/>
        </pc:sldMkLst>
      </pc:sldChg>
      <pc:sldChg chg="add del">
        <pc:chgData name="Nelson  Sharma" userId="12a83f1a-1392-49ce-b263-34e33e9fb458" providerId="ADAL" clId="{67E622E0-E1AF-4F25-BEA0-68C00D15481B}" dt="2025-02-05T10:17:25.427" v="696" actId="47"/>
        <pc:sldMkLst>
          <pc:docMk/>
          <pc:sldMk cId="466646669" sldId="352"/>
        </pc:sldMkLst>
      </pc:sldChg>
      <pc:sldChg chg="add del">
        <pc:chgData name="Nelson  Sharma" userId="12a83f1a-1392-49ce-b263-34e33e9fb458" providerId="ADAL" clId="{67E622E0-E1AF-4F25-BEA0-68C00D15481B}" dt="2025-02-05T10:17:25.427" v="696" actId="47"/>
        <pc:sldMkLst>
          <pc:docMk/>
          <pc:sldMk cId="2759581148" sldId="353"/>
        </pc:sldMkLst>
      </pc:sldChg>
      <pc:sldChg chg="add del">
        <pc:chgData name="Nelson  Sharma" userId="12a83f1a-1392-49ce-b263-34e33e9fb458" providerId="ADAL" clId="{67E622E0-E1AF-4F25-BEA0-68C00D15481B}" dt="2025-02-05T10:17:25.427" v="696" actId="47"/>
        <pc:sldMkLst>
          <pc:docMk/>
          <pc:sldMk cId="219706482" sldId="354"/>
        </pc:sldMkLst>
      </pc:sldChg>
      <pc:sldChg chg="add del">
        <pc:chgData name="Nelson  Sharma" userId="12a83f1a-1392-49ce-b263-34e33e9fb458" providerId="ADAL" clId="{67E622E0-E1AF-4F25-BEA0-68C00D15481B}" dt="2025-02-05T10:17:25.427" v="696" actId="47"/>
        <pc:sldMkLst>
          <pc:docMk/>
          <pc:sldMk cId="3001398648" sldId="355"/>
        </pc:sldMkLst>
      </pc:sldChg>
      <pc:sldChg chg="add del">
        <pc:chgData name="Nelson  Sharma" userId="12a83f1a-1392-49ce-b263-34e33e9fb458" providerId="ADAL" clId="{67E622E0-E1AF-4F25-BEA0-68C00D15481B}" dt="2025-02-05T10:17:25.427" v="696" actId="47"/>
        <pc:sldMkLst>
          <pc:docMk/>
          <pc:sldMk cId="2471924023" sldId="356"/>
        </pc:sldMkLst>
      </pc:sldChg>
      <pc:sldChg chg="add del">
        <pc:chgData name="Nelson  Sharma" userId="12a83f1a-1392-49ce-b263-34e33e9fb458" providerId="ADAL" clId="{67E622E0-E1AF-4F25-BEA0-68C00D15481B}" dt="2025-02-05T10:17:25.427" v="696" actId="47"/>
        <pc:sldMkLst>
          <pc:docMk/>
          <pc:sldMk cId="4292763124" sldId="357"/>
        </pc:sldMkLst>
      </pc:sldChg>
      <pc:sldChg chg="add del">
        <pc:chgData name="Nelson  Sharma" userId="12a83f1a-1392-49ce-b263-34e33e9fb458" providerId="ADAL" clId="{67E622E0-E1AF-4F25-BEA0-68C00D15481B}" dt="2025-02-05T10:17:25.427" v="696" actId="47"/>
        <pc:sldMkLst>
          <pc:docMk/>
          <pc:sldMk cId="724264957" sldId="358"/>
        </pc:sldMkLst>
      </pc:sldChg>
      <pc:sldChg chg="add del">
        <pc:chgData name="Nelson  Sharma" userId="12a83f1a-1392-49ce-b263-34e33e9fb458" providerId="ADAL" clId="{67E622E0-E1AF-4F25-BEA0-68C00D15481B}" dt="2025-02-05T10:17:25.427" v="696" actId="47"/>
        <pc:sldMkLst>
          <pc:docMk/>
          <pc:sldMk cId="928129625" sldId="359"/>
        </pc:sldMkLst>
      </pc:sldChg>
      <pc:sldChg chg="addSp delSp modSp add mod">
        <pc:chgData name="Nelson  Sharma" userId="12a83f1a-1392-49ce-b263-34e33e9fb458" providerId="ADAL" clId="{67E622E0-E1AF-4F25-BEA0-68C00D15481B}" dt="2025-02-05T09:49:45.187" v="216"/>
        <pc:sldMkLst>
          <pc:docMk/>
          <pc:sldMk cId="2405070933" sldId="360"/>
        </pc:sldMkLst>
      </pc:sldChg>
      <pc:sldChg chg="addSp modSp add mod">
        <pc:chgData name="Nelson  Sharma" userId="12a83f1a-1392-49ce-b263-34e33e9fb458" providerId="ADAL" clId="{67E622E0-E1AF-4F25-BEA0-68C00D15481B}" dt="2025-02-05T09:52:24.603" v="243" actId="1076"/>
        <pc:sldMkLst>
          <pc:docMk/>
          <pc:sldMk cId="3388850078" sldId="361"/>
        </pc:sldMkLst>
      </pc:sldChg>
      <pc:sldChg chg="delSp modSp add mod">
        <pc:chgData name="Nelson  Sharma" userId="12a83f1a-1392-49ce-b263-34e33e9fb458" providerId="ADAL" clId="{67E622E0-E1AF-4F25-BEA0-68C00D15481B}" dt="2025-02-05T09:54:21.484" v="547" actId="12"/>
        <pc:sldMkLst>
          <pc:docMk/>
          <pc:sldMk cId="274527320" sldId="362"/>
        </pc:sldMkLst>
      </pc:sldChg>
      <pc:sldChg chg="addSp delSp modSp add mod">
        <pc:chgData name="Nelson  Sharma" userId="12a83f1a-1392-49ce-b263-34e33e9fb458" providerId="ADAL" clId="{67E622E0-E1AF-4F25-BEA0-68C00D15481B}" dt="2025-02-05T10:11:54.906" v="640" actId="1076"/>
        <pc:sldMkLst>
          <pc:docMk/>
          <pc:sldMk cId="1966891919" sldId="363"/>
        </pc:sldMkLst>
      </pc:sldChg>
    </pc:docChg>
  </pc:docChgLst>
  <pc:docChgLst>
    <pc:chgData name="Nelson  Sharma" userId="12a83f1a-1392-49ce-b263-34e33e9fb458" providerId="ADAL" clId="{BE15423A-A308-482B-AF08-F9D1974D3260}"/>
    <pc:docChg chg="undo custSel addSld delSld modSld">
      <pc:chgData name="Nelson  Sharma" userId="12a83f1a-1392-49ce-b263-34e33e9fb458" providerId="ADAL" clId="{BE15423A-A308-482B-AF08-F9D1974D3260}" dt="2025-01-19T11:11:54.947" v="697" actId="47"/>
      <pc:docMkLst>
        <pc:docMk/>
      </pc:docMkLst>
      <pc:sldChg chg="modSp mod">
        <pc:chgData name="Nelson  Sharma" userId="12a83f1a-1392-49ce-b263-34e33e9fb458" providerId="ADAL" clId="{BE15423A-A308-482B-AF08-F9D1974D3260}" dt="2025-01-19T04:50:53.708" v="6" actId="20577"/>
        <pc:sldMkLst>
          <pc:docMk/>
          <pc:sldMk cId="1181431351" sldId="308"/>
        </pc:sldMkLst>
        <pc:spChg chg="mod">
          <ac:chgData name="Nelson  Sharma" userId="12a83f1a-1392-49ce-b263-34e33e9fb458" providerId="ADAL" clId="{BE15423A-A308-482B-AF08-F9D1974D3260}" dt="2025-01-19T04:50:53.708" v="6" actId="20577"/>
          <ac:spMkLst>
            <pc:docMk/>
            <pc:sldMk cId="1181431351" sldId="308"/>
            <ac:spMk id="151" creationId="{F46412DC-EA20-E270-245A-EC286018D1A1}"/>
          </ac:spMkLst>
        </pc:spChg>
      </pc:sldChg>
      <pc:sldChg chg="modSp new del mod modNotesTx">
        <pc:chgData name="Nelson  Sharma" userId="12a83f1a-1392-49ce-b263-34e33e9fb458" providerId="ADAL" clId="{BE15423A-A308-482B-AF08-F9D1974D3260}" dt="2025-01-19T10:47:43.548" v="11" actId="47"/>
        <pc:sldMkLst>
          <pc:docMk/>
          <pc:sldMk cId="303051143" sldId="309"/>
        </pc:sldMkLst>
      </pc:sldChg>
      <pc:sldChg chg="addSp delSp modSp new mod">
        <pc:chgData name="Nelson  Sharma" userId="12a83f1a-1392-49ce-b263-34e33e9fb458" providerId="ADAL" clId="{BE15423A-A308-482B-AF08-F9D1974D3260}" dt="2025-01-19T10:52:40.417" v="67" actId="20577"/>
        <pc:sldMkLst>
          <pc:docMk/>
          <pc:sldMk cId="2227062622" sldId="309"/>
        </pc:sldMkLst>
      </pc:sldChg>
      <pc:sldChg chg="modSp new del mod">
        <pc:chgData name="Nelson  Sharma" userId="12a83f1a-1392-49ce-b263-34e33e9fb458" providerId="ADAL" clId="{BE15423A-A308-482B-AF08-F9D1974D3260}" dt="2025-01-19T10:52:21.907" v="31" actId="47"/>
        <pc:sldMkLst>
          <pc:docMk/>
          <pc:sldMk cId="462935995" sldId="310"/>
        </pc:sldMkLst>
      </pc:sldChg>
      <pc:sldChg chg="addSp modSp add mod">
        <pc:chgData name="Nelson  Sharma" userId="12a83f1a-1392-49ce-b263-34e33e9fb458" providerId="ADAL" clId="{BE15423A-A308-482B-AF08-F9D1974D3260}" dt="2025-01-19T10:55:40.323" v="177" actId="403"/>
        <pc:sldMkLst>
          <pc:docMk/>
          <pc:sldMk cId="1076252213" sldId="310"/>
        </pc:sldMkLst>
      </pc:sldChg>
      <pc:sldChg chg="addSp delSp modSp add mod">
        <pc:chgData name="Nelson  Sharma" userId="12a83f1a-1392-49ce-b263-34e33e9fb458" providerId="ADAL" clId="{BE15423A-A308-482B-AF08-F9D1974D3260}" dt="2025-01-19T10:56:52.420" v="194" actId="14100"/>
        <pc:sldMkLst>
          <pc:docMk/>
          <pc:sldMk cId="3218129965" sldId="311"/>
        </pc:sldMkLst>
      </pc:sldChg>
      <pc:sldChg chg="addSp delSp modSp add mod">
        <pc:chgData name="Nelson  Sharma" userId="12a83f1a-1392-49ce-b263-34e33e9fb458" providerId="ADAL" clId="{BE15423A-A308-482B-AF08-F9D1974D3260}" dt="2025-01-19T11:03:30.407" v="450" actId="20577"/>
        <pc:sldMkLst>
          <pc:docMk/>
          <pc:sldMk cId="2790659283" sldId="312"/>
        </pc:sldMkLst>
      </pc:sldChg>
      <pc:sldChg chg="addSp delSp modSp add mod">
        <pc:chgData name="Nelson  Sharma" userId="12a83f1a-1392-49ce-b263-34e33e9fb458" providerId="ADAL" clId="{BE15423A-A308-482B-AF08-F9D1974D3260}" dt="2025-01-19T11:03:43.592" v="451"/>
        <pc:sldMkLst>
          <pc:docMk/>
          <pc:sldMk cId="884532270" sldId="313"/>
        </pc:sldMkLst>
      </pc:sldChg>
      <pc:sldChg chg="addSp delSp modSp add mod">
        <pc:chgData name="Nelson  Sharma" userId="12a83f1a-1392-49ce-b263-34e33e9fb458" providerId="ADAL" clId="{BE15423A-A308-482B-AF08-F9D1974D3260}" dt="2025-01-19T11:04:56.727" v="564" actId="404"/>
        <pc:sldMkLst>
          <pc:docMk/>
          <pc:sldMk cId="155756304" sldId="314"/>
        </pc:sldMkLst>
      </pc:sldChg>
      <pc:sldChg chg="addSp delSp modSp add mod">
        <pc:chgData name="Nelson  Sharma" userId="12a83f1a-1392-49ce-b263-34e33e9fb458" providerId="ADAL" clId="{BE15423A-A308-482B-AF08-F9D1974D3260}" dt="2025-01-19T11:06:18.361" v="604" actId="1076"/>
        <pc:sldMkLst>
          <pc:docMk/>
          <pc:sldMk cId="1727981650" sldId="315"/>
        </pc:sldMkLst>
      </pc:sldChg>
      <pc:sldChg chg="add del">
        <pc:chgData name="Nelson  Sharma" userId="12a83f1a-1392-49ce-b263-34e33e9fb458" providerId="ADAL" clId="{BE15423A-A308-482B-AF08-F9D1974D3260}" dt="2025-01-19T11:11:50.952" v="693" actId="47"/>
        <pc:sldMkLst>
          <pc:docMk/>
          <pc:sldMk cId="2929776329" sldId="316"/>
        </pc:sldMkLst>
      </pc:sldChg>
      <pc:sldChg chg="add del">
        <pc:chgData name="Nelson  Sharma" userId="12a83f1a-1392-49ce-b263-34e33e9fb458" providerId="ADAL" clId="{BE15423A-A308-482B-AF08-F9D1974D3260}" dt="2025-01-19T11:11:51.575" v="694" actId="47"/>
        <pc:sldMkLst>
          <pc:docMk/>
          <pc:sldMk cId="367857381" sldId="317"/>
        </pc:sldMkLst>
      </pc:sldChg>
      <pc:sldChg chg="add del">
        <pc:chgData name="Nelson  Sharma" userId="12a83f1a-1392-49ce-b263-34e33e9fb458" providerId="ADAL" clId="{BE15423A-A308-482B-AF08-F9D1974D3260}" dt="2025-01-19T11:11:52.624" v="695" actId="47"/>
        <pc:sldMkLst>
          <pc:docMk/>
          <pc:sldMk cId="4150628818" sldId="318"/>
        </pc:sldMkLst>
      </pc:sldChg>
      <pc:sldChg chg="add del">
        <pc:chgData name="Nelson  Sharma" userId="12a83f1a-1392-49ce-b263-34e33e9fb458" providerId="ADAL" clId="{BE15423A-A308-482B-AF08-F9D1974D3260}" dt="2025-01-19T11:11:53.798" v="696" actId="47"/>
        <pc:sldMkLst>
          <pc:docMk/>
          <pc:sldMk cId="4001674488" sldId="319"/>
        </pc:sldMkLst>
      </pc:sldChg>
      <pc:sldChg chg="add del">
        <pc:chgData name="Nelson  Sharma" userId="12a83f1a-1392-49ce-b263-34e33e9fb458" providerId="ADAL" clId="{BE15423A-A308-482B-AF08-F9D1974D3260}" dt="2025-01-19T11:11:54.947" v="697" actId="47"/>
        <pc:sldMkLst>
          <pc:docMk/>
          <pc:sldMk cId="1010272084" sldId="320"/>
        </pc:sldMkLst>
      </pc:sldChg>
      <pc:sldChg chg="addSp modSp add mod">
        <pc:chgData name="Nelson  Sharma" userId="12a83f1a-1392-49ce-b263-34e33e9fb458" providerId="ADAL" clId="{BE15423A-A308-482B-AF08-F9D1974D3260}" dt="2025-01-19T10:59:53.947" v="330" actId="404"/>
        <pc:sldMkLst>
          <pc:docMk/>
          <pc:sldMk cId="295815667" sldId="321"/>
        </pc:sldMkLst>
      </pc:sldChg>
      <pc:sldChg chg="addSp delSp modSp add mod">
        <pc:chgData name="Nelson  Sharma" userId="12a83f1a-1392-49ce-b263-34e33e9fb458" providerId="ADAL" clId="{BE15423A-A308-482B-AF08-F9D1974D3260}" dt="2025-01-19T11:10:18.432" v="629" actId="21"/>
        <pc:sldMkLst>
          <pc:docMk/>
          <pc:sldMk cId="2970733173" sldId="322"/>
        </pc:sldMkLst>
      </pc:sldChg>
      <pc:sldChg chg="addSp delSp modSp add mod">
        <pc:chgData name="Nelson  Sharma" userId="12a83f1a-1392-49ce-b263-34e33e9fb458" providerId="ADAL" clId="{BE15423A-A308-482B-AF08-F9D1974D3260}" dt="2025-01-19T11:10:54.700" v="689" actId="20577"/>
        <pc:sldMkLst>
          <pc:docMk/>
          <pc:sldMk cId="1836253482" sldId="323"/>
        </pc:sldMkLst>
      </pc:sldChg>
      <pc:sldChg chg="add del">
        <pc:chgData name="Nelson  Sharma" userId="12a83f1a-1392-49ce-b263-34e33e9fb458" providerId="ADAL" clId="{BE15423A-A308-482B-AF08-F9D1974D3260}" dt="2025-01-19T11:11:13.027" v="691"/>
        <pc:sldMkLst>
          <pc:docMk/>
          <pc:sldMk cId="2771038498" sldId="324"/>
        </pc:sldMkLst>
      </pc:sldChg>
      <pc:sldChg chg="add">
        <pc:chgData name="Nelson  Sharma" userId="12a83f1a-1392-49ce-b263-34e33e9fb458" providerId="ADAL" clId="{BE15423A-A308-482B-AF08-F9D1974D3260}" dt="2025-01-19T11:11:14.917" v="692"/>
        <pc:sldMkLst>
          <pc:docMk/>
          <pc:sldMk cId="3008470985" sldId="324"/>
        </pc:sldMkLst>
      </pc:sldChg>
      <pc:sldMasterChg chg="delSldLayout">
        <pc:chgData name="Nelson  Sharma" userId="12a83f1a-1392-49ce-b263-34e33e9fb458" providerId="ADAL" clId="{BE15423A-A308-482B-AF08-F9D1974D3260}" dt="2025-01-19T10:47:43.548" v="11" actId="47"/>
        <pc:sldMasterMkLst>
          <pc:docMk/>
          <pc:sldMasterMk cId="0" sldId="2147483659"/>
        </pc:sldMasterMkLst>
        <pc:sldLayoutChg chg="del">
          <pc:chgData name="Nelson  Sharma" userId="12a83f1a-1392-49ce-b263-34e33e9fb458" providerId="ADAL" clId="{BE15423A-A308-482B-AF08-F9D1974D3260}" dt="2025-01-19T10:47:43.548" v="11" actId="47"/>
          <pc:sldLayoutMkLst>
            <pc:docMk/>
            <pc:sldMasterMk cId="0" sldId="2147483659"/>
            <pc:sldLayoutMk cId="0" sldId="2147483649"/>
          </pc:sldLayoutMkLst>
        </pc:sldLayoutChg>
      </pc:sldMasterChg>
    </pc:docChg>
  </pc:docChgLst>
  <pc:docChgLst>
    <pc:chgData name="Nelson  Sharma" userId="12a83f1a-1392-49ce-b263-34e33e9fb458" providerId="ADAL" clId="{357AFDB9-F3AE-4B9F-87B6-3CFFB9D435FA}"/>
    <pc:docChg chg="undo redo custSel addSld delSld modSld sldOrd">
      <pc:chgData name="Nelson  Sharma" userId="12a83f1a-1392-49ce-b263-34e33e9fb458" providerId="ADAL" clId="{357AFDB9-F3AE-4B9F-87B6-3CFFB9D435FA}" dt="2025-02-04T00:40:43.601" v="3905" actId="1076"/>
      <pc:docMkLst>
        <pc:docMk/>
      </pc:docMkLst>
      <pc:sldChg chg="modSp mod">
        <pc:chgData name="Nelson  Sharma" userId="12a83f1a-1392-49ce-b263-34e33e9fb458" providerId="ADAL" clId="{357AFDB9-F3AE-4B9F-87B6-3CFFB9D435FA}" dt="2025-02-03T09:15:32.896" v="941" actId="20577"/>
        <pc:sldMkLst>
          <pc:docMk/>
          <pc:sldMk cId="3306107269" sldId="319"/>
        </pc:sldMkLst>
      </pc:sldChg>
      <pc:sldChg chg="modSp mod modNotesTx">
        <pc:chgData name="Nelson  Sharma" userId="12a83f1a-1392-49ce-b263-34e33e9fb458" providerId="ADAL" clId="{357AFDB9-F3AE-4B9F-87B6-3CFFB9D435FA}" dt="2025-02-03T09:26:16.035" v="1039" actId="14"/>
        <pc:sldMkLst>
          <pc:docMk/>
          <pc:sldMk cId="4139229462" sldId="327"/>
        </pc:sldMkLst>
      </pc:sldChg>
      <pc:sldChg chg="modNotesTx">
        <pc:chgData name="Nelson  Sharma" userId="12a83f1a-1392-49ce-b263-34e33e9fb458" providerId="ADAL" clId="{357AFDB9-F3AE-4B9F-87B6-3CFFB9D435FA}" dt="2025-02-03T09:29:50.199" v="1227" actId="114"/>
        <pc:sldMkLst>
          <pc:docMk/>
          <pc:sldMk cId="1431464025" sldId="328"/>
        </pc:sldMkLst>
      </pc:sldChg>
      <pc:sldChg chg="addSp delSp modSp mod">
        <pc:chgData name="Nelson  Sharma" userId="12a83f1a-1392-49ce-b263-34e33e9fb458" providerId="ADAL" clId="{357AFDB9-F3AE-4B9F-87B6-3CFFB9D435FA}" dt="2025-02-03T12:44:44.153" v="1264" actId="1076"/>
        <pc:sldMkLst>
          <pc:docMk/>
          <pc:sldMk cId="1015240804" sldId="329"/>
        </pc:sldMkLst>
      </pc:sldChg>
      <pc:sldChg chg="del">
        <pc:chgData name="Nelson  Sharma" userId="12a83f1a-1392-49ce-b263-34e33e9fb458" providerId="ADAL" clId="{357AFDB9-F3AE-4B9F-87B6-3CFFB9D435FA}" dt="2025-02-03T06:22:58.461" v="11" actId="47"/>
        <pc:sldMkLst>
          <pc:docMk/>
          <pc:sldMk cId="944339615" sldId="330"/>
        </pc:sldMkLst>
      </pc:sldChg>
      <pc:sldChg chg="del modNotesTx">
        <pc:chgData name="Nelson  Sharma" userId="12a83f1a-1392-49ce-b263-34e33e9fb458" providerId="ADAL" clId="{357AFDB9-F3AE-4B9F-87B6-3CFFB9D435FA}" dt="2025-02-03T12:56:09.786" v="1521" actId="47"/>
        <pc:sldMkLst>
          <pc:docMk/>
          <pc:sldMk cId="2633365431" sldId="332"/>
        </pc:sldMkLst>
      </pc:sldChg>
      <pc:sldChg chg="addSp delSp modSp mod modNotesTx">
        <pc:chgData name="Nelson  Sharma" userId="12a83f1a-1392-49ce-b263-34e33e9fb458" providerId="ADAL" clId="{357AFDB9-F3AE-4B9F-87B6-3CFFB9D435FA}" dt="2025-02-03T12:56:53.331" v="1524" actId="1076"/>
        <pc:sldMkLst>
          <pc:docMk/>
          <pc:sldMk cId="3137291181" sldId="333"/>
        </pc:sldMkLst>
      </pc:sldChg>
      <pc:sldChg chg="addSp delSp modSp mod modNotesTx">
        <pc:chgData name="Nelson  Sharma" userId="12a83f1a-1392-49ce-b263-34e33e9fb458" providerId="ADAL" clId="{357AFDB9-F3AE-4B9F-87B6-3CFFB9D435FA}" dt="2025-02-03T13:03:24.211" v="1650" actId="20577"/>
        <pc:sldMkLst>
          <pc:docMk/>
          <pc:sldMk cId="2093015355" sldId="334"/>
        </pc:sldMkLst>
      </pc:sldChg>
      <pc:sldChg chg="addSp delSp modSp mod modNotesTx">
        <pc:chgData name="Nelson  Sharma" userId="12a83f1a-1392-49ce-b263-34e33e9fb458" providerId="ADAL" clId="{357AFDB9-F3AE-4B9F-87B6-3CFFB9D435FA}" dt="2025-02-03T13:06:38.437" v="1671" actId="20577"/>
        <pc:sldMkLst>
          <pc:docMk/>
          <pc:sldMk cId="519404728" sldId="335"/>
        </pc:sldMkLst>
      </pc:sldChg>
      <pc:sldChg chg="addSp delSp modSp mod ord modNotesTx">
        <pc:chgData name="Nelson  Sharma" userId="12a83f1a-1392-49ce-b263-34e33e9fb458" providerId="ADAL" clId="{357AFDB9-F3AE-4B9F-87B6-3CFFB9D435FA}" dt="2025-02-03T13:29:21.970" v="1815" actId="403"/>
        <pc:sldMkLst>
          <pc:docMk/>
          <pc:sldMk cId="1729326602" sldId="336"/>
        </pc:sldMkLst>
      </pc:sldChg>
      <pc:sldChg chg="addSp delSp modSp mod ord">
        <pc:chgData name="Nelson  Sharma" userId="12a83f1a-1392-49ce-b263-34e33e9fb458" providerId="ADAL" clId="{357AFDB9-F3AE-4B9F-87B6-3CFFB9D435FA}" dt="2025-02-03T13:42:38.446" v="1984"/>
        <pc:sldMkLst>
          <pc:docMk/>
          <pc:sldMk cId="3911836815" sldId="337"/>
        </pc:sldMkLst>
      </pc:sldChg>
      <pc:sldChg chg="addSp delSp modSp mod ord">
        <pc:chgData name="Nelson  Sharma" userId="12a83f1a-1392-49ce-b263-34e33e9fb458" providerId="ADAL" clId="{357AFDB9-F3AE-4B9F-87B6-3CFFB9D435FA}" dt="2025-02-03T13:54:18.003" v="2189" actId="21"/>
        <pc:sldMkLst>
          <pc:docMk/>
          <pc:sldMk cId="2541942764" sldId="338"/>
        </pc:sldMkLst>
      </pc:sldChg>
      <pc:sldChg chg="addSp delSp modSp mod">
        <pc:chgData name="Nelson  Sharma" userId="12a83f1a-1392-49ce-b263-34e33e9fb458" providerId="ADAL" clId="{357AFDB9-F3AE-4B9F-87B6-3CFFB9D435FA}" dt="2025-02-03T13:59:14.627" v="2204" actId="207"/>
        <pc:sldMkLst>
          <pc:docMk/>
          <pc:sldMk cId="4007527020" sldId="339"/>
        </pc:sldMkLst>
      </pc:sldChg>
      <pc:sldChg chg="del">
        <pc:chgData name="Nelson  Sharma" userId="12a83f1a-1392-49ce-b263-34e33e9fb458" providerId="ADAL" clId="{357AFDB9-F3AE-4B9F-87B6-3CFFB9D435FA}" dt="2025-02-03T14:01:50.208" v="2205" actId="47"/>
        <pc:sldMkLst>
          <pc:docMk/>
          <pc:sldMk cId="1716528393" sldId="340"/>
        </pc:sldMkLst>
      </pc:sldChg>
      <pc:sldChg chg="addSp delSp modSp mod">
        <pc:chgData name="Nelson  Sharma" userId="12a83f1a-1392-49ce-b263-34e33e9fb458" providerId="ADAL" clId="{357AFDB9-F3AE-4B9F-87B6-3CFFB9D435FA}" dt="2025-02-03T14:02:42.307" v="2210" actId="1076"/>
        <pc:sldMkLst>
          <pc:docMk/>
          <pc:sldMk cId="2075130808" sldId="341"/>
        </pc:sldMkLst>
      </pc:sldChg>
      <pc:sldChg chg="addSp delSp modSp mod">
        <pc:chgData name="Nelson  Sharma" userId="12a83f1a-1392-49ce-b263-34e33e9fb458" providerId="ADAL" clId="{357AFDB9-F3AE-4B9F-87B6-3CFFB9D435FA}" dt="2025-02-03T14:11:02.994" v="2453" actId="478"/>
        <pc:sldMkLst>
          <pc:docMk/>
          <pc:sldMk cId="3967825896" sldId="342"/>
        </pc:sldMkLst>
      </pc:sldChg>
      <pc:sldChg chg="addSp delSp modSp mod modNotesTx">
        <pc:chgData name="Nelson  Sharma" userId="12a83f1a-1392-49ce-b263-34e33e9fb458" providerId="ADAL" clId="{357AFDB9-F3AE-4B9F-87B6-3CFFB9D435FA}" dt="2025-02-03T12:56:28.571" v="1522" actId="207"/>
        <pc:sldMkLst>
          <pc:docMk/>
          <pc:sldMk cId="2064527442" sldId="343"/>
        </pc:sldMkLst>
      </pc:sldChg>
      <pc:sldChg chg="addSp delSp modSp add mod">
        <pc:chgData name="Nelson  Sharma" userId="12a83f1a-1392-49ce-b263-34e33e9fb458" providerId="ADAL" clId="{357AFDB9-F3AE-4B9F-87B6-3CFFB9D435FA}" dt="2025-02-03T15:10:25.486" v="2573" actId="1076"/>
        <pc:sldMkLst>
          <pc:docMk/>
          <pc:sldMk cId="548461394" sldId="344"/>
        </pc:sldMkLst>
      </pc:sldChg>
      <pc:sldChg chg="modSp add del mod">
        <pc:chgData name="Nelson  Sharma" userId="12a83f1a-1392-49ce-b263-34e33e9fb458" providerId="ADAL" clId="{357AFDB9-F3AE-4B9F-87B6-3CFFB9D435FA}" dt="2025-02-03T06:17:32.294" v="6" actId="47"/>
        <pc:sldMkLst>
          <pc:docMk/>
          <pc:sldMk cId="644630722" sldId="344"/>
        </pc:sldMkLst>
      </pc:sldChg>
      <pc:sldChg chg="add del">
        <pc:chgData name="Nelson  Sharma" userId="12a83f1a-1392-49ce-b263-34e33e9fb458" providerId="ADAL" clId="{357AFDB9-F3AE-4B9F-87B6-3CFFB9D435FA}" dt="2025-02-03T12:44:28.925" v="1261" actId="47"/>
        <pc:sldMkLst>
          <pc:docMk/>
          <pc:sldMk cId="1759692279" sldId="344"/>
        </pc:sldMkLst>
      </pc:sldChg>
      <pc:sldChg chg="addSp delSp modSp add mod">
        <pc:chgData name="Nelson  Sharma" userId="12a83f1a-1392-49ce-b263-34e33e9fb458" providerId="ADAL" clId="{357AFDB9-F3AE-4B9F-87B6-3CFFB9D435FA}" dt="2025-02-03T15:18:41.583" v="2701" actId="1076"/>
        <pc:sldMkLst>
          <pc:docMk/>
          <pc:sldMk cId="3212366218" sldId="345"/>
        </pc:sldMkLst>
      </pc:sldChg>
      <pc:sldChg chg="addSp delSp modSp add mod">
        <pc:chgData name="Nelson  Sharma" userId="12a83f1a-1392-49ce-b263-34e33e9fb458" providerId="ADAL" clId="{357AFDB9-F3AE-4B9F-87B6-3CFFB9D435FA}" dt="2025-02-03T16:14:33.487" v="2760" actId="1076"/>
        <pc:sldMkLst>
          <pc:docMk/>
          <pc:sldMk cId="3896773252" sldId="346"/>
        </pc:sldMkLst>
      </pc:sldChg>
      <pc:sldChg chg="modSp add del mod">
        <pc:chgData name="Nelson  Sharma" userId="12a83f1a-1392-49ce-b263-34e33e9fb458" providerId="ADAL" clId="{357AFDB9-F3AE-4B9F-87B6-3CFFB9D435FA}" dt="2025-02-03T16:16:43.187" v="2789" actId="47"/>
        <pc:sldMkLst>
          <pc:docMk/>
          <pc:sldMk cId="1461951314" sldId="347"/>
        </pc:sldMkLst>
      </pc:sldChg>
      <pc:sldChg chg="delSp modSp add mod">
        <pc:chgData name="Nelson  Sharma" userId="12a83f1a-1392-49ce-b263-34e33e9fb458" providerId="ADAL" clId="{357AFDB9-F3AE-4B9F-87B6-3CFFB9D435FA}" dt="2025-02-03T16:17:11.840" v="2796" actId="20577"/>
        <pc:sldMkLst>
          <pc:docMk/>
          <pc:sldMk cId="1437729704" sldId="348"/>
        </pc:sldMkLst>
      </pc:sldChg>
      <pc:sldChg chg="addSp delSp modSp add mod">
        <pc:chgData name="Nelson  Sharma" userId="12a83f1a-1392-49ce-b263-34e33e9fb458" providerId="ADAL" clId="{357AFDB9-F3AE-4B9F-87B6-3CFFB9D435FA}" dt="2025-02-03T16:36:24.732" v="2902"/>
        <pc:sldMkLst>
          <pc:docMk/>
          <pc:sldMk cId="1690225891" sldId="349"/>
        </pc:sldMkLst>
      </pc:sldChg>
      <pc:sldChg chg="delSp modSp add mod">
        <pc:chgData name="Nelson  Sharma" userId="12a83f1a-1392-49ce-b263-34e33e9fb458" providerId="ADAL" clId="{357AFDB9-F3AE-4B9F-87B6-3CFFB9D435FA}" dt="2025-02-03T16:39:27.294" v="2949" actId="20577"/>
        <pc:sldMkLst>
          <pc:docMk/>
          <pc:sldMk cId="2179107620" sldId="350"/>
        </pc:sldMkLst>
      </pc:sldChg>
      <pc:sldChg chg="addSp modSp add mod">
        <pc:chgData name="Nelson  Sharma" userId="12a83f1a-1392-49ce-b263-34e33e9fb458" providerId="ADAL" clId="{357AFDB9-F3AE-4B9F-87B6-3CFFB9D435FA}" dt="2025-02-03T18:12:03.783" v="3251" actId="1076"/>
        <pc:sldMkLst>
          <pc:docMk/>
          <pc:sldMk cId="3399486435" sldId="351"/>
        </pc:sldMkLst>
      </pc:sldChg>
      <pc:sldChg chg="addSp delSp modSp add del mod">
        <pc:chgData name="Nelson  Sharma" userId="12a83f1a-1392-49ce-b263-34e33e9fb458" providerId="ADAL" clId="{357AFDB9-F3AE-4B9F-87B6-3CFFB9D435FA}" dt="2025-02-03T16:59:07.331" v="3147" actId="47"/>
        <pc:sldMkLst>
          <pc:docMk/>
          <pc:sldMk cId="2940049544" sldId="352"/>
        </pc:sldMkLst>
      </pc:sldChg>
      <pc:sldChg chg="addSp delSp modSp add mod">
        <pc:chgData name="Nelson  Sharma" userId="12a83f1a-1392-49ce-b263-34e33e9fb458" providerId="ADAL" clId="{357AFDB9-F3AE-4B9F-87B6-3CFFB9D435FA}" dt="2025-02-03T23:48:08.475" v="3279" actId="1076"/>
        <pc:sldMkLst>
          <pc:docMk/>
          <pc:sldMk cId="2996829824" sldId="352"/>
        </pc:sldMkLst>
      </pc:sldChg>
      <pc:sldChg chg="addSp delSp modSp add mod">
        <pc:chgData name="Nelson  Sharma" userId="12a83f1a-1392-49ce-b263-34e33e9fb458" providerId="ADAL" clId="{357AFDB9-F3AE-4B9F-87B6-3CFFB9D435FA}" dt="2025-02-03T23:59:45.596" v="3447" actId="1076"/>
        <pc:sldMkLst>
          <pc:docMk/>
          <pc:sldMk cId="4194936273" sldId="353"/>
        </pc:sldMkLst>
      </pc:sldChg>
      <pc:sldChg chg="addSp delSp modSp add mod">
        <pc:chgData name="Nelson  Sharma" userId="12a83f1a-1392-49ce-b263-34e33e9fb458" providerId="ADAL" clId="{357AFDB9-F3AE-4B9F-87B6-3CFFB9D435FA}" dt="2025-02-04T00:01:01.042" v="3454" actId="14100"/>
        <pc:sldMkLst>
          <pc:docMk/>
          <pc:sldMk cId="1909773880" sldId="354"/>
        </pc:sldMkLst>
      </pc:sldChg>
      <pc:sldChg chg="addSp modSp add mod">
        <pc:chgData name="Nelson  Sharma" userId="12a83f1a-1392-49ce-b263-34e33e9fb458" providerId="ADAL" clId="{357AFDB9-F3AE-4B9F-87B6-3CFFB9D435FA}" dt="2025-02-04T00:09:13.605" v="3760"/>
        <pc:sldMkLst>
          <pc:docMk/>
          <pc:sldMk cId="2532556592" sldId="355"/>
        </pc:sldMkLst>
      </pc:sldChg>
      <pc:sldChg chg="addSp modSp add mod">
        <pc:chgData name="Nelson  Sharma" userId="12a83f1a-1392-49ce-b263-34e33e9fb458" providerId="ADAL" clId="{357AFDB9-F3AE-4B9F-87B6-3CFFB9D435FA}" dt="2025-02-04T00:30:55.970" v="3765"/>
        <pc:sldMkLst>
          <pc:docMk/>
          <pc:sldMk cId="261013068" sldId="356"/>
        </pc:sldMkLst>
      </pc:sldChg>
      <pc:sldChg chg="addSp modSp add mod">
        <pc:chgData name="Nelson  Sharma" userId="12a83f1a-1392-49ce-b263-34e33e9fb458" providerId="ADAL" clId="{357AFDB9-F3AE-4B9F-87B6-3CFFB9D435FA}" dt="2025-02-04T00:40:43.601" v="3905" actId="1076"/>
        <pc:sldMkLst>
          <pc:docMk/>
          <pc:sldMk cId="838677492" sldId="357"/>
        </pc:sldMkLst>
      </pc:sldChg>
    </pc:docChg>
  </pc:docChgLst>
  <pc:docChgLst>
    <pc:chgData name="Nelson  Sharma" userId="12a83f1a-1392-49ce-b263-34e33e9fb458" providerId="ADAL" clId="{5098F796-7488-4DAA-94B7-0B041523EA85}"/>
    <pc:docChg chg="undo redo custSel addSld delSld modSld">
      <pc:chgData name="Nelson  Sharma" userId="12a83f1a-1392-49ce-b263-34e33e9fb458" providerId="ADAL" clId="{5098F796-7488-4DAA-94B7-0B041523EA85}" dt="2025-01-19T04:50:19.123" v="60" actId="47"/>
      <pc:docMkLst>
        <pc:docMk/>
      </pc:docMkLst>
      <pc:sldChg chg="del">
        <pc:chgData name="Nelson  Sharma" userId="12a83f1a-1392-49ce-b263-34e33e9fb458" providerId="ADAL" clId="{5098F796-7488-4DAA-94B7-0B041523EA85}" dt="2025-01-19T04:49:11.032" v="7" actId="47"/>
        <pc:sldMkLst>
          <pc:docMk/>
          <pc:sldMk cId="0" sldId="257"/>
        </pc:sldMkLst>
      </pc:sldChg>
      <pc:sldChg chg="del">
        <pc:chgData name="Nelson  Sharma" userId="12a83f1a-1392-49ce-b263-34e33e9fb458" providerId="ADAL" clId="{5098F796-7488-4DAA-94B7-0B041523EA85}" dt="2025-01-19T04:49:11.032" v="7" actId="47"/>
        <pc:sldMkLst>
          <pc:docMk/>
          <pc:sldMk cId="0" sldId="258"/>
        </pc:sldMkLst>
      </pc:sldChg>
      <pc:sldChg chg="del">
        <pc:chgData name="Nelson  Sharma" userId="12a83f1a-1392-49ce-b263-34e33e9fb458" providerId="ADAL" clId="{5098F796-7488-4DAA-94B7-0B041523EA85}" dt="2025-01-19T04:49:11.032" v="7" actId="47"/>
        <pc:sldMkLst>
          <pc:docMk/>
          <pc:sldMk cId="0" sldId="259"/>
        </pc:sldMkLst>
      </pc:sldChg>
      <pc:sldChg chg="del">
        <pc:chgData name="Nelson  Sharma" userId="12a83f1a-1392-49ce-b263-34e33e9fb458" providerId="ADAL" clId="{5098F796-7488-4DAA-94B7-0B041523EA85}" dt="2025-01-19T04:49:11.032" v="7" actId="47"/>
        <pc:sldMkLst>
          <pc:docMk/>
          <pc:sldMk cId="0" sldId="260"/>
        </pc:sldMkLst>
      </pc:sldChg>
      <pc:sldChg chg="del">
        <pc:chgData name="Nelson  Sharma" userId="12a83f1a-1392-49ce-b263-34e33e9fb458" providerId="ADAL" clId="{5098F796-7488-4DAA-94B7-0B041523EA85}" dt="2025-01-19T04:49:11.032" v="7" actId="47"/>
        <pc:sldMkLst>
          <pc:docMk/>
          <pc:sldMk cId="0" sldId="261"/>
        </pc:sldMkLst>
      </pc:sldChg>
      <pc:sldChg chg="del">
        <pc:chgData name="Nelson  Sharma" userId="12a83f1a-1392-49ce-b263-34e33e9fb458" providerId="ADAL" clId="{5098F796-7488-4DAA-94B7-0B041523EA85}" dt="2025-01-19T04:49:11.032" v="7" actId="47"/>
        <pc:sldMkLst>
          <pc:docMk/>
          <pc:sldMk cId="0" sldId="262"/>
        </pc:sldMkLst>
      </pc:sldChg>
      <pc:sldChg chg="del">
        <pc:chgData name="Nelson  Sharma" userId="12a83f1a-1392-49ce-b263-34e33e9fb458" providerId="ADAL" clId="{5098F796-7488-4DAA-94B7-0B041523EA85}" dt="2025-01-19T04:49:11.032" v="7" actId="47"/>
        <pc:sldMkLst>
          <pc:docMk/>
          <pc:sldMk cId="0" sldId="263"/>
        </pc:sldMkLst>
      </pc:sldChg>
      <pc:sldChg chg="del">
        <pc:chgData name="Nelson  Sharma" userId="12a83f1a-1392-49ce-b263-34e33e9fb458" providerId="ADAL" clId="{5098F796-7488-4DAA-94B7-0B041523EA85}" dt="2025-01-19T04:49:11.032" v="7" actId="47"/>
        <pc:sldMkLst>
          <pc:docMk/>
          <pc:sldMk cId="0" sldId="264"/>
        </pc:sldMkLst>
      </pc:sldChg>
      <pc:sldChg chg="del">
        <pc:chgData name="Nelson  Sharma" userId="12a83f1a-1392-49ce-b263-34e33e9fb458" providerId="ADAL" clId="{5098F796-7488-4DAA-94B7-0B041523EA85}" dt="2025-01-19T04:49:11.032" v="7" actId="47"/>
        <pc:sldMkLst>
          <pc:docMk/>
          <pc:sldMk cId="0" sldId="265"/>
        </pc:sldMkLst>
      </pc:sldChg>
      <pc:sldChg chg="del">
        <pc:chgData name="Nelson  Sharma" userId="12a83f1a-1392-49ce-b263-34e33e9fb458" providerId="ADAL" clId="{5098F796-7488-4DAA-94B7-0B041523EA85}" dt="2025-01-19T04:49:11.032" v="7" actId="47"/>
        <pc:sldMkLst>
          <pc:docMk/>
          <pc:sldMk cId="0" sldId="266"/>
        </pc:sldMkLst>
      </pc:sldChg>
      <pc:sldChg chg="del">
        <pc:chgData name="Nelson  Sharma" userId="12a83f1a-1392-49ce-b263-34e33e9fb458" providerId="ADAL" clId="{5098F796-7488-4DAA-94B7-0B041523EA85}" dt="2025-01-19T04:49:11.032" v="7" actId="47"/>
        <pc:sldMkLst>
          <pc:docMk/>
          <pc:sldMk cId="0" sldId="267"/>
        </pc:sldMkLst>
      </pc:sldChg>
      <pc:sldChg chg="del">
        <pc:chgData name="Nelson  Sharma" userId="12a83f1a-1392-49ce-b263-34e33e9fb458" providerId="ADAL" clId="{5098F796-7488-4DAA-94B7-0B041523EA85}" dt="2025-01-19T04:49:11.032" v="7" actId="47"/>
        <pc:sldMkLst>
          <pc:docMk/>
          <pc:sldMk cId="0" sldId="268"/>
        </pc:sldMkLst>
      </pc:sldChg>
      <pc:sldChg chg="del">
        <pc:chgData name="Nelson  Sharma" userId="12a83f1a-1392-49ce-b263-34e33e9fb458" providerId="ADAL" clId="{5098F796-7488-4DAA-94B7-0B041523EA85}" dt="2025-01-19T04:49:11.032" v="7" actId="47"/>
        <pc:sldMkLst>
          <pc:docMk/>
          <pc:sldMk cId="0" sldId="269"/>
        </pc:sldMkLst>
      </pc:sldChg>
      <pc:sldChg chg="del">
        <pc:chgData name="Nelson  Sharma" userId="12a83f1a-1392-49ce-b263-34e33e9fb458" providerId="ADAL" clId="{5098F796-7488-4DAA-94B7-0B041523EA85}" dt="2025-01-19T04:49:13.634" v="8" actId="47"/>
        <pc:sldMkLst>
          <pc:docMk/>
          <pc:sldMk cId="0" sldId="270"/>
        </pc:sldMkLst>
      </pc:sldChg>
      <pc:sldChg chg="del">
        <pc:chgData name="Nelson  Sharma" userId="12a83f1a-1392-49ce-b263-34e33e9fb458" providerId="ADAL" clId="{5098F796-7488-4DAA-94B7-0B041523EA85}" dt="2025-01-19T04:49:11.032" v="7" actId="47"/>
        <pc:sldMkLst>
          <pc:docMk/>
          <pc:sldMk cId="0" sldId="276"/>
        </pc:sldMkLst>
      </pc:sldChg>
      <pc:sldChg chg="del">
        <pc:chgData name="Nelson  Sharma" userId="12a83f1a-1392-49ce-b263-34e33e9fb458" providerId="ADAL" clId="{5098F796-7488-4DAA-94B7-0B041523EA85}" dt="2025-01-19T04:49:11.032" v="7" actId="47"/>
        <pc:sldMkLst>
          <pc:docMk/>
          <pc:sldMk cId="0" sldId="277"/>
        </pc:sldMkLst>
      </pc:sldChg>
      <pc:sldChg chg="del">
        <pc:chgData name="Nelson  Sharma" userId="12a83f1a-1392-49ce-b263-34e33e9fb458" providerId="ADAL" clId="{5098F796-7488-4DAA-94B7-0B041523EA85}" dt="2025-01-19T04:49:11.032" v="7" actId="47"/>
        <pc:sldMkLst>
          <pc:docMk/>
          <pc:sldMk cId="0" sldId="278"/>
        </pc:sldMkLst>
      </pc:sldChg>
      <pc:sldChg chg="del">
        <pc:chgData name="Nelson  Sharma" userId="12a83f1a-1392-49ce-b263-34e33e9fb458" providerId="ADAL" clId="{5098F796-7488-4DAA-94B7-0B041523EA85}" dt="2025-01-19T04:49:11.032" v="7" actId="47"/>
        <pc:sldMkLst>
          <pc:docMk/>
          <pc:sldMk cId="0" sldId="279"/>
        </pc:sldMkLst>
      </pc:sldChg>
      <pc:sldChg chg="del">
        <pc:chgData name="Nelson  Sharma" userId="12a83f1a-1392-49ce-b263-34e33e9fb458" providerId="ADAL" clId="{5098F796-7488-4DAA-94B7-0B041523EA85}" dt="2025-01-19T04:49:11.032" v="7" actId="47"/>
        <pc:sldMkLst>
          <pc:docMk/>
          <pc:sldMk cId="0" sldId="280"/>
        </pc:sldMkLst>
      </pc:sldChg>
      <pc:sldChg chg="del">
        <pc:chgData name="Nelson  Sharma" userId="12a83f1a-1392-49ce-b263-34e33e9fb458" providerId="ADAL" clId="{5098F796-7488-4DAA-94B7-0B041523EA85}" dt="2025-01-19T04:49:11.032" v="7" actId="47"/>
        <pc:sldMkLst>
          <pc:docMk/>
          <pc:sldMk cId="0" sldId="281"/>
        </pc:sldMkLst>
      </pc:sldChg>
      <pc:sldChg chg="del">
        <pc:chgData name="Nelson  Sharma" userId="12a83f1a-1392-49ce-b263-34e33e9fb458" providerId="ADAL" clId="{5098F796-7488-4DAA-94B7-0B041523EA85}" dt="2025-01-19T04:49:11.032" v="7" actId="47"/>
        <pc:sldMkLst>
          <pc:docMk/>
          <pc:sldMk cId="0" sldId="282"/>
        </pc:sldMkLst>
      </pc:sldChg>
      <pc:sldChg chg="del">
        <pc:chgData name="Nelson  Sharma" userId="12a83f1a-1392-49ce-b263-34e33e9fb458" providerId="ADAL" clId="{5098F796-7488-4DAA-94B7-0B041523EA85}" dt="2025-01-19T04:49:11.032" v="7" actId="47"/>
        <pc:sldMkLst>
          <pc:docMk/>
          <pc:sldMk cId="0" sldId="283"/>
        </pc:sldMkLst>
      </pc:sldChg>
      <pc:sldChg chg="del">
        <pc:chgData name="Nelson  Sharma" userId="12a83f1a-1392-49ce-b263-34e33e9fb458" providerId="ADAL" clId="{5098F796-7488-4DAA-94B7-0B041523EA85}" dt="2025-01-19T04:49:11.032" v="7" actId="47"/>
        <pc:sldMkLst>
          <pc:docMk/>
          <pc:sldMk cId="0" sldId="284"/>
        </pc:sldMkLst>
      </pc:sldChg>
      <pc:sldChg chg="del">
        <pc:chgData name="Nelson  Sharma" userId="12a83f1a-1392-49ce-b263-34e33e9fb458" providerId="ADAL" clId="{5098F796-7488-4DAA-94B7-0B041523EA85}" dt="2025-01-19T04:49:11.032" v="7" actId="47"/>
        <pc:sldMkLst>
          <pc:docMk/>
          <pc:sldMk cId="0" sldId="285"/>
        </pc:sldMkLst>
      </pc:sldChg>
      <pc:sldChg chg="del">
        <pc:chgData name="Nelson  Sharma" userId="12a83f1a-1392-49ce-b263-34e33e9fb458" providerId="ADAL" clId="{5098F796-7488-4DAA-94B7-0B041523EA85}" dt="2025-01-19T04:49:11.032" v="7" actId="47"/>
        <pc:sldMkLst>
          <pc:docMk/>
          <pc:sldMk cId="0" sldId="286"/>
        </pc:sldMkLst>
      </pc:sldChg>
      <pc:sldChg chg="del">
        <pc:chgData name="Nelson  Sharma" userId="12a83f1a-1392-49ce-b263-34e33e9fb458" providerId="ADAL" clId="{5098F796-7488-4DAA-94B7-0B041523EA85}" dt="2025-01-19T04:49:11.032" v="7" actId="47"/>
        <pc:sldMkLst>
          <pc:docMk/>
          <pc:sldMk cId="0" sldId="287"/>
        </pc:sldMkLst>
      </pc:sldChg>
      <pc:sldChg chg="del">
        <pc:chgData name="Nelson  Sharma" userId="12a83f1a-1392-49ce-b263-34e33e9fb458" providerId="ADAL" clId="{5098F796-7488-4DAA-94B7-0B041523EA85}" dt="2025-01-19T04:49:11.032" v="7" actId="47"/>
        <pc:sldMkLst>
          <pc:docMk/>
          <pc:sldMk cId="0" sldId="288"/>
        </pc:sldMkLst>
      </pc:sldChg>
      <pc:sldChg chg="del">
        <pc:chgData name="Nelson  Sharma" userId="12a83f1a-1392-49ce-b263-34e33e9fb458" providerId="ADAL" clId="{5098F796-7488-4DAA-94B7-0B041523EA85}" dt="2025-01-19T04:49:11.032" v="7" actId="47"/>
        <pc:sldMkLst>
          <pc:docMk/>
          <pc:sldMk cId="0" sldId="289"/>
        </pc:sldMkLst>
      </pc:sldChg>
      <pc:sldChg chg="del">
        <pc:chgData name="Nelson  Sharma" userId="12a83f1a-1392-49ce-b263-34e33e9fb458" providerId="ADAL" clId="{5098F796-7488-4DAA-94B7-0B041523EA85}" dt="2025-01-19T04:49:11.032" v="7" actId="47"/>
        <pc:sldMkLst>
          <pc:docMk/>
          <pc:sldMk cId="0" sldId="290"/>
        </pc:sldMkLst>
      </pc:sldChg>
      <pc:sldChg chg="del">
        <pc:chgData name="Nelson  Sharma" userId="12a83f1a-1392-49ce-b263-34e33e9fb458" providerId="ADAL" clId="{5098F796-7488-4DAA-94B7-0B041523EA85}" dt="2025-01-19T04:49:11.032" v="7" actId="47"/>
        <pc:sldMkLst>
          <pc:docMk/>
          <pc:sldMk cId="0" sldId="291"/>
        </pc:sldMkLst>
      </pc:sldChg>
      <pc:sldChg chg="del">
        <pc:chgData name="Nelson  Sharma" userId="12a83f1a-1392-49ce-b263-34e33e9fb458" providerId="ADAL" clId="{5098F796-7488-4DAA-94B7-0B041523EA85}" dt="2025-01-19T04:49:11.032" v="7" actId="47"/>
        <pc:sldMkLst>
          <pc:docMk/>
          <pc:sldMk cId="0" sldId="292"/>
        </pc:sldMkLst>
      </pc:sldChg>
      <pc:sldChg chg="del">
        <pc:chgData name="Nelson  Sharma" userId="12a83f1a-1392-49ce-b263-34e33e9fb458" providerId="ADAL" clId="{5098F796-7488-4DAA-94B7-0B041523EA85}" dt="2025-01-19T04:49:11.032" v="7" actId="47"/>
        <pc:sldMkLst>
          <pc:docMk/>
          <pc:sldMk cId="0" sldId="293"/>
        </pc:sldMkLst>
      </pc:sldChg>
      <pc:sldChg chg="del">
        <pc:chgData name="Nelson  Sharma" userId="12a83f1a-1392-49ce-b263-34e33e9fb458" providerId="ADAL" clId="{5098F796-7488-4DAA-94B7-0B041523EA85}" dt="2025-01-19T04:49:11.032" v="7" actId="47"/>
        <pc:sldMkLst>
          <pc:docMk/>
          <pc:sldMk cId="0" sldId="294"/>
        </pc:sldMkLst>
      </pc:sldChg>
      <pc:sldChg chg="del">
        <pc:chgData name="Nelson  Sharma" userId="12a83f1a-1392-49ce-b263-34e33e9fb458" providerId="ADAL" clId="{5098F796-7488-4DAA-94B7-0B041523EA85}" dt="2025-01-19T04:49:11.032" v="7" actId="47"/>
        <pc:sldMkLst>
          <pc:docMk/>
          <pc:sldMk cId="0" sldId="295"/>
        </pc:sldMkLst>
      </pc:sldChg>
      <pc:sldChg chg="del">
        <pc:chgData name="Nelson  Sharma" userId="12a83f1a-1392-49ce-b263-34e33e9fb458" providerId="ADAL" clId="{5098F796-7488-4DAA-94B7-0B041523EA85}" dt="2025-01-19T04:49:11.032" v="7" actId="47"/>
        <pc:sldMkLst>
          <pc:docMk/>
          <pc:sldMk cId="0" sldId="296"/>
        </pc:sldMkLst>
      </pc:sldChg>
      <pc:sldChg chg="del">
        <pc:chgData name="Nelson  Sharma" userId="12a83f1a-1392-49ce-b263-34e33e9fb458" providerId="ADAL" clId="{5098F796-7488-4DAA-94B7-0B041523EA85}" dt="2025-01-19T04:49:11.032" v="7" actId="47"/>
        <pc:sldMkLst>
          <pc:docMk/>
          <pc:sldMk cId="0" sldId="297"/>
        </pc:sldMkLst>
      </pc:sldChg>
      <pc:sldChg chg="del">
        <pc:chgData name="Nelson  Sharma" userId="12a83f1a-1392-49ce-b263-34e33e9fb458" providerId="ADAL" clId="{5098F796-7488-4DAA-94B7-0B041523EA85}" dt="2025-01-19T04:49:11.032" v="7" actId="47"/>
        <pc:sldMkLst>
          <pc:docMk/>
          <pc:sldMk cId="0" sldId="298"/>
        </pc:sldMkLst>
      </pc:sldChg>
      <pc:sldChg chg="del">
        <pc:chgData name="Nelson  Sharma" userId="12a83f1a-1392-49ce-b263-34e33e9fb458" providerId="ADAL" clId="{5098F796-7488-4DAA-94B7-0B041523EA85}" dt="2025-01-19T04:49:11.032" v="7" actId="47"/>
        <pc:sldMkLst>
          <pc:docMk/>
          <pc:sldMk cId="0" sldId="299"/>
        </pc:sldMkLst>
      </pc:sldChg>
      <pc:sldChg chg="del">
        <pc:chgData name="Nelson  Sharma" userId="12a83f1a-1392-49ce-b263-34e33e9fb458" providerId="ADAL" clId="{5098F796-7488-4DAA-94B7-0B041523EA85}" dt="2025-01-19T04:49:11.032" v="7" actId="47"/>
        <pc:sldMkLst>
          <pc:docMk/>
          <pc:sldMk cId="0" sldId="300"/>
        </pc:sldMkLst>
      </pc:sldChg>
      <pc:sldChg chg="del">
        <pc:chgData name="Nelson  Sharma" userId="12a83f1a-1392-49ce-b263-34e33e9fb458" providerId="ADAL" clId="{5098F796-7488-4DAA-94B7-0B041523EA85}" dt="2025-01-19T04:49:11.032" v="7" actId="47"/>
        <pc:sldMkLst>
          <pc:docMk/>
          <pc:sldMk cId="0" sldId="301"/>
        </pc:sldMkLst>
      </pc:sldChg>
      <pc:sldChg chg="del">
        <pc:chgData name="Nelson  Sharma" userId="12a83f1a-1392-49ce-b263-34e33e9fb458" providerId="ADAL" clId="{5098F796-7488-4DAA-94B7-0B041523EA85}" dt="2025-01-19T04:49:11.032" v="7" actId="47"/>
        <pc:sldMkLst>
          <pc:docMk/>
          <pc:sldMk cId="0" sldId="302"/>
        </pc:sldMkLst>
      </pc:sldChg>
      <pc:sldChg chg="del">
        <pc:chgData name="Nelson  Sharma" userId="12a83f1a-1392-49ce-b263-34e33e9fb458" providerId="ADAL" clId="{5098F796-7488-4DAA-94B7-0B041523EA85}" dt="2025-01-19T04:49:11.032" v="7" actId="47"/>
        <pc:sldMkLst>
          <pc:docMk/>
          <pc:sldMk cId="0" sldId="303"/>
        </pc:sldMkLst>
      </pc:sldChg>
      <pc:sldChg chg="del">
        <pc:chgData name="Nelson  Sharma" userId="12a83f1a-1392-49ce-b263-34e33e9fb458" providerId="ADAL" clId="{5098F796-7488-4DAA-94B7-0B041523EA85}" dt="2025-01-19T04:49:11.032" v="7" actId="47"/>
        <pc:sldMkLst>
          <pc:docMk/>
          <pc:sldMk cId="0" sldId="304"/>
        </pc:sldMkLst>
      </pc:sldChg>
      <pc:sldChg chg="del">
        <pc:chgData name="Nelson  Sharma" userId="12a83f1a-1392-49ce-b263-34e33e9fb458" providerId="ADAL" clId="{5098F796-7488-4DAA-94B7-0B041523EA85}" dt="2025-01-19T04:49:11.032" v="7" actId="47"/>
        <pc:sldMkLst>
          <pc:docMk/>
          <pc:sldMk cId="0" sldId="305"/>
        </pc:sldMkLst>
      </pc:sldChg>
      <pc:sldChg chg="del">
        <pc:chgData name="Nelson  Sharma" userId="12a83f1a-1392-49ce-b263-34e33e9fb458" providerId="ADAL" clId="{5098F796-7488-4DAA-94B7-0B041523EA85}" dt="2025-01-19T04:49:11.032" v="7" actId="47"/>
        <pc:sldMkLst>
          <pc:docMk/>
          <pc:sldMk cId="0" sldId="306"/>
        </pc:sldMkLst>
      </pc:sldChg>
      <pc:sldChg chg="modSp add del mod">
        <pc:chgData name="Nelson  Sharma" userId="12a83f1a-1392-49ce-b263-34e33e9fb458" providerId="ADAL" clId="{5098F796-7488-4DAA-94B7-0B041523EA85}" dt="2025-01-19T04:50:19.123" v="60" actId="47"/>
        <pc:sldMkLst>
          <pc:docMk/>
          <pc:sldMk cId="0" sldId="307"/>
        </pc:sldMkLst>
      </pc:sldChg>
      <pc:sldChg chg="modSp add mod">
        <pc:chgData name="Nelson  Sharma" userId="12a83f1a-1392-49ce-b263-34e33e9fb458" providerId="ADAL" clId="{5098F796-7488-4DAA-94B7-0B041523EA85}" dt="2025-01-19T04:50:10.358" v="57" actId="20577"/>
        <pc:sldMkLst>
          <pc:docMk/>
          <pc:sldMk cId="1181431351" sldId="308"/>
        </pc:sldMkLst>
        <pc:spChg chg="mod">
          <ac:chgData name="Nelson  Sharma" userId="12a83f1a-1392-49ce-b263-34e33e9fb458" providerId="ADAL" clId="{5098F796-7488-4DAA-94B7-0B041523EA85}" dt="2025-01-19T04:50:10.358" v="57" actId="20577"/>
          <ac:spMkLst>
            <pc:docMk/>
            <pc:sldMk cId="1181431351" sldId="308"/>
            <ac:spMk id="151" creationId="{F46412DC-EA20-E270-245A-EC286018D1A1}"/>
          </ac:spMkLst>
        </pc:spChg>
      </pc:sldChg>
      <pc:sldMasterChg chg="delSldLayout">
        <pc:chgData name="Nelson  Sharma" userId="12a83f1a-1392-49ce-b263-34e33e9fb458" providerId="ADAL" clId="{5098F796-7488-4DAA-94B7-0B041523EA85}" dt="2025-01-19T04:49:13.634" v="8" actId="47"/>
        <pc:sldMasterMkLst>
          <pc:docMk/>
          <pc:sldMasterMk cId="0" sldId="2147483659"/>
        </pc:sldMasterMkLst>
        <pc:sldLayoutChg chg="del">
          <pc:chgData name="Nelson  Sharma" userId="12a83f1a-1392-49ce-b263-34e33e9fb458" providerId="ADAL" clId="{5098F796-7488-4DAA-94B7-0B041523EA85}" dt="2025-01-19T04:49:13.634" v="8" actId="47"/>
          <pc:sldLayoutMkLst>
            <pc:docMk/>
            <pc:sldMasterMk cId="0" sldId="2147483659"/>
            <pc:sldLayoutMk cId="0" sldId="2147483650"/>
          </pc:sldLayoutMkLst>
        </pc:sldLayoutChg>
        <pc:sldLayoutChg chg="del">
          <pc:chgData name="Nelson  Sharma" userId="12a83f1a-1392-49ce-b263-34e33e9fb458" providerId="ADAL" clId="{5098F796-7488-4DAA-94B7-0B041523EA85}" dt="2025-01-19T04:49:11.032" v="7" actId="47"/>
          <pc:sldLayoutMkLst>
            <pc:docMk/>
            <pc:sldMasterMk cId="0" sldId="2147483659"/>
            <pc:sldLayoutMk cId="0" sldId="2147483658"/>
          </pc:sldLayoutMkLst>
        </pc:sldLayoutChg>
      </pc:sldMasterChg>
    </pc:docChg>
  </pc:docChgLst>
  <pc:docChgLst>
    <pc:chgData name="Nelson  Sharma" userId="12a83f1a-1392-49ce-b263-34e33e9fb458" providerId="ADAL" clId="{59A9837E-84BA-4E60-B143-4990C08C5964}"/>
    <pc:docChg chg="undo custSel addSld delSld modSld sldOrd">
      <pc:chgData name="Nelson  Sharma" userId="12a83f1a-1392-49ce-b263-34e33e9fb458" providerId="ADAL" clId="{59A9837E-84BA-4E60-B143-4990C08C5964}" dt="2025-03-04T23:55:51.708" v="1381" actId="47"/>
      <pc:docMkLst>
        <pc:docMk/>
      </pc:docMkLst>
      <pc:sldChg chg="addSp delSp modSp add del mod modNotesTx">
        <pc:chgData name="Nelson  Sharma" userId="12a83f1a-1392-49ce-b263-34e33e9fb458" providerId="ADAL" clId="{59A9837E-84BA-4E60-B143-4990C08C5964}" dt="2025-02-17T18:11:56.852" v="1131" actId="20577"/>
        <pc:sldMkLst>
          <pc:docMk/>
          <pc:sldMk cId="610521612" sldId="298"/>
        </pc:sldMkLst>
        <pc:spChg chg="mod">
          <ac:chgData name="Nelson  Sharma" userId="12a83f1a-1392-49ce-b263-34e33e9fb458" providerId="ADAL" clId="{59A9837E-84BA-4E60-B143-4990C08C5964}" dt="2025-02-17T16:43:19.203" v="1031" actId="20577"/>
          <ac:spMkLst>
            <pc:docMk/>
            <pc:sldMk cId="610521612" sldId="298"/>
            <ac:spMk id="2" creationId="{DDB22928-4C80-7ACD-87A1-78E7BC3691D2}"/>
          </ac:spMkLst>
        </pc:spChg>
        <pc:spChg chg="add mod">
          <ac:chgData name="Nelson  Sharma" userId="12a83f1a-1392-49ce-b263-34e33e9fb458" providerId="ADAL" clId="{59A9837E-84BA-4E60-B143-4990C08C5964}" dt="2025-02-17T18:11:56.852" v="1131" actId="20577"/>
          <ac:spMkLst>
            <pc:docMk/>
            <pc:sldMk cId="610521612" sldId="298"/>
            <ac:spMk id="4" creationId="{31431513-44B7-8E0F-EFEE-63FA1B793B87}"/>
          </ac:spMkLst>
        </pc:spChg>
      </pc:sldChg>
      <pc:sldChg chg="delSp modSp add del mod">
        <pc:chgData name="Nelson  Sharma" userId="12a83f1a-1392-49ce-b263-34e33e9fb458" providerId="ADAL" clId="{59A9837E-84BA-4E60-B143-4990C08C5964}" dt="2025-02-17T16:22:59.392" v="902" actId="47"/>
        <pc:sldMkLst>
          <pc:docMk/>
          <pc:sldMk cId="572829149" sldId="299"/>
        </pc:sldMkLst>
      </pc:sldChg>
      <pc:sldChg chg="addSp delSp modSp new mod">
        <pc:chgData name="Nelson  Sharma" userId="12a83f1a-1392-49ce-b263-34e33e9fb458" providerId="ADAL" clId="{59A9837E-84BA-4E60-B143-4990C08C5964}" dt="2025-02-17T16:42:23.043" v="956"/>
        <pc:sldMkLst>
          <pc:docMk/>
          <pc:sldMk cId="1103693385" sldId="319"/>
        </pc:sldMkLst>
        <pc:spChg chg="mod">
          <ac:chgData name="Nelson  Sharma" userId="12a83f1a-1392-49ce-b263-34e33e9fb458" providerId="ADAL" clId="{59A9837E-84BA-4E60-B143-4990C08C5964}" dt="2025-02-17T16:42:23.043" v="956"/>
          <ac:spMkLst>
            <pc:docMk/>
            <pc:sldMk cId="1103693385" sldId="319"/>
            <ac:spMk id="8" creationId="{08192164-52A1-8C46-7DE5-A7C7E644A2AC}"/>
          </ac:spMkLst>
        </pc:spChg>
        <pc:spChg chg="mod">
          <ac:chgData name="Nelson  Sharma" userId="12a83f1a-1392-49ce-b263-34e33e9fb458" providerId="ADAL" clId="{59A9837E-84BA-4E60-B143-4990C08C5964}" dt="2025-02-17T16:42:23.043" v="956"/>
          <ac:spMkLst>
            <pc:docMk/>
            <pc:sldMk cId="1103693385" sldId="319"/>
            <ac:spMk id="9" creationId="{1087D542-F1C7-907E-95BD-005396D44A83}"/>
          </ac:spMkLst>
        </pc:spChg>
        <pc:spChg chg="mod">
          <ac:chgData name="Nelson  Sharma" userId="12a83f1a-1392-49ce-b263-34e33e9fb458" providerId="ADAL" clId="{59A9837E-84BA-4E60-B143-4990C08C5964}" dt="2025-02-17T16:42:23.043" v="956"/>
          <ac:spMkLst>
            <pc:docMk/>
            <pc:sldMk cId="1103693385" sldId="319"/>
            <ac:spMk id="10" creationId="{C576C111-B90E-14CA-3C3B-3F1E212EE007}"/>
          </ac:spMkLst>
        </pc:spChg>
        <pc:grpChg chg="add mod">
          <ac:chgData name="Nelson  Sharma" userId="12a83f1a-1392-49ce-b263-34e33e9fb458" providerId="ADAL" clId="{59A9837E-84BA-4E60-B143-4990C08C5964}" dt="2025-02-17T16:42:23.043" v="956"/>
          <ac:grpSpMkLst>
            <pc:docMk/>
            <pc:sldMk cId="1103693385" sldId="319"/>
            <ac:grpSpMk id="7" creationId="{7DAA6115-0CEA-E89A-6218-DCE1B56DAC88}"/>
          </ac:grpSpMkLst>
        </pc:grpChg>
        <pc:picChg chg="add">
          <ac:chgData name="Nelson  Sharma" userId="12a83f1a-1392-49ce-b263-34e33e9fb458" providerId="ADAL" clId="{59A9837E-84BA-4E60-B143-4990C08C5964}" dt="2025-02-17T16:32:49.873" v="918" actId="22"/>
          <ac:picMkLst>
            <pc:docMk/>
            <pc:sldMk cId="1103693385" sldId="319"/>
            <ac:picMk id="6" creationId="{3BB4CB37-B269-8F52-2CE4-7D5691B175AF}"/>
          </ac:picMkLst>
        </pc:picChg>
      </pc:sldChg>
      <pc:sldChg chg="addSp modSp add mod ord modNotesTx">
        <pc:chgData name="Nelson  Sharma" userId="12a83f1a-1392-49ce-b263-34e33e9fb458" providerId="ADAL" clId="{59A9837E-84BA-4E60-B143-4990C08C5964}" dt="2025-02-17T17:00:29.172" v="1040" actId="20577"/>
        <pc:sldMkLst>
          <pc:docMk/>
          <pc:sldMk cId="349459794" sldId="320"/>
        </pc:sldMkLst>
        <pc:spChg chg="add mod">
          <ac:chgData name="Nelson  Sharma" userId="12a83f1a-1392-49ce-b263-34e33e9fb458" providerId="ADAL" clId="{59A9837E-84BA-4E60-B143-4990C08C5964}" dt="2025-02-17T16:42:12.858" v="955" actId="164"/>
          <ac:spMkLst>
            <pc:docMk/>
            <pc:sldMk cId="349459794" sldId="320"/>
            <ac:spMk id="5" creationId="{B3A88321-018A-0D1D-AD32-82B76103785A}"/>
          </ac:spMkLst>
        </pc:spChg>
        <pc:spChg chg="add mod">
          <ac:chgData name="Nelson  Sharma" userId="12a83f1a-1392-49ce-b263-34e33e9fb458" providerId="ADAL" clId="{59A9837E-84BA-4E60-B143-4990C08C5964}" dt="2025-02-17T16:42:12.858" v="955" actId="164"/>
          <ac:spMkLst>
            <pc:docMk/>
            <pc:sldMk cId="349459794" sldId="320"/>
            <ac:spMk id="6" creationId="{AF1B2655-4A9E-39F3-9BC8-087D81AF94D3}"/>
          </ac:spMkLst>
        </pc:spChg>
        <pc:spChg chg="add mod">
          <ac:chgData name="Nelson  Sharma" userId="12a83f1a-1392-49ce-b263-34e33e9fb458" providerId="ADAL" clId="{59A9837E-84BA-4E60-B143-4990C08C5964}" dt="2025-02-17T16:42:12.858" v="955" actId="164"/>
          <ac:spMkLst>
            <pc:docMk/>
            <pc:sldMk cId="349459794" sldId="320"/>
            <ac:spMk id="7" creationId="{99003973-AEAD-B6A7-546A-457F5D761035}"/>
          </ac:spMkLst>
        </pc:spChg>
        <pc:grpChg chg="add mod">
          <ac:chgData name="Nelson  Sharma" userId="12a83f1a-1392-49ce-b263-34e33e9fb458" providerId="ADAL" clId="{59A9837E-84BA-4E60-B143-4990C08C5964}" dt="2025-02-17T16:42:12.858" v="955" actId="164"/>
          <ac:grpSpMkLst>
            <pc:docMk/>
            <pc:sldMk cId="349459794" sldId="320"/>
            <ac:grpSpMk id="8" creationId="{9F90E643-9878-845A-BCF6-5F935134E1A2}"/>
          </ac:grpSpMkLst>
        </pc:grpChg>
        <pc:picChg chg="add mod">
          <ac:chgData name="Nelson  Sharma" userId="12a83f1a-1392-49ce-b263-34e33e9fb458" providerId="ADAL" clId="{59A9837E-84BA-4E60-B143-4990C08C5964}" dt="2025-02-17T16:40:48.210" v="942" actId="1076"/>
          <ac:picMkLst>
            <pc:docMk/>
            <pc:sldMk cId="349459794" sldId="320"/>
            <ac:picMk id="3" creationId="{052D19CF-9946-485C-DB14-000957E9AA14}"/>
          </ac:picMkLst>
        </pc:picChg>
      </pc:sldChg>
      <pc:sldChg chg="addSp modSp add mod ord">
        <pc:chgData name="Nelson  Sharma" userId="12a83f1a-1392-49ce-b263-34e33e9fb458" providerId="ADAL" clId="{59A9837E-84BA-4E60-B143-4990C08C5964}" dt="2025-02-17T16:42:25.225" v="957"/>
        <pc:sldMkLst>
          <pc:docMk/>
          <pc:sldMk cId="818620971" sldId="321"/>
        </pc:sldMkLst>
        <pc:spChg chg="mod">
          <ac:chgData name="Nelson  Sharma" userId="12a83f1a-1392-49ce-b263-34e33e9fb458" providerId="ADAL" clId="{59A9837E-84BA-4E60-B143-4990C08C5964}" dt="2025-02-17T16:42:25.225" v="957"/>
          <ac:spMkLst>
            <pc:docMk/>
            <pc:sldMk cId="818620971" sldId="321"/>
            <ac:spMk id="6" creationId="{7D12272B-094D-4939-876D-502DE6C46030}"/>
          </ac:spMkLst>
        </pc:spChg>
        <pc:spChg chg="mod">
          <ac:chgData name="Nelson  Sharma" userId="12a83f1a-1392-49ce-b263-34e33e9fb458" providerId="ADAL" clId="{59A9837E-84BA-4E60-B143-4990C08C5964}" dt="2025-02-17T16:42:25.225" v="957"/>
          <ac:spMkLst>
            <pc:docMk/>
            <pc:sldMk cId="818620971" sldId="321"/>
            <ac:spMk id="7" creationId="{EAA5D81C-21EC-3478-2DAF-ED17DA12A4B8}"/>
          </ac:spMkLst>
        </pc:spChg>
        <pc:spChg chg="mod">
          <ac:chgData name="Nelson  Sharma" userId="12a83f1a-1392-49ce-b263-34e33e9fb458" providerId="ADAL" clId="{59A9837E-84BA-4E60-B143-4990C08C5964}" dt="2025-02-17T16:42:25.225" v="957"/>
          <ac:spMkLst>
            <pc:docMk/>
            <pc:sldMk cId="818620971" sldId="321"/>
            <ac:spMk id="8" creationId="{DFF46231-2AC5-D146-D5E8-D41AE03641CF}"/>
          </ac:spMkLst>
        </pc:spChg>
        <pc:grpChg chg="add mod">
          <ac:chgData name="Nelson  Sharma" userId="12a83f1a-1392-49ce-b263-34e33e9fb458" providerId="ADAL" clId="{59A9837E-84BA-4E60-B143-4990C08C5964}" dt="2025-02-17T16:42:25.225" v="957"/>
          <ac:grpSpMkLst>
            <pc:docMk/>
            <pc:sldMk cId="818620971" sldId="321"/>
            <ac:grpSpMk id="5" creationId="{B716A8E6-0264-B6BB-10F2-446319D3C59E}"/>
          </ac:grpSpMkLst>
        </pc:grpChg>
        <pc:picChg chg="add">
          <ac:chgData name="Nelson  Sharma" userId="12a83f1a-1392-49ce-b263-34e33e9fb458" providerId="ADAL" clId="{59A9837E-84BA-4E60-B143-4990C08C5964}" dt="2025-02-17T16:35:38.376" v="919" actId="22"/>
          <ac:picMkLst>
            <pc:docMk/>
            <pc:sldMk cId="818620971" sldId="321"/>
            <ac:picMk id="3" creationId="{7267DEA3-C187-55B6-6681-6BB97213E273}"/>
          </ac:picMkLst>
        </pc:picChg>
      </pc:sldChg>
      <pc:sldChg chg="add del">
        <pc:chgData name="Nelson  Sharma" userId="12a83f1a-1392-49ce-b263-34e33e9fb458" providerId="ADAL" clId="{59A9837E-84BA-4E60-B143-4990C08C5964}" dt="2025-02-17T17:05:22.762" v="1041" actId="47"/>
        <pc:sldMkLst>
          <pc:docMk/>
          <pc:sldMk cId="3871794875" sldId="322"/>
        </pc:sldMkLst>
      </pc:sldChg>
      <pc:sldChg chg="addSp modSp add mod">
        <pc:chgData name="Nelson  Sharma" userId="12a83f1a-1392-49ce-b263-34e33e9fb458" providerId="ADAL" clId="{59A9837E-84BA-4E60-B143-4990C08C5964}" dt="2025-02-17T16:42:26.606" v="958"/>
        <pc:sldMkLst>
          <pc:docMk/>
          <pc:sldMk cId="1794242600" sldId="323"/>
        </pc:sldMkLst>
        <pc:spChg chg="mod">
          <ac:chgData name="Nelson  Sharma" userId="12a83f1a-1392-49ce-b263-34e33e9fb458" providerId="ADAL" clId="{59A9837E-84BA-4E60-B143-4990C08C5964}" dt="2025-02-17T16:42:26.606" v="958"/>
          <ac:spMkLst>
            <pc:docMk/>
            <pc:sldMk cId="1794242600" sldId="323"/>
            <ac:spMk id="6" creationId="{069AC7CF-469A-6774-1778-4953E7538D74}"/>
          </ac:spMkLst>
        </pc:spChg>
        <pc:spChg chg="mod">
          <ac:chgData name="Nelson  Sharma" userId="12a83f1a-1392-49ce-b263-34e33e9fb458" providerId="ADAL" clId="{59A9837E-84BA-4E60-B143-4990C08C5964}" dt="2025-02-17T16:42:26.606" v="958"/>
          <ac:spMkLst>
            <pc:docMk/>
            <pc:sldMk cId="1794242600" sldId="323"/>
            <ac:spMk id="7" creationId="{4BC55694-6B10-F964-64B5-EB221BC7D067}"/>
          </ac:spMkLst>
        </pc:spChg>
        <pc:spChg chg="mod">
          <ac:chgData name="Nelson  Sharma" userId="12a83f1a-1392-49ce-b263-34e33e9fb458" providerId="ADAL" clId="{59A9837E-84BA-4E60-B143-4990C08C5964}" dt="2025-02-17T16:42:26.606" v="958"/>
          <ac:spMkLst>
            <pc:docMk/>
            <pc:sldMk cId="1794242600" sldId="323"/>
            <ac:spMk id="8" creationId="{E259F44A-607A-C0B5-8365-3469C9C1FD9B}"/>
          </ac:spMkLst>
        </pc:spChg>
        <pc:grpChg chg="add mod">
          <ac:chgData name="Nelson  Sharma" userId="12a83f1a-1392-49ce-b263-34e33e9fb458" providerId="ADAL" clId="{59A9837E-84BA-4E60-B143-4990C08C5964}" dt="2025-02-17T16:42:26.606" v="958"/>
          <ac:grpSpMkLst>
            <pc:docMk/>
            <pc:sldMk cId="1794242600" sldId="323"/>
            <ac:grpSpMk id="5" creationId="{FBAB2439-C9F8-D041-86B3-4C58E79401E5}"/>
          </ac:grpSpMkLst>
        </pc:grpChg>
        <pc:picChg chg="add">
          <ac:chgData name="Nelson  Sharma" userId="12a83f1a-1392-49ce-b263-34e33e9fb458" providerId="ADAL" clId="{59A9837E-84BA-4E60-B143-4990C08C5964}" dt="2025-02-17T16:36:18.809" v="922" actId="22"/>
          <ac:picMkLst>
            <pc:docMk/>
            <pc:sldMk cId="1794242600" sldId="323"/>
            <ac:picMk id="3" creationId="{19CE74D7-3463-9572-62E1-2ADB0EABAA03}"/>
          </ac:picMkLst>
        </pc:picChg>
      </pc:sldChg>
      <pc:sldChg chg="addSp modSp add mod">
        <pc:chgData name="Nelson  Sharma" userId="12a83f1a-1392-49ce-b263-34e33e9fb458" providerId="ADAL" clId="{59A9837E-84BA-4E60-B143-4990C08C5964}" dt="2025-02-17T16:42:28.362" v="959"/>
        <pc:sldMkLst>
          <pc:docMk/>
          <pc:sldMk cId="1201270876" sldId="324"/>
        </pc:sldMkLst>
        <pc:spChg chg="mod">
          <ac:chgData name="Nelson  Sharma" userId="12a83f1a-1392-49ce-b263-34e33e9fb458" providerId="ADAL" clId="{59A9837E-84BA-4E60-B143-4990C08C5964}" dt="2025-02-17T16:42:28.362" v="959"/>
          <ac:spMkLst>
            <pc:docMk/>
            <pc:sldMk cId="1201270876" sldId="324"/>
            <ac:spMk id="6" creationId="{AF92EF5F-5B8D-0185-F7C6-5339712DC0D6}"/>
          </ac:spMkLst>
        </pc:spChg>
        <pc:spChg chg="mod">
          <ac:chgData name="Nelson  Sharma" userId="12a83f1a-1392-49ce-b263-34e33e9fb458" providerId="ADAL" clId="{59A9837E-84BA-4E60-B143-4990C08C5964}" dt="2025-02-17T16:42:28.362" v="959"/>
          <ac:spMkLst>
            <pc:docMk/>
            <pc:sldMk cId="1201270876" sldId="324"/>
            <ac:spMk id="7" creationId="{35D84028-FD05-06E2-E04E-98D4C309D233}"/>
          </ac:spMkLst>
        </pc:spChg>
        <pc:spChg chg="mod">
          <ac:chgData name="Nelson  Sharma" userId="12a83f1a-1392-49ce-b263-34e33e9fb458" providerId="ADAL" clId="{59A9837E-84BA-4E60-B143-4990C08C5964}" dt="2025-02-17T16:42:28.362" v="959"/>
          <ac:spMkLst>
            <pc:docMk/>
            <pc:sldMk cId="1201270876" sldId="324"/>
            <ac:spMk id="8" creationId="{C0A254CA-C2D0-AEEB-9754-B7D770C8A9B2}"/>
          </ac:spMkLst>
        </pc:spChg>
        <pc:grpChg chg="add mod">
          <ac:chgData name="Nelson  Sharma" userId="12a83f1a-1392-49ce-b263-34e33e9fb458" providerId="ADAL" clId="{59A9837E-84BA-4E60-B143-4990C08C5964}" dt="2025-02-17T16:42:28.362" v="959"/>
          <ac:grpSpMkLst>
            <pc:docMk/>
            <pc:sldMk cId="1201270876" sldId="324"/>
            <ac:grpSpMk id="5" creationId="{48151393-5628-11A1-53E4-328F0BED8FBC}"/>
          </ac:grpSpMkLst>
        </pc:grpChg>
        <pc:picChg chg="add">
          <ac:chgData name="Nelson  Sharma" userId="12a83f1a-1392-49ce-b263-34e33e9fb458" providerId="ADAL" clId="{59A9837E-84BA-4E60-B143-4990C08C5964}" dt="2025-02-17T16:36:43.702" v="923" actId="22"/>
          <ac:picMkLst>
            <pc:docMk/>
            <pc:sldMk cId="1201270876" sldId="324"/>
            <ac:picMk id="3" creationId="{00AAB4F2-5B4D-0920-DEBA-117F1B5C4CBD}"/>
          </ac:picMkLst>
        </pc:picChg>
      </pc:sldChg>
      <pc:sldChg chg="add del">
        <pc:chgData name="Nelson  Sharma" userId="12a83f1a-1392-49ce-b263-34e33e9fb458" providerId="ADAL" clId="{59A9837E-84BA-4E60-B143-4990C08C5964}" dt="2025-02-17T17:21:58.246" v="1042" actId="47"/>
        <pc:sldMkLst>
          <pc:docMk/>
          <pc:sldMk cId="4074347024" sldId="325"/>
        </pc:sldMkLst>
      </pc:sldChg>
      <pc:sldChg chg="addSp modSp add mod">
        <pc:chgData name="Nelson  Sharma" userId="12a83f1a-1392-49ce-b263-34e33e9fb458" providerId="ADAL" clId="{59A9837E-84BA-4E60-B143-4990C08C5964}" dt="2025-02-17T16:42:33.195" v="961"/>
        <pc:sldMkLst>
          <pc:docMk/>
          <pc:sldMk cId="1340152627" sldId="326"/>
        </pc:sldMkLst>
        <pc:spChg chg="mod">
          <ac:chgData name="Nelson  Sharma" userId="12a83f1a-1392-49ce-b263-34e33e9fb458" providerId="ADAL" clId="{59A9837E-84BA-4E60-B143-4990C08C5964}" dt="2025-02-17T16:42:33.195" v="961"/>
          <ac:spMkLst>
            <pc:docMk/>
            <pc:sldMk cId="1340152627" sldId="326"/>
            <ac:spMk id="6" creationId="{A6BC3298-7209-D664-0DF9-CCF024F208D8}"/>
          </ac:spMkLst>
        </pc:spChg>
        <pc:spChg chg="mod">
          <ac:chgData name="Nelson  Sharma" userId="12a83f1a-1392-49ce-b263-34e33e9fb458" providerId="ADAL" clId="{59A9837E-84BA-4E60-B143-4990C08C5964}" dt="2025-02-17T16:42:33.195" v="961"/>
          <ac:spMkLst>
            <pc:docMk/>
            <pc:sldMk cId="1340152627" sldId="326"/>
            <ac:spMk id="7" creationId="{A6522DA6-7DB6-B017-17B7-825C39B71B96}"/>
          </ac:spMkLst>
        </pc:spChg>
        <pc:spChg chg="mod">
          <ac:chgData name="Nelson  Sharma" userId="12a83f1a-1392-49ce-b263-34e33e9fb458" providerId="ADAL" clId="{59A9837E-84BA-4E60-B143-4990C08C5964}" dt="2025-02-17T16:42:33.195" v="961"/>
          <ac:spMkLst>
            <pc:docMk/>
            <pc:sldMk cId="1340152627" sldId="326"/>
            <ac:spMk id="8" creationId="{4CCF4E94-4C2C-2558-8509-6F873CAE9970}"/>
          </ac:spMkLst>
        </pc:spChg>
        <pc:grpChg chg="add mod">
          <ac:chgData name="Nelson  Sharma" userId="12a83f1a-1392-49ce-b263-34e33e9fb458" providerId="ADAL" clId="{59A9837E-84BA-4E60-B143-4990C08C5964}" dt="2025-02-17T16:42:33.195" v="961"/>
          <ac:grpSpMkLst>
            <pc:docMk/>
            <pc:sldMk cId="1340152627" sldId="326"/>
            <ac:grpSpMk id="5" creationId="{464894C8-F74D-630A-D0E3-F9F7898875B2}"/>
          </ac:grpSpMkLst>
        </pc:grpChg>
        <pc:picChg chg="add">
          <ac:chgData name="Nelson  Sharma" userId="12a83f1a-1392-49ce-b263-34e33e9fb458" providerId="ADAL" clId="{59A9837E-84BA-4E60-B143-4990C08C5964}" dt="2025-02-17T16:38:11.996" v="939" actId="22"/>
          <ac:picMkLst>
            <pc:docMk/>
            <pc:sldMk cId="1340152627" sldId="326"/>
            <ac:picMk id="3" creationId="{2193A072-ABB9-327F-93CD-7D17FFA62B33}"/>
          </ac:picMkLst>
        </pc:picChg>
      </pc:sldChg>
      <pc:sldChg chg="addSp modSp add mod">
        <pc:chgData name="Nelson  Sharma" userId="12a83f1a-1392-49ce-b263-34e33e9fb458" providerId="ADAL" clId="{59A9837E-84BA-4E60-B143-4990C08C5964}" dt="2025-03-04T17:40:45.520" v="1176" actId="1076"/>
        <pc:sldMkLst>
          <pc:docMk/>
          <pc:sldMk cId="3548884989" sldId="327"/>
        </pc:sldMkLst>
        <pc:spChg chg="add mod">
          <ac:chgData name="Nelson  Sharma" userId="12a83f1a-1392-49ce-b263-34e33e9fb458" providerId="ADAL" clId="{59A9837E-84BA-4E60-B143-4990C08C5964}" dt="2025-03-04T17:40:45.520" v="1176" actId="1076"/>
          <ac:spMkLst>
            <pc:docMk/>
            <pc:sldMk cId="3548884989" sldId="327"/>
            <ac:spMk id="7" creationId="{9CB96324-A1C9-1898-B48D-CCD17F4F34F4}"/>
          </ac:spMkLst>
        </pc:spChg>
        <pc:spChg chg="add mod">
          <ac:chgData name="Nelson  Sharma" userId="12a83f1a-1392-49ce-b263-34e33e9fb458" providerId="ADAL" clId="{59A9837E-84BA-4E60-B143-4990C08C5964}" dt="2025-02-17T17:35:25.657" v="1064" actId="20577"/>
          <ac:spMkLst>
            <pc:docMk/>
            <pc:sldMk cId="3548884989" sldId="327"/>
            <ac:spMk id="8" creationId="{2BB22F32-FD87-B61C-12AF-BD2A590B3BC9}"/>
          </ac:spMkLst>
        </pc:spChg>
        <pc:spChg chg="add mod">
          <ac:chgData name="Nelson  Sharma" userId="12a83f1a-1392-49ce-b263-34e33e9fb458" providerId="ADAL" clId="{59A9837E-84BA-4E60-B143-4990C08C5964}" dt="2025-02-17T17:36:04.556" v="1070" actId="14100"/>
          <ac:spMkLst>
            <pc:docMk/>
            <pc:sldMk cId="3548884989" sldId="327"/>
            <ac:spMk id="9" creationId="{3BD42620-7FC9-6A54-F90B-CF73C5C32078}"/>
          </ac:spMkLst>
        </pc:spChg>
        <pc:spChg chg="add mod">
          <ac:chgData name="Nelson  Sharma" userId="12a83f1a-1392-49ce-b263-34e33e9fb458" providerId="ADAL" clId="{59A9837E-84BA-4E60-B143-4990C08C5964}" dt="2025-02-17T17:36:23.755" v="1074" actId="1076"/>
          <ac:spMkLst>
            <pc:docMk/>
            <pc:sldMk cId="3548884989" sldId="327"/>
            <ac:spMk id="10" creationId="{8A70453F-9D70-ECB7-CAB1-74446E98AC8D}"/>
          </ac:spMkLst>
        </pc:spChg>
        <pc:picChg chg="add mod">
          <ac:chgData name="Nelson  Sharma" userId="12a83f1a-1392-49ce-b263-34e33e9fb458" providerId="ADAL" clId="{59A9837E-84BA-4E60-B143-4990C08C5964}" dt="2025-02-17T17:35:31.607" v="1065" actId="1076"/>
          <ac:picMkLst>
            <pc:docMk/>
            <pc:sldMk cId="3548884989" sldId="327"/>
            <ac:picMk id="3" creationId="{3B3E52C8-370A-8668-CFAF-B3539F61D837}"/>
          </ac:picMkLst>
        </pc:picChg>
        <pc:picChg chg="add mod">
          <ac:chgData name="Nelson  Sharma" userId="12a83f1a-1392-49ce-b263-34e33e9fb458" providerId="ADAL" clId="{59A9837E-84BA-4E60-B143-4990C08C5964}" dt="2025-02-17T17:35:34.082" v="1066" actId="1076"/>
          <ac:picMkLst>
            <pc:docMk/>
            <pc:sldMk cId="3548884989" sldId="327"/>
            <ac:picMk id="6" creationId="{1450FBE1-2CDE-BC78-94FB-F4CFA7DFB2F6}"/>
          </ac:picMkLst>
        </pc:picChg>
      </pc:sldChg>
      <pc:sldChg chg="addSp modSp add del mod">
        <pc:chgData name="Nelson  Sharma" userId="12a83f1a-1392-49ce-b263-34e33e9fb458" providerId="ADAL" clId="{59A9837E-84BA-4E60-B143-4990C08C5964}" dt="2025-02-17T18:03:34.064" v="1093" actId="2696"/>
        <pc:sldMkLst>
          <pc:docMk/>
          <pc:sldMk cId="2500117841" sldId="328"/>
        </pc:sldMkLst>
      </pc:sldChg>
      <pc:sldChg chg="add">
        <pc:chgData name="Nelson  Sharma" userId="12a83f1a-1392-49ce-b263-34e33e9fb458" providerId="ADAL" clId="{59A9837E-84BA-4E60-B143-4990C08C5964}" dt="2025-02-17T18:03:40.694" v="1094"/>
        <pc:sldMkLst>
          <pc:docMk/>
          <pc:sldMk cId="3156199596" sldId="328"/>
        </pc:sldMkLst>
      </pc:sldChg>
      <pc:sldChg chg="add">
        <pc:chgData name="Nelson  Sharma" userId="12a83f1a-1392-49ce-b263-34e33e9fb458" providerId="ADAL" clId="{59A9837E-84BA-4E60-B143-4990C08C5964}" dt="2025-02-17T18:03:40.694" v="1094"/>
        <pc:sldMkLst>
          <pc:docMk/>
          <pc:sldMk cId="2771119013" sldId="329"/>
        </pc:sldMkLst>
      </pc:sldChg>
      <pc:sldChg chg="addSp modSp add del mod">
        <pc:chgData name="Nelson  Sharma" userId="12a83f1a-1392-49ce-b263-34e33e9fb458" providerId="ADAL" clId="{59A9837E-84BA-4E60-B143-4990C08C5964}" dt="2025-02-17T18:03:34.064" v="1093" actId="2696"/>
        <pc:sldMkLst>
          <pc:docMk/>
          <pc:sldMk cId="3661996273" sldId="329"/>
        </pc:sldMkLst>
      </pc:sldChg>
      <pc:sldChg chg="add">
        <pc:chgData name="Nelson  Sharma" userId="12a83f1a-1392-49ce-b263-34e33e9fb458" providerId="ADAL" clId="{59A9837E-84BA-4E60-B143-4990C08C5964}" dt="2025-02-17T18:03:40.694" v="1094"/>
        <pc:sldMkLst>
          <pc:docMk/>
          <pc:sldMk cId="1842264679" sldId="330"/>
        </pc:sldMkLst>
      </pc:sldChg>
      <pc:sldChg chg="addSp modSp add del mod">
        <pc:chgData name="Nelson  Sharma" userId="12a83f1a-1392-49ce-b263-34e33e9fb458" providerId="ADAL" clId="{59A9837E-84BA-4E60-B143-4990C08C5964}" dt="2025-02-17T18:03:34.064" v="1093" actId="2696"/>
        <pc:sldMkLst>
          <pc:docMk/>
          <pc:sldMk cId="2415015537" sldId="330"/>
        </pc:sldMkLst>
      </pc:sldChg>
      <pc:sldChg chg="add">
        <pc:chgData name="Nelson  Sharma" userId="12a83f1a-1392-49ce-b263-34e33e9fb458" providerId="ADAL" clId="{59A9837E-84BA-4E60-B143-4990C08C5964}" dt="2025-02-17T18:03:40.694" v="1094"/>
        <pc:sldMkLst>
          <pc:docMk/>
          <pc:sldMk cId="3636058190" sldId="331"/>
        </pc:sldMkLst>
      </pc:sldChg>
      <pc:sldChg chg="addSp modSp add del mod">
        <pc:chgData name="Nelson  Sharma" userId="12a83f1a-1392-49ce-b263-34e33e9fb458" providerId="ADAL" clId="{59A9837E-84BA-4E60-B143-4990C08C5964}" dt="2025-02-17T18:03:34.064" v="1093" actId="2696"/>
        <pc:sldMkLst>
          <pc:docMk/>
          <pc:sldMk cId="3873830512" sldId="331"/>
        </pc:sldMkLst>
      </pc:sldChg>
      <pc:sldChg chg="addSp modSp add del mod">
        <pc:chgData name="Nelson  Sharma" userId="12a83f1a-1392-49ce-b263-34e33e9fb458" providerId="ADAL" clId="{59A9837E-84BA-4E60-B143-4990C08C5964}" dt="2025-02-17T18:03:34.064" v="1093" actId="2696"/>
        <pc:sldMkLst>
          <pc:docMk/>
          <pc:sldMk cId="100651079" sldId="332"/>
        </pc:sldMkLst>
      </pc:sldChg>
      <pc:sldChg chg="add">
        <pc:chgData name="Nelson  Sharma" userId="12a83f1a-1392-49ce-b263-34e33e9fb458" providerId="ADAL" clId="{59A9837E-84BA-4E60-B143-4990C08C5964}" dt="2025-02-17T18:03:40.694" v="1094"/>
        <pc:sldMkLst>
          <pc:docMk/>
          <pc:sldMk cId="2379965488" sldId="332"/>
        </pc:sldMkLst>
      </pc:sldChg>
      <pc:sldChg chg="addSp modSp add mod ord">
        <pc:chgData name="Nelson  Sharma" userId="12a83f1a-1392-49ce-b263-34e33e9fb458" providerId="ADAL" clId="{59A9837E-84BA-4E60-B143-4990C08C5964}" dt="2025-02-17T16:42:30.645" v="960"/>
        <pc:sldMkLst>
          <pc:docMk/>
          <pc:sldMk cId="3114039245" sldId="333"/>
        </pc:sldMkLst>
        <pc:spChg chg="mod">
          <ac:chgData name="Nelson  Sharma" userId="12a83f1a-1392-49ce-b263-34e33e9fb458" providerId="ADAL" clId="{59A9837E-84BA-4E60-B143-4990C08C5964}" dt="2025-02-17T16:42:30.645" v="960"/>
          <ac:spMkLst>
            <pc:docMk/>
            <pc:sldMk cId="3114039245" sldId="333"/>
            <ac:spMk id="6" creationId="{CCDB6737-F714-6265-0810-929A6F72F955}"/>
          </ac:spMkLst>
        </pc:spChg>
        <pc:spChg chg="mod">
          <ac:chgData name="Nelson  Sharma" userId="12a83f1a-1392-49ce-b263-34e33e9fb458" providerId="ADAL" clId="{59A9837E-84BA-4E60-B143-4990C08C5964}" dt="2025-02-17T16:42:30.645" v="960"/>
          <ac:spMkLst>
            <pc:docMk/>
            <pc:sldMk cId="3114039245" sldId="333"/>
            <ac:spMk id="7" creationId="{C3EA9278-D85D-88B9-EEDF-0735A778FE91}"/>
          </ac:spMkLst>
        </pc:spChg>
        <pc:spChg chg="mod">
          <ac:chgData name="Nelson  Sharma" userId="12a83f1a-1392-49ce-b263-34e33e9fb458" providerId="ADAL" clId="{59A9837E-84BA-4E60-B143-4990C08C5964}" dt="2025-02-17T16:42:30.645" v="960"/>
          <ac:spMkLst>
            <pc:docMk/>
            <pc:sldMk cId="3114039245" sldId="333"/>
            <ac:spMk id="8" creationId="{665AC7BC-3C77-8963-95E2-0929037C67BC}"/>
          </ac:spMkLst>
        </pc:spChg>
        <pc:grpChg chg="add mod">
          <ac:chgData name="Nelson  Sharma" userId="12a83f1a-1392-49ce-b263-34e33e9fb458" providerId="ADAL" clId="{59A9837E-84BA-4E60-B143-4990C08C5964}" dt="2025-02-17T16:42:30.645" v="960"/>
          <ac:grpSpMkLst>
            <pc:docMk/>
            <pc:sldMk cId="3114039245" sldId="333"/>
            <ac:grpSpMk id="5" creationId="{9B157EF3-F136-B20E-CE22-58B0C305AC8B}"/>
          </ac:grpSpMkLst>
        </pc:grpChg>
        <pc:picChg chg="add">
          <ac:chgData name="Nelson  Sharma" userId="12a83f1a-1392-49ce-b263-34e33e9fb458" providerId="ADAL" clId="{59A9837E-84BA-4E60-B143-4990C08C5964}" dt="2025-02-17T16:37:39.665" v="936" actId="22"/>
          <ac:picMkLst>
            <pc:docMk/>
            <pc:sldMk cId="3114039245" sldId="333"/>
            <ac:picMk id="3" creationId="{682DDB6E-C8A4-028A-7C3E-8B76BF9F4445}"/>
          </ac:picMkLst>
        </pc:picChg>
      </pc:sldChg>
      <pc:sldChg chg="add">
        <pc:chgData name="Nelson  Sharma" userId="12a83f1a-1392-49ce-b263-34e33e9fb458" providerId="ADAL" clId="{59A9837E-84BA-4E60-B143-4990C08C5964}" dt="2025-02-17T18:03:40.694" v="1094"/>
        <pc:sldMkLst>
          <pc:docMk/>
          <pc:sldMk cId="169273422" sldId="334"/>
        </pc:sldMkLst>
      </pc:sldChg>
      <pc:sldChg chg="addSp modSp add del mod">
        <pc:chgData name="Nelson  Sharma" userId="12a83f1a-1392-49ce-b263-34e33e9fb458" providerId="ADAL" clId="{59A9837E-84BA-4E60-B143-4990C08C5964}" dt="2025-02-17T18:03:34.064" v="1093" actId="2696"/>
        <pc:sldMkLst>
          <pc:docMk/>
          <pc:sldMk cId="1880852674" sldId="334"/>
        </pc:sldMkLst>
      </pc:sldChg>
      <pc:sldChg chg="add del">
        <pc:chgData name="Nelson  Sharma" userId="12a83f1a-1392-49ce-b263-34e33e9fb458" providerId="ADAL" clId="{59A9837E-84BA-4E60-B143-4990C08C5964}" dt="2025-02-17T18:03:15.812" v="1092" actId="47"/>
        <pc:sldMkLst>
          <pc:docMk/>
          <pc:sldMk cId="899901178" sldId="335"/>
        </pc:sldMkLst>
      </pc:sldChg>
      <pc:sldChg chg="add del">
        <pc:chgData name="Nelson  Sharma" userId="12a83f1a-1392-49ce-b263-34e33e9fb458" providerId="ADAL" clId="{59A9837E-84BA-4E60-B143-4990C08C5964}" dt="2025-03-04T17:36:37.727" v="1133" actId="2696"/>
        <pc:sldMkLst>
          <pc:docMk/>
          <pc:sldMk cId="981893685" sldId="335"/>
        </pc:sldMkLst>
      </pc:sldChg>
      <pc:sldChg chg="add">
        <pc:chgData name="Nelson  Sharma" userId="12a83f1a-1392-49ce-b263-34e33e9fb458" providerId="ADAL" clId="{59A9837E-84BA-4E60-B143-4990C08C5964}" dt="2025-03-04T17:36:46.937" v="1134"/>
        <pc:sldMkLst>
          <pc:docMk/>
          <pc:sldMk cId="2655144067" sldId="335"/>
        </pc:sldMkLst>
      </pc:sldChg>
      <pc:sldChg chg="add del">
        <pc:chgData name="Nelson  Sharma" userId="12a83f1a-1392-49ce-b263-34e33e9fb458" providerId="ADAL" clId="{59A9837E-84BA-4E60-B143-4990C08C5964}" dt="2025-02-17T18:03:15.812" v="1092" actId="47"/>
        <pc:sldMkLst>
          <pc:docMk/>
          <pc:sldMk cId="2104957856" sldId="336"/>
        </pc:sldMkLst>
      </pc:sldChg>
      <pc:sldChg chg="add">
        <pc:chgData name="Nelson  Sharma" userId="12a83f1a-1392-49ce-b263-34e33e9fb458" providerId="ADAL" clId="{59A9837E-84BA-4E60-B143-4990C08C5964}" dt="2025-03-04T17:36:46.937" v="1134"/>
        <pc:sldMkLst>
          <pc:docMk/>
          <pc:sldMk cId="3558940442" sldId="336"/>
        </pc:sldMkLst>
      </pc:sldChg>
      <pc:sldChg chg="add del">
        <pc:chgData name="Nelson  Sharma" userId="12a83f1a-1392-49ce-b263-34e33e9fb458" providerId="ADAL" clId="{59A9837E-84BA-4E60-B143-4990C08C5964}" dt="2025-03-04T17:36:37.727" v="1133" actId="2696"/>
        <pc:sldMkLst>
          <pc:docMk/>
          <pc:sldMk cId="3670321103" sldId="336"/>
        </pc:sldMkLst>
      </pc:sldChg>
      <pc:sldChg chg="add del">
        <pc:chgData name="Nelson  Sharma" userId="12a83f1a-1392-49ce-b263-34e33e9fb458" providerId="ADAL" clId="{59A9837E-84BA-4E60-B143-4990C08C5964}" dt="2025-02-17T18:03:15.812" v="1092" actId="47"/>
        <pc:sldMkLst>
          <pc:docMk/>
          <pc:sldMk cId="3874688046" sldId="337"/>
        </pc:sldMkLst>
      </pc:sldChg>
      <pc:sldChg chg="addSp delSp modSp add del mod">
        <pc:chgData name="Nelson  Sharma" userId="12a83f1a-1392-49ce-b263-34e33e9fb458" providerId="ADAL" clId="{59A9837E-84BA-4E60-B143-4990C08C5964}" dt="2025-03-04T23:55:51.708" v="1381" actId="47"/>
        <pc:sldMkLst>
          <pc:docMk/>
          <pc:sldMk cId="168190818" sldId="338"/>
        </pc:sldMkLst>
        <pc:spChg chg="add mod">
          <ac:chgData name="Nelson  Sharma" userId="12a83f1a-1392-49ce-b263-34e33e9fb458" providerId="ADAL" clId="{59A9837E-84BA-4E60-B143-4990C08C5964}" dt="2025-03-04T17:40:41.019" v="1174" actId="1076"/>
          <ac:spMkLst>
            <pc:docMk/>
            <pc:sldMk cId="168190818" sldId="338"/>
            <ac:spMk id="2" creationId="{7B9D180B-1E47-4C52-1419-F262E2C9A98B}"/>
          </ac:spMkLst>
        </pc:spChg>
        <pc:spChg chg="add mod">
          <ac:chgData name="Nelson  Sharma" userId="12a83f1a-1392-49ce-b263-34e33e9fb458" providerId="ADAL" clId="{59A9837E-84BA-4E60-B143-4990C08C5964}" dt="2025-03-04T18:01:41.966" v="1214" actId="164"/>
          <ac:spMkLst>
            <pc:docMk/>
            <pc:sldMk cId="168190818" sldId="338"/>
            <ac:spMk id="3" creationId="{77B3A553-BA5B-EB6A-F3FB-E4C9143184E2}"/>
          </ac:spMkLst>
        </pc:spChg>
        <pc:spChg chg="add mod">
          <ac:chgData name="Nelson  Sharma" userId="12a83f1a-1392-49ce-b263-34e33e9fb458" providerId="ADAL" clId="{59A9837E-84BA-4E60-B143-4990C08C5964}" dt="2025-03-04T18:01:41.966" v="1214" actId="164"/>
          <ac:spMkLst>
            <pc:docMk/>
            <pc:sldMk cId="168190818" sldId="338"/>
            <ac:spMk id="9" creationId="{0DD749AE-941B-B3C8-6A2C-AED1AB366603}"/>
          </ac:spMkLst>
        </pc:spChg>
        <pc:spChg chg="add mod">
          <ac:chgData name="Nelson  Sharma" userId="12a83f1a-1392-49ce-b263-34e33e9fb458" providerId="ADAL" clId="{59A9837E-84BA-4E60-B143-4990C08C5964}" dt="2025-03-04T18:01:41.966" v="1214" actId="164"/>
          <ac:spMkLst>
            <pc:docMk/>
            <pc:sldMk cId="168190818" sldId="338"/>
            <ac:spMk id="10" creationId="{18ABCD21-6D6C-6066-CBFD-5C412025C619}"/>
          </ac:spMkLst>
        </pc:spChg>
        <pc:spChg chg="add mod">
          <ac:chgData name="Nelson  Sharma" userId="12a83f1a-1392-49ce-b263-34e33e9fb458" providerId="ADAL" clId="{59A9837E-84BA-4E60-B143-4990C08C5964}" dt="2025-03-04T18:01:41.966" v="1214" actId="164"/>
          <ac:spMkLst>
            <pc:docMk/>
            <pc:sldMk cId="168190818" sldId="338"/>
            <ac:spMk id="11" creationId="{17ACA725-D115-3819-6DF7-4B9EF44C10F8}"/>
          </ac:spMkLst>
        </pc:spChg>
        <pc:spChg chg="add mod">
          <ac:chgData name="Nelson  Sharma" userId="12a83f1a-1392-49ce-b263-34e33e9fb458" providerId="ADAL" clId="{59A9837E-84BA-4E60-B143-4990C08C5964}" dt="2025-03-04T18:01:41.966" v="1214" actId="164"/>
          <ac:spMkLst>
            <pc:docMk/>
            <pc:sldMk cId="168190818" sldId="338"/>
            <ac:spMk id="12" creationId="{5C7C09B9-75D0-78DC-9EB6-AC15126ED20E}"/>
          </ac:spMkLst>
        </pc:spChg>
        <pc:spChg chg="add mod">
          <ac:chgData name="Nelson  Sharma" userId="12a83f1a-1392-49ce-b263-34e33e9fb458" providerId="ADAL" clId="{59A9837E-84BA-4E60-B143-4990C08C5964}" dt="2025-03-04T18:01:41.966" v="1214" actId="164"/>
          <ac:spMkLst>
            <pc:docMk/>
            <pc:sldMk cId="168190818" sldId="338"/>
            <ac:spMk id="13" creationId="{742E5D79-6047-D819-16C8-552C18C7448B}"/>
          </ac:spMkLst>
        </pc:spChg>
        <pc:spChg chg="add mod">
          <ac:chgData name="Nelson  Sharma" userId="12a83f1a-1392-49ce-b263-34e33e9fb458" providerId="ADAL" clId="{59A9837E-84BA-4E60-B143-4990C08C5964}" dt="2025-03-04T18:01:41.966" v="1214" actId="164"/>
          <ac:spMkLst>
            <pc:docMk/>
            <pc:sldMk cId="168190818" sldId="338"/>
            <ac:spMk id="14" creationId="{C10B4386-57FB-EDCB-96C3-11FE60519306}"/>
          </ac:spMkLst>
        </pc:spChg>
        <pc:spChg chg="add mod">
          <ac:chgData name="Nelson  Sharma" userId="12a83f1a-1392-49ce-b263-34e33e9fb458" providerId="ADAL" clId="{59A9837E-84BA-4E60-B143-4990C08C5964}" dt="2025-03-04T18:01:41.966" v="1214" actId="164"/>
          <ac:spMkLst>
            <pc:docMk/>
            <pc:sldMk cId="168190818" sldId="338"/>
            <ac:spMk id="15" creationId="{5FD2808B-97D5-E03A-8A4D-CC41C8B9ED20}"/>
          </ac:spMkLst>
        </pc:spChg>
        <pc:spChg chg="add mod">
          <ac:chgData name="Nelson  Sharma" userId="12a83f1a-1392-49ce-b263-34e33e9fb458" providerId="ADAL" clId="{59A9837E-84BA-4E60-B143-4990C08C5964}" dt="2025-03-04T18:01:41.966" v="1214" actId="164"/>
          <ac:spMkLst>
            <pc:docMk/>
            <pc:sldMk cId="168190818" sldId="338"/>
            <ac:spMk id="16" creationId="{2BEE1107-2C9D-6F89-B85D-F00DF06EE35A}"/>
          </ac:spMkLst>
        </pc:spChg>
        <pc:grpChg chg="add mod">
          <ac:chgData name="Nelson  Sharma" userId="12a83f1a-1392-49ce-b263-34e33e9fb458" providerId="ADAL" clId="{59A9837E-84BA-4E60-B143-4990C08C5964}" dt="2025-03-04T18:03:51.409" v="1231" actId="1076"/>
          <ac:grpSpMkLst>
            <pc:docMk/>
            <pc:sldMk cId="168190818" sldId="338"/>
            <ac:grpSpMk id="17" creationId="{24AAD1B5-18AA-9428-E0AF-BF32986C3E7C}"/>
          </ac:grpSpMkLst>
        </pc:grpChg>
        <pc:picChg chg="add del mod">
          <ac:chgData name="Nelson  Sharma" userId="12a83f1a-1392-49ce-b263-34e33e9fb458" providerId="ADAL" clId="{59A9837E-84BA-4E60-B143-4990C08C5964}" dt="2025-03-04T18:03:41.517" v="1226" actId="478"/>
          <ac:picMkLst>
            <pc:docMk/>
            <pc:sldMk cId="168190818" sldId="338"/>
            <ac:picMk id="19" creationId="{3D98B843-5963-70C4-8B18-94D19A0597FE}"/>
          </ac:picMkLst>
        </pc:picChg>
        <pc:picChg chg="add mod">
          <ac:chgData name="Nelson  Sharma" userId="12a83f1a-1392-49ce-b263-34e33e9fb458" providerId="ADAL" clId="{59A9837E-84BA-4E60-B143-4990C08C5964}" dt="2025-03-04T18:03:49.376" v="1230" actId="14100"/>
          <ac:picMkLst>
            <pc:docMk/>
            <pc:sldMk cId="168190818" sldId="338"/>
            <ac:picMk id="21" creationId="{B2C5DAA8-C5DB-E8E4-1401-1E501C5FD1D0}"/>
          </ac:picMkLst>
        </pc:picChg>
      </pc:sldChg>
      <pc:sldChg chg="addSp delSp modSp add del mod">
        <pc:chgData name="Nelson  Sharma" userId="12a83f1a-1392-49ce-b263-34e33e9fb458" providerId="ADAL" clId="{59A9837E-84BA-4E60-B143-4990C08C5964}" dt="2025-03-04T23:55:51.708" v="1381" actId="47"/>
        <pc:sldMkLst>
          <pc:docMk/>
          <pc:sldMk cId="255646150" sldId="339"/>
        </pc:sldMkLst>
        <pc:spChg chg="mod">
          <ac:chgData name="Nelson  Sharma" userId="12a83f1a-1392-49ce-b263-34e33e9fb458" providerId="ADAL" clId="{59A9837E-84BA-4E60-B143-4990C08C5964}" dt="2025-03-04T18:15:20.947" v="1292"/>
          <ac:spMkLst>
            <pc:docMk/>
            <pc:sldMk cId="255646150" sldId="339"/>
            <ac:spMk id="11" creationId="{3CCF5D62-8EB7-777B-8488-F1EBC0E84C5B}"/>
          </ac:spMkLst>
        </pc:spChg>
        <pc:spChg chg="mod">
          <ac:chgData name="Nelson  Sharma" userId="12a83f1a-1392-49ce-b263-34e33e9fb458" providerId="ADAL" clId="{59A9837E-84BA-4E60-B143-4990C08C5964}" dt="2025-03-04T18:15:20.947" v="1292"/>
          <ac:spMkLst>
            <pc:docMk/>
            <pc:sldMk cId="255646150" sldId="339"/>
            <ac:spMk id="12" creationId="{A4F23B78-8FDC-F655-CE2B-9592586DCFF0}"/>
          </ac:spMkLst>
        </pc:spChg>
        <pc:spChg chg="mod">
          <ac:chgData name="Nelson  Sharma" userId="12a83f1a-1392-49ce-b263-34e33e9fb458" providerId="ADAL" clId="{59A9837E-84BA-4E60-B143-4990C08C5964}" dt="2025-03-04T18:15:20.947" v="1292"/>
          <ac:spMkLst>
            <pc:docMk/>
            <pc:sldMk cId="255646150" sldId="339"/>
            <ac:spMk id="13" creationId="{D9D9F5D4-DC62-0485-30F1-DA013ADF4803}"/>
          </ac:spMkLst>
        </pc:spChg>
        <pc:spChg chg="mod">
          <ac:chgData name="Nelson  Sharma" userId="12a83f1a-1392-49ce-b263-34e33e9fb458" providerId="ADAL" clId="{59A9837E-84BA-4E60-B143-4990C08C5964}" dt="2025-03-04T18:15:20.947" v="1292"/>
          <ac:spMkLst>
            <pc:docMk/>
            <pc:sldMk cId="255646150" sldId="339"/>
            <ac:spMk id="14" creationId="{D6312F5A-BA9F-8D8F-FE80-F6608129F99F}"/>
          </ac:spMkLst>
        </pc:spChg>
        <pc:spChg chg="mod">
          <ac:chgData name="Nelson  Sharma" userId="12a83f1a-1392-49ce-b263-34e33e9fb458" providerId="ADAL" clId="{59A9837E-84BA-4E60-B143-4990C08C5964}" dt="2025-03-04T18:15:20.947" v="1292"/>
          <ac:spMkLst>
            <pc:docMk/>
            <pc:sldMk cId="255646150" sldId="339"/>
            <ac:spMk id="15" creationId="{60FD8DC4-3764-4501-5802-D809BA16AA95}"/>
          </ac:spMkLst>
        </pc:spChg>
        <pc:spChg chg="mod">
          <ac:chgData name="Nelson  Sharma" userId="12a83f1a-1392-49ce-b263-34e33e9fb458" providerId="ADAL" clId="{59A9837E-84BA-4E60-B143-4990C08C5964}" dt="2025-03-04T18:15:20.947" v="1292"/>
          <ac:spMkLst>
            <pc:docMk/>
            <pc:sldMk cId="255646150" sldId="339"/>
            <ac:spMk id="16" creationId="{BBFA3814-6FEE-3C38-E45C-1A0581092DED}"/>
          </ac:spMkLst>
        </pc:spChg>
        <pc:spChg chg="mod">
          <ac:chgData name="Nelson  Sharma" userId="12a83f1a-1392-49ce-b263-34e33e9fb458" providerId="ADAL" clId="{59A9837E-84BA-4E60-B143-4990C08C5964}" dt="2025-03-04T18:15:20.947" v="1292"/>
          <ac:spMkLst>
            <pc:docMk/>
            <pc:sldMk cId="255646150" sldId="339"/>
            <ac:spMk id="17" creationId="{E95F94BD-8EB9-0FC6-FF9C-3901CB2F1838}"/>
          </ac:spMkLst>
        </pc:spChg>
        <pc:spChg chg="mod">
          <ac:chgData name="Nelson  Sharma" userId="12a83f1a-1392-49ce-b263-34e33e9fb458" providerId="ADAL" clId="{59A9837E-84BA-4E60-B143-4990C08C5964}" dt="2025-03-04T18:15:20.947" v="1292"/>
          <ac:spMkLst>
            <pc:docMk/>
            <pc:sldMk cId="255646150" sldId="339"/>
            <ac:spMk id="18" creationId="{4A4ADE1E-9E2C-641B-A969-73FFF4C26860}"/>
          </ac:spMkLst>
        </pc:spChg>
        <pc:spChg chg="mod">
          <ac:chgData name="Nelson  Sharma" userId="12a83f1a-1392-49ce-b263-34e33e9fb458" providerId="ADAL" clId="{59A9837E-84BA-4E60-B143-4990C08C5964}" dt="2025-03-04T18:15:20.947" v="1292"/>
          <ac:spMkLst>
            <pc:docMk/>
            <pc:sldMk cId="255646150" sldId="339"/>
            <ac:spMk id="19" creationId="{D687CA98-78CF-64CF-D498-8E9B4669283F}"/>
          </ac:spMkLst>
        </pc:spChg>
        <pc:grpChg chg="add mod">
          <ac:chgData name="Nelson  Sharma" userId="12a83f1a-1392-49ce-b263-34e33e9fb458" providerId="ADAL" clId="{59A9837E-84BA-4E60-B143-4990C08C5964}" dt="2025-03-04T18:15:20.947" v="1292"/>
          <ac:grpSpMkLst>
            <pc:docMk/>
            <pc:sldMk cId="255646150" sldId="339"/>
            <ac:grpSpMk id="10" creationId="{C1202C20-6B81-A3A6-E03D-13EFE1F7D02F}"/>
          </ac:grpSpMkLst>
        </pc:grpChg>
        <pc:picChg chg="add mod">
          <ac:chgData name="Nelson  Sharma" userId="12a83f1a-1392-49ce-b263-34e33e9fb458" providerId="ADAL" clId="{59A9837E-84BA-4E60-B143-4990C08C5964}" dt="2025-03-04T18:09:58.903" v="1258" actId="1076"/>
          <ac:picMkLst>
            <pc:docMk/>
            <pc:sldMk cId="255646150" sldId="339"/>
            <ac:picMk id="3" creationId="{195556C5-936E-6B46-4502-A94308F257A4}"/>
          </ac:picMkLst>
        </pc:picChg>
        <pc:picChg chg="add del mod">
          <ac:chgData name="Nelson  Sharma" userId="12a83f1a-1392-49ce-b263-34e33e9fb458" providerId="ADAL" clId="{59A9837E-84BA-4E60-B143-4990C08C5964}" dt="2025-03-04T18:09:40.753" v="1252" actId="478"/>
          <ac:picMkLst>
            <pc:docMk/>
            <pc:sldMk cId="255646150" sldId="339"/>
            <ac:picMk id="9" creationId="{6425243C-48B4-7E35-A6F7-03CF79E46AFB}"/>
          </ac:picMkLst>
        </pc:picChg>
      </pc:sldChg>
      <pc:sldChg chg="addSp delSp modSp add del mod">
        <pc:chgData name="Nelson  Sharma" userId="12a83f1a-1392-49ce-b263-34e33e9fb458" providerId="ADAL" clId="{59A9837E-84BA-4E60-B143-4990C08C5964}" dt="2025-03-04T23:55:51.708" v="1381" actId="47"/>
        <pc:sldMkLst>
          <pc:docMk/>
          <pc:sldMk cId="1404288943" sldId="340"/>
        </pc:sldMkLst>
        <pc:spChg chg="add mod">
          <ac:chgData name="Nelson  Sharma" userId="12a83f1a-1392-49ce-b263-34e33e9fb458" providerId="ADAL" clId="{59A9837E-84BA-4E60-B143-4990C08C5964}" dt="2025-03-04T21:36:08.442" v="1374" actId="14100"/>
          <ac:spMkLst>
            <pc:docMk/>
            <pc:sldMk cId="1404288943" sldId="340"/>
            <ac:spMk id="11" creationId="{2D5F1867-1DB4-D218-34E0-9CB35F7590F6}"/>
          </ac:spMkLst>
        </pc:spChg>
        <pc:spChg chg="add mod">
          <ac:chgData name="Nelson  Sharma" userId="12a83f1a-1392-49ce-b263-34e33e9fb458" providerId="ADAL" clId="{59A9837E-84BA-4E60-B143-4990C08C5964}" dt="2025-03-04T21:36:12.800" v="1376" actId="14100"/>
          <ac:spMkLst>
            <pc:docMk/>
            <pc:sldMk cId="1404288943" sldId="340"/>
            <ac:spMk id="13" creationId="{3F143DB1-14DA-13E1-3CDB-E9C181F58572}"/>
          </ac:spMkLst>
        </pc:spChg>
        <pc:spChg chg="mod">
          <ac:chgData name="Nelson  Sharma" userId="12a83f1a-1392-49ce-b263-34e33e9fb458" providerId="ADAL" clId="{59A9837E-84BA-4E60-B143-4990C08C5964}" dt="2025-03-04T18:15:34.196" v="1294"/>
          <ac:spMkLst>
            <pc:docMk/>
            <pc:sldMk cId="1404288943" sldId="340"/>
            <ac:spMk id="16" creationId="{AE91C999-AF88-DDD4-8BE0-7D060FA3C4F6}"/>
          </ac:spMkLst>
        </pc:spChg>
        <pc:spChg chg="mod">
          <ac:chgData name="Nelson  Sharma" userId="12a83f1a-1392-49ce-b263-34e33e9fb458" providerId="ADAL" clId="{59A9837E-84BA-4E60-B143-4990C08C5964}" dt="2025-03-04T18:15:34.196" v="1294"/>
          <ac:spMkLst>
            <pc:docMk/>
            <pc:sldMk cId="1404288943" sldId="340"/>
            <ac:spMk id="17" creationId="{3E07BCCA-DAD5-CFDA-9694-74636038F30F}"/>
          </ac:spMkLst>
        </pc:spChg>
        <pc:spChg chg="mod">
          <ac:chgData name="Nelson  Sharma" userId="12a83f1a-1392-49ce-b263-34e33e9fb458" providerId="ADAL" clId="{59A9837E-84BA-4E60-B143-4990C08C5964}" dt="2025-03-04T18:15:34.196" v="1294"/>
          <ac:spMkLst>
            <pc:docMk/>
            <pc:sldMk cId="1404288943" sldId="340"/>
            <ac:spMk id="18" creationId="{9969219F-A3D9-F834-D0E6-A8AA2705F3B1}"/>
          </ac:spMkLst>
        </pc:spChg>
        <pc:spChg chg="mod">
          <ac:chgData name="Nelson  Sharma" userId="12a83f1a-1392-49ce-b263-34e33e9fb458" providerId="ADAL" clId="{59A9837E-84BA-4E60-B143-4990C08C5964}" dt="2025-03-04T18:15:34.196" v="1294"/>
          <ac:spMkLst>
            <pc:docMk/>
            <pc:sldMk cId="1404288943" sldId="340"/>
            <ac:spMk id="19" creationId="{CE915465-89D3-3CB6-04BD-3606B1B8E8B8}"/>
          </ac:spMkLst>
        </pc:spChg>
        <pc:spChg chg="mod">
          <ac:chgData name="Nelson  Sharma" userId="12a83f1a-1392-49ce-b263-34e33e9fb458" providerId="ADAL" clId="{59A9837E-84BA-4E60-B143-4990C08C5964}" dt="2025-03-04T18:15:34.196" v="1294"/>
          <ac:spMkLst>
            <pc:docMk/>
            <pc:sldMk cId="1404288943" sldId="340"/>
            <ac:spMk id="20" creationId="{5EE5F4F4-4408-972F-AC19-005F34B9BFE5}"/>
          </ac:spMkLst>
        </pc:spChg>
        <pc:spChg chg="mod">
          <ac:chgData name="Nelson  Sharma" userId="12a83f1a-1392-49ce-b263-34e33e9fb458" providerId="ADAL" clId="{59A9837E-84BA-4E60-B143-4990C08C5964}" dt="2025-03-04T18:15:34.196" v="1294"/>
          <ac:spMkLst>
            <pc:docMk/>
            <pc:sldMk cId="1404288943" sldId="340"/>
            <ac:spMk id="21" creationId="{AE2D24F8-4764-9D1E-1CAF-55863241BD2D}"/>
          </ac:spMkLst>
        </pc:spChg>
        <pc:spChg chg="mod">
          <ac:chgData name="Nelson  Sharma" userId="12a83f1a-1392-49ce-b263-34e33e9fb458" providerId="ADAL" clId="{59A9837E-84BA-4E60-B143-4990C08C5964}" dt="2025-03-04T18:15:34.196" v="1294"/>
          <ac:spMkLst>
            <pc:docMk/>
            <pc:sldMk cId="1404288943" sldId="340"/>
            <ac:spMk id="22" creationId="{775F6D7C-BE99-4D71-A19C-92BCA3B0C000}"/>
          </ac:spMkLst>
        </pc:spChg>
        <pc:spChg chg="mod">
          <ac:chgData name="Nelson  Sharma" userId="12a83f1a-1392-49ce-b263-34e33e9fb458" providerId="ADAL" clId="{59A9837E-84BA-4E60-B143-4990C08C5964}" dt="2025-03-04T18:15:34.196" v="1294"/>
          <ac:spMkLst>
            <pc:docMk/>
            <pc:sldMk cId="1404288943" sldId="340"/>
            <ac:spMk id="23" creationId="{CED17E0A-926C-C050-85E4-38F83280A67C}"/>
          </ac:spMkLst>
        </pc:spChg>
        <pc:spChg chg="mod">
          <ac:chgData name="Nelson  Sharma" userId="12a83f1a-1392-49ce-b263-34e33e9fb458" providerId="ADAL" clId="{59A9837E-84BA-4E60-B143-4990C08C5964}" dt="2025-03-04T18:15:34.196" v="1294"/>
          <ac:spMkLst>
            <pc:docMk/>
            <pc:sldMk cId="1404288943" sldId="340"/>
            <ac:spMk id="24" creationId="{29360260-50F0-3F73-DAB0-CF50D8C0DEE6}"/>
          </ac:spMkLst>
        </pc:spChg>
        <pc:spChg chg="mod">
          <ac:chgData name="Nelson  Sharma" userId="12a83f1a-1392-49ce-b263-34e33e9fb458" providerId="ADAL" clId="{59A9837E-84BA-4E60-B143-4990C08C5964}" dt="2025-03-04T18:15:42.714" v="1299"/>
          <ac:spMkLst>
            <pc:docMk/>
            <pc:sldMk cId="1404288943" sldId="340"/>
            <ac:spMk id="26" creationId="{CDBEC043-5887-4278-3F82-DB067CDBFE75}"/>
          </ac:spMkLst>
        </pc:spChg>
        <pc:spChg chg="mod">
          <ac:chgData name="Nelson  Sharma" userId="12a83f1a-1392-49ce-b263-34e33e9fb458" providerId="ADAL" clId="{59A9837E-84BA-4E60-B143-4990C08C5964}" dt="2025-03-04T18:15:42.714" v="1299"/>
          <ac:spMkLst>
            <pc:docMk/>
            <pc:sldMk cId="1404288943" sldId="340"/>
            <ac:spMk id="27" creationId="{90931B93-61EF-996E-CC69-346849424EA6}"/>
          </ac:spMkLst>
        </pc:spChg>
        <pc:spChg chg="mod">
          <ac:chgData name="Nelson  Sharma" userId="12a83f1a-1392-49ce-b263-34e33e9fb458" providerId="ADAL" clId="{59A9837E-84BA-4E60-B143-4990C08C5964}" dt="2025-03-04T18:15:42.714" v="1299"/>
          <ac:spMkLst>
            <pc:docMk/>
            <pc:sldMk cId="1404288943" sldId="340"/>
            <ac:spMk id="28" creationId="{FF1B9D00-734E-C2BA-5B37-E6DA0E59B16A}"/>
          </ac:spMkLst>
        </pc:spChg>
        <pc:spChg chg="mod">
          <ac:chgData name="Nelson  Sharma" userId="12a83f1a-1392-49ce-b263-34e33e9fb458" providerId="ADAL" clId="{59A9837E-84BA-4E60-B143-4990C08C5964}" dt="2025-03-04T18:15:42.714" v="1299"/>
          <ac:spMkLst>
            <pc:docMk/>
            <pc:sldMk cId="1404288943" sldId="340"/>
            <ac:spMk id="29" creationId="{6CD17355-7AAA-A68F-BED6-15154D9EC2AF}"/>
          </ac:spMkLst>
        </pc:spChg>
        <pc:spChg chg="mod">
          <ac:chgData name="Nelson  Sharma" userId="12a83f1a-1392-49ce-b263-34e33e9fb458" providerId="ADAL" clId="{59A9837E-84BA-4E60-B143-4990C08C5964}" dt="2025-03-04T18:15:42.714" v="1299"/>
          <ac:spMkLst>
            <pc:docMk/>
            <pc:sldMk cId="1404288943" sldId="340"/>
            <ac:spMk id="30" creationId="{5B3373AF-7A1C-5B70-7218-18DA72FB6B73}"/>
          </ac:spMkLst>
        </pc:spChg>
        <pc:spChg chg="mod">
          <ac:chgData name="Nelson  Sharma" userId="12a83f1a-1392-49ce-b263-34e33e9fb458" providerId="ADAL" clId="{59A9837E-84BA-4E60-B143-4990C08C5964}" dt="2025-03-04T18:15:42.714" v="1299"/>
          <ac:spMkLst>
            <pc:docMk/>
            <pc:sldMk cId="1404288943" sldId="340"/>
            <ac:spMk id="31" creationId="{F41A4D53-0D90-169B-3274-A37134B634EA}"/>
          </ac:spMkLst>
        </pc:spChg>
        <pc:spChg chg="mod">
          <ac:chgData name="Nelson  Sharma" userId="12a83f1a-1392-49ce-b263-34e33e9fb458" providerId="ADAL" clId="{59A9837E-84BA-4E60-B143-4990C08C5964}" dt="2025-03-04T18:15:42.714" v="1299"/>
          <ac:spMkLst>
            <pc:docMk/>
            <pc:sldMk cId="1404288943" sldId="340"/>
            <ac:spMk id="32" creationId="{BB517C07-7754-7CE2-64DE-609E338229DD}"/>
          </ac:spMkLst>
        </pc:spChg>
        <pc:spChg chg="mod">
          <ac:chgData name="Nelson  Sharma" userId="12a83f1a-1392-49ce-b263-34e33e9fb458" providerId="ADAL" clId="{59A9837E-84BA-4E60-B143-4990C08C5964}" dt="2025-03-04T18:15:42.714" v="1299"/>
          <ac:spMkLst>
            <pc:docMk/>
            <pc:sldMk cId="1404288943" sldId="340"/>
            <ac:spMk id="33" creationId="{A5AA54C7-6FBE-FF7F-49DD-490F85567E1A}"/>
          </ac:spMkLst>
        </pc:spChg>
        <pc:spChg chg="mod">
          <ac:chgData name="Nelson  Sharma" userId="12a83f1a-1392-49ce-b263-34e33e9fb458" providerId="ADAL" clId="{59A9837E-84BA-4E60-B143-4990C08C5964}" dt="2025-03-04T18:15:42.714" v="1299"/>
          <ac:spMkLst>
            <pc:docMk/>
            <pc:sldMk cId="1404288943" sldId="340"/>
            <ac:spMk id="34" creationId="{06229DF3-61A3-ECF7-2B85-BF1C1EF62D58}"/>
          </ac:spMkLst>
        </pc:spChg>
        <pc:spChg chg="add mod">
          <ac:chgData name="Nelson  Sharma" userId="12a83f1a-1392-49ce-b263-34e33e9fb458" providerId="ADAL" clId="{59A9837E-84BA-4E60-B143-4990C08C5964}" dt="2025-03-04T18:16:34.546" v="1307" actId="14100"/>
          <ac:spMkLst>
            <pc:docMk/>
            <pc:sldMk cId="1404288943" sldId="340"/>
            <ac:spMk id="35" creationId="{4F5B5BC7-B5A2-FB81-8E23-748A588C9587}"/>
          </ac:spMkLst>
        </pc:spChg>
        <pc:grpChg chg="add mod">
          <ac:chgData name="Nelson  Sharma" userId="12a83f1a-1392-49ce-b263-34e33e9fb458" providerId="ADAL" clId="{59A9837E-84BA-4E60-B143-4990C08C5964}" dt="2025-03-04T18:15:38.097" v="1296" actId="1076"/>
          <ac:grpSpMkLst>
            <pc:docMk/>
            <pc:sldMk cId="1404288943" sldId="340"/>
            <ac:grpSpMk id="15" creationId="{9D95B06C-DB7B-9A49-63F2-FE3CA9038273}"/>
          </ac:grpSpMkLst>
        </pc:grpChg>
        <pc:grpChg chg="add mod">
          <ac:chgData name="Nelson  Sharma" userId="12a83f1a-1392-49ce-b263-34e33e9fb458" providerId="ADAL" clId="{59A9837E-84BA-4E60-B143-4990C08C5964}" dt="2025-03-04T18:16:22.446" v="1304" actId="1076"/>
          <ac:grpSpMkLst>
            <pc:docMk/>
            <pc:sldMk cId="1404288943" sldId="340"/>
            <ac:grpSpMk id="25" creationId="{17F45CF6-2629-3735-B39F-E262D2FC0B47}"/>
          </ac:grpSpMkLst>
        </pc:grpChg>
        <pc:picChg chg="add del mod">
          <ac:chgData name="Nelson  Sharma" userId="12a83f1a-1392-49ce-b263-34e33e9fb458" providerId="ADAL" clId="{59A9837E-84BA-4E60-B143-4990C08C5964}" dt="2025-03-04T21:35:20.335" v="1363" actId="478"/>
          <ac:picMkLst>
            <pc:docMk/>
            <pc:sldMk cId="1404288943" sldId="340"/>
            <ac:picMk id="3" creationId="{240B51AD-95B3-A8EE-AB74-2FB34EC53D7D}"/>
          </ac:picMkLst>
        </pc:picChg>
        <pc:picChg chg="add del mod">
          <ac:chgData name="Nelson  Sharma" userId="12a83f1a-1392-49ce-b263-34e33e9fb458" providerId="ADAL" clId="{59A9837E-84BA-4E60-B143-4990C08C5964}" dt="2025-03-04T18:07:28.200" v="1239" actId="478"/>
          <ac:picMkLst>
            <pc:docMk/>
            <pc:sldMk cId="1404288943" sldId="340"/>
            <ac:picMk id="3" creationId="{F004BB54-7C8C-0916-EA99-2E5876685097}"/>
          </ac:picMkLst>
        </pc:picChg>
        <pc:picChg chg="add mod">
          <ac:chgData name="Nelson  Sharma" userId="12a83f1a-1392-49ce-b263-34e33e9fb458" providerId="ADAL" clId="{59A9837E-84BA-4E60-B143-4990C08C5964}" dt="2025-03-04T21:35:37.969" v="1366" actId="1076"/>
          <ac:picMkLst>
            <pc:docMk/>
            <pc:sldMk cId="1404288943" sldId="340"/>
            <ac:picMk id="9" creationId="{5D9504C6-C429-B3B3-4088-BACFD0AD6432}"/>
          </ac:picMkLst>
        </pc:picChg>
        <pc:picChg chg="add del mod">
          <ac:chgData name="Nelson  Sharma" userId="12a83f1a-1392-49ce-b263-34e33e9fb458" providerId="ADAL" clId="{59A9837E-84BA-4E60-B143-4990C08C5964}" dt="2025-03-04T18:07:27.778" v="1238" actId="478"/>
          <ac:picMkLst>
            <pc:docMk/>
            <pc:sldMk cId="1404288943" sldId="340"/>
            <ac:picMk id="10" creationId="{40E1E1D1-3D7C-D370-7D3B-9DBDA8E1C640}"/>
          </ac:picMkLst>
        </pc:picChg>
        <pc:picChg chg="add mod">
          <ac:chgData name="Nelson  Sharma" userId="12a83f1a-1392-49ce-b263-34e33e9fb458" providerId="ADAL" clId="{59A9837E-84BA-4E60-B143-4990C08C5964}" dt="2025-03-04T21:35:53.277" v="1369" actId="1076"/>
          <ac:picMkLst>
            <pc:docMk/>
            <pc:sldMk cId="1404288943" sldId="340"/>
            <ac:picMk id="10" creationId="{F4664EA0-512A-FB85-9361-3AC148F4911C}"/>
          </ac:picMkLst>
        </pc:picChg>
        <pc:picChg chg="add mod">
          <ac:chgData name="Nelson  Sharma" userId="12a83f1a-1392-49ce-b263-34e33e9fb458" providerId="ADAL" clId="{59A9837E-84BA-4E60-B143-4990C08C5964}" dt="2025-03-04T18:09:56.320" v="1257" actId="1076"/>
          <ac:picMkLst>
            <pc:docMk/>
            <pc:sldMk cId="1404288943" sldId="340"/>
            <ac:picMk id="12" creationId="{DC4CD172-5C5A-738A-6C5D-41E983A2F817}"/>
          </ac:picMkLst>
        </pc:picChg>
        <pc:picChg chg="add mod">
          <ac:chgData name="Nelson  Sharma" userId="12a83f1a-1392-49ce-b263-34e33e9fb458" providerId="ADAL" clId="{59A9837E-84BA-4E60-B143-4990C08C5964}" dt="2025-03-04T18:15:41.980" v="1298" actId="1076"/>
          <ac:picMkLst>
            <pc:docMk/>
            <pc:sldMk cId="1404288943" sldId="340"/>
            <ac:picMk id="14" creationId="{DE333E17-A10A-3878-3F20-B3E3EBF55276}"/>
          </ac:picMkLst>
        </pc:picChg>
      </pc:sldChg>
      <pc:sldChg chg="addSp modSp add del mod">
        <pc:chgData name="Nelson  Sharma" userId="12a83f1a-1392-49ce-b263-34e33e9fb458" providerId="ADAL" clId="{59A9837E-84BA-4E60-B143-4990C08C5964}" dt="2025-03-04T23:55:51.708" v="1381" actId="47"/>
        <pc:sldMkLst>
          <pc:docMk/>
          <pc:sldMk cId="764197852" sldId="341"/>
        </pc:sldMkLst>
        <pc:spChg chg="mod">
          <ac:chgData name="Nelson  Sharma" userId="12a83f1a-1392-49ce-b263-34e33e9fb458" providerId="ADAL" clId="{59A9837E-84BA-4E60-B143-4990C08C5964}" dt="2025-03-04T18:17:03.962" v="1313"/>
          <ac:spMkLst>
            <pc:docMk/>
            <pc:sldMk cId="764197852" sldId="341"/>
            <ac:spMk id="12" creationId="{6EE30841-C782-8920-4C83-1AEF5BBB232F}"/>
          </ac:spMkLst>
        </pc:spChg>
        <pc:spChg chg="mod">
          <ac:chgData name="Nelson  Sharma" userId="12a83f1a-1392-49ce-b263-34e33e9fb458" providerId="ADAL" clId="{59A9837E-84BA-4E60-B143-4990C08C5964}" dt="2025-03-04T18:17:03.962" v="1313"/>
          <ac:spMkLst>
            <pc:docMk/>
            <pc:sldMk cId="764197852" sldId="341"/>
            <ac:spMk id="13" creationId="{E43C8262-C61A-E338-05BF-113295ADA37F}"/>
          </ac:spMkLst>
        </pc:spChg>
        <pc:spChg chg="mod">
          <ac:chgData name="Nelson  Sharma" userId="12a83f1a-1392-49ce-b263-34e33e9fb458" providerId="ADAL" clId="{59A9837E-84BA-4E60-B143-4990C08C5964}" dt="2025-03-04T18:17:03.962" v="1313"/>
          <ac:spMkLst>
            <pc:docMk/>
            <pc:sldMk cId="764197852" sldId="341"/>
            <ac:spMk id="14" creationId="{A0889A53-2177-082D-B4BC-DBF3DFB3E011}"/>
          </ac:spMkLst>
        </pc:spChg>
        <pc:spChg chg="mod">
          <ac:chgData name="Nelson  Sharma" userId="12a83f1a-1392-49ce-b263-34e33e9fb458" providerId="ADAL" clId="{59A9837E-84BA-4E60-B143-4990C08C5964}" dt="2025-03-04T18:17:03.962" v="1313"/>
          <ac:spMkLst>
            <pc:docMk/>
            <pc:sldMk cId="764197852" sldId="341"/>
            <ac:spMk id="15" creationId="{7E08AFA9-4AF7-8E69-95FA-5EE052A6FF3A}"/>
          </ac:spMkLst>
        </pc:spChg>
        <pc:spChg chg="mod">
          <ac:chgData name="Nelson  Sharma" userId="12a83f1a-1392-49ce-b263-34e33e9fb458" providerId="ADAL" clId="{59A9837E-84BA-4E60-B143-4990C08C5964}" dt="2025-03-04T18:17:03.962" v="1313"/>
          <ac:spMkLst>
            <pc:docMk/>
            <pc:sldMk cId="764197852" sldId="341"/>
            <ac:spMk id="16" creationId="{7FFDB16F-818B-8D81-F65D-75B696A7C59E}"/>
          </ac:spMkLst>
        </pc:spChg>
        <pc:spChg chg="mod">
          <ac:chgData name="Nelson  Sharma" userId="12a83f1a-1392-49ce-b263-34e33e9fb458" providerId="ADAL" clId="{59A9837E-84BA-4E60-B143-4990C08C5964}" dt="2025-03-04T18:17:03.962" v="1313"/>
          <ac:spMkLst>
            <pc:docMk/>
            <pc:sldMk cId="764197852" sldId="341"/>
            <ac:spMk id="17" creationId="{2DBAA3D2-CC76-194B-581E-3CD8C70D1BC9}"/>
          </ac:spMkLst>
        </pc:spChg>
        <pc:spChg chg="mod">
          <ac:chgData name="Nelson  Sharma" userId="12a83f1a-1392-49ce-b263-34e33e9fb458" providerId="ADAL" clId="{59A9837E-84BA-4E60-B143-4990C08C5964}" dt="2025-03-04T18:17:03.962" v="1313"/>
          <ac:spMkLst>
            <pc:docMk/>
            <pc:sldMk cId="764197852" sldId="341"/>
            <ac:spMk id="18" creationId="{BE6D7B98-6D18-5BD3-1BC0-A54A453D79CC}"/>
          </ac:spMkLst>
        </pc:spChg>
        <pc:spChg chg="mod">
          <ac:chgData name="Nelson  Sharma" userId="12a83f1a-1392-49ce-b263-34e33e9fb458" providerId="ADAL" clId="{59A9837E-84BA-4E60-B143-4990C08C5964}" dt="2025-03-04T18:17:03.962" v="1313"/>
          <ac:spMkLst>
            <pc:docMk/>
            <pc:sldMk cId="764197852" sldId="341"/>
            <ac:spMk id="19" creationId="{F4D58C04-CBFB-7D7C-A4D8-F874AAF53F0D}"/>
          </ac:spMkLst>
        </pc:spChg>
        <pc:spChg chg="mod">
          <ac:chgData name="Nelson  Sharma" userId="12a83f1a-1392-49ce-b263-34e33e9fb458" providerId="ADAL" clId="{59A9837E-84BA-4E60-B143-4990C08C5964}" dt="2025-03-04T18:17:03.962" v="1313"/>
          <ac:spMkLst>
            <pc:docMk/>
            <pc:sldMk cId="764197852" sldId="341"/>
            <ac:spMk id="20" creationId="{A2DCDEDF-D05C-489F-A7BE-0CB58B2E5114}"/>
          </ac:spMkLst>
        </pc:spChg>
        <pc:spChg chg="add mod">
          <ac:chgData name="Nelson  Sharma" userId="12a83f1a-1392-49ce-b263-34e33e9fb458" providerId="ADAL" clId="{59A9837E-84BA-4E60-B143-4990C08C5964}" dt="2025-03-04T18:17:15.312" v="1316" actId="1076"/>
          <ac:spMkLst>
            <pc:docMk/>
            <pc:sldMk cId="764197852" sldId="341"/>
            <ac:spMk id="21" creationId="{7EC222FF-4927-9C8F-F209-77FC8DD7D929}"/>
          </ac:spMkLst>
        </pc:spChg>
        <pc:spChg chg="add mod">
          <ac:chgData name="Nelson  Sharma" userId="12a83f1a-1392-49ce-b263-34e33e9fb458" providerId="ADAL" clId="{59A9837E-84BA-4E60-B143-4990C08C5964}" dt="2025-03-04T21:38:00.692" v="1380" actId="1076"/>
          <ac:spMkLst>
            <pc:docMk/>
            <pc:sldMk cId="764197852" sldId="341"/>
            <ac:spMk id="22" creationId="{DA4915F4-32C7-34B2-8E67-CC6E0A99B4EF}"/>
          </ac:spMkLst>
        </pc:spChg>
        <pc:spChg chg="add mod">
          <ac:chgData name="Nelson  Sharma" userId="12a83f1a-1392-49ce-b263-34e33e9fb458" providerId="ADAL" clId="{59A9837E-84BA-4E60-B143-4990C08C5964}" dt="2025-03-04T21:37:54.756" v="1379" actId="1076"/>
          <ac:spMkLst>
            <pc:docMk/>
            <pc:sldMk cId="764197852" sldId="341"/>
            <ac:spMk id="23" creationId="{3B4327C2-E8C7-24D6-5D8B-A99BFDA0A650}"/>
          </ac:spMkLst>
        </pc:spChg>
        <pc:picChg chg="add mod">
          <ac:chgData name="Nelson  Sharma" userId="12a83f1a-1392-49ce-b263-34e33e9fb458" providerId="ADAL" clId="{59A9837E-84BA-4E60-B143-4990C08C5964}" dt="2025-03-04T21:38:00.692" v="1380" actId="1076"/>
          <ac:picMkLst>
            <pc:docMk/>
            <pc:sldMk cId="764197852" sldId="341"/>
            <ac:picMk id="2" creationId="{298915C7-1EDF-8795-E84F-F65E61F16888}"/>
          </ac:picMkLst>
        </pc:picChg>
        <pc:picChg chg="add mod">
          <ac:chgData name="Nelson  Sharma" userId="12a83f1a-1392-49ce-b263-34e33e9fb458" providerId="ADAL" clId="{59A9837E-84BA-4E60-B143-4990C08C5964}" dt="2025-03-04T18:14:02.216" v="1283" actId="1076"/>
          <ac:picMkLst>
            <pc:docMk/>
            <pc:sldMk cId="764197852" sldId="341"/>
            <ac:picMk id="3" creationId="{401474DF-B3D2-8DE0-135A-093EF34A0CB7}"/>
          </ac:picMkLst>
        </pc:picChg>
        <pc:picChg chg="add mod">
          <ac:chgData name="Nelson  Sharma" userId="12a83f1a-1392-49ce-b263-34e33e9fb458" providerId="ADAL" clId="{59A9837E-84BA-4E60-B143-4990C08C5964}" dt="2025-03-04T21:37:54.756" v="1379" actId="1076"/>
          <ac:picMkLst>
            <pc:docMk/>
            <pc:sldMk cId="764197852" sldId="341"/>
            <ac:picMk id="9" creationId="{0F81B34F-502C-B7A8-746F-530313729691}"/>
          </ac:picMkLst>
        </pc:picChg>
        <pc:picChg chg="add mod">
          <ac:chgData name="Nelson  Sharma" userId="12a83f1a-1392-49ce-b263-34e33e9fb458" providerId="ADAL" clId="{59A9837E-84BA-4E60-B143-4990C08C5964}" dt="2025-03-04T18:17:07.346" v="1314" actId="1076"/>
          <ac:picMkLst>
            <pc:docMk/>
            <pc:sldMk cId="764197852" sldId="341"/>
            <ac:picMk id="10" creationId="{1620F26C-0137-2EC2-ADB7-C40456219425}"/>
          </ac:picMkLst>
        </pc:picChg>
      </pc:sldChg>
      <pc:sldChg chg="addSp modSp add del mod">
        <pc:chgData name="Nelson  Sharma" userId="12a83f1a-1392-49ce-b263-34e33e9fb458" providerId="ADAL" clId="{59A9837E-84BA-4E60-B143-4990C08C5964}" dt="2025-03-04T23:55:51.708" v="1381" actId="47"/>
        <pc:sldMkLst>
          <pc:docMk/>
          <pc:sldMk cId="413506669" sldId="342"/>
        </pc:sldMkLst>
        <pc:spChg chg="mod">
          <ac:chgData name="Nelson  Sharma" userId="12a83f1a-1392-49ce-b263-34e33e9fb458" providerId="ADAL" clId="{59A9837E-84BA-4E60-B143-4990C08C5964}" dt="2025-03-04T18:17:21.495" v="1317"/>
          <ac:spMkLst>
            <pc:docMk/>
            <pc:sldMk cId="413506669" sldId="342"/>
            <ac:spMk id="10" creationId="{4D262F91-AB62-EF9B-1CB1-7A4F8364C94D}"/>
          </ac:spMkLst>
        </pc:spChg>
        <pc:spChg chg="mod">
          <ac:chgData name="Nelson  Sharma" userId="12a83f1a-1392-49ce-b263-34e33e9fb458" providerId="ADAL" clId="{59A9837E-84BA-4E60-B143-4990C08C5964}" dt="2025-03-04T18:17:21.495" v="1317"/>
          <ac:spMkLst>
            <pc:docMk/>
            <pc:sldMk cId="413506669" sldId="342"/>
            <ac:spMk id="11" creationId="{5000D861-BF4C-2338-F183-B32266611172}"/>
          </ac:spMkLst>
        </pc:spChg>
        <pc:spChg chg="mod">
          <ac:chgData name="Nelson  Sharma" userId="12a83f1a-1392-49ce-b263-34e33e9fb458" providerId="ADAL" clId="{59A9837E-84BA-4E60-B143-4990C08C5964}" dt="2025-03-04T18:17:21.495" v="1317"/>
          <ac:spMkLst>
            <pc:docMk/>
            <pc:sldMk cId="413506669" sldId="342"/>
            <ac:spMk id="12" creationId="{9028307D-F984-F534-1360-1A01CFF0C2EE}"/>
          </ac:spMkLst>
        </pc:spChg>
        <pc:spChg chg="mod">
          <ac:chgData name="Nelson  Sharma" userId="12a83f1a-1392-49ce-b263-34e33e9fb458" providerId="ADAL" clId="{59A9837E-84BA-4E60-B143-4990C08C5964}" dt="2025-03-04T18:17:21.495" v="1317"/>
          <ac:spMkLst>
            <pc:docMk/>
            <pc:sldMk cId="413506669" sldId="342"/>
            <ac:spMk id="13" creationId="{4212488B-0BC2-D856-B524-93B9CF2C6DAC}"/>
          </ac:spMkLst>
        </pc:spChg>
        <pc:spChg chg="mod">
          <ac:chgData name="Nelson  Sharma" userId="12a83f1a-1392-49ce-b263-34e33e9fb458" providerId="ADAL" clId="{59A9837E-84BA-4E60-B143-4990C08C5964}" dt="2025-03-04T18:17:21.495" v="1317"/>
          <ac:spMkLst>
            <pc:docMk/>
            <pc:sldMk cId="413506669" sldId="342"/>
            <ac:spMk id="14" creationId="{B96AEDB5-47AE-C264-BF69-9E0EBF18DA8C}"/>
          </ac:spMkLst>
        </pc:spChg>
        <pc:spChg chg="mod">
          <ac:chgData name="Nelson  Sharma" userId="12a83f1a-1392-49ce-b263-34e33e9fb458" providerId="ADAL" clId="{59A9837E-84BA-4E60-B143-4990C08C5964}" dt="2025-03-04T18:17:21.495" v="1317"/>
          <ac:spMkLst>
            <pc:docMk/>
            <pc:sldMk cId="413506669" sldId="342"/>
            <ac:spMk id="15" creationId="{38B61E4E-3AD5-D22D-7DD7-2A743BBFC735}"/>
          </ac:spMkLst>
        </pc:spChg>
        <pc:spChg chg="mod">
          <ac:chgData name="Nelson  Sharma" userId="12a83f1a-1392-49ce-b263-34e33e9fb458" providerId="ADAL" clId="{59A9837E-84BA-4E60-B143-4990C08C5964}" dt="2025-03-04T18:17:21.495" v="1317"/>
          <ac:spMkLst>
            <pc:docMk/>
            <pc:sldMk cId="413506669" sldId="342"/>
            <ac:spMk id="16" creationId="{FC43573A-97FE-B48C-8BF8-305131A99D66}"/>
          </ac:spMkLst>
        </pc:spChg>
        <pc:spChg chg="mod">
          <ac:chgData name="Nelson  Sharma" userId="12a83f1a-1392-49ce-b263-34e33e9fb458" providerId="ADAL" clId="{59A9837E-84BA-4E60-B143-4990C08C5964}" dt="2025-03-04T18:17:21.495" v="1317"/>
          <ac:spMkLst>
            <pc:docMk/>
            <pc:sldMk cId="413506669" sldId="342"/>
            <ac:spMk id="17" creationId="{0267CCEA-3A20-594E-404B-3F2A6252F292}"/>
          </ac:spMkLst>
        </pc:spChg>
        <pc:spChg chg="mod">
          <ac:chgData name="Nelson  Sharma" userId="12a83f1a-1392-49ce-b263-34e33e9fb458" providerId="ADAL" clId="{59A9837E-84BA-4E60-B143-4990C08C5964}" dt="2025-03-04T18:17:21.495" v="1317"/>
          <ac:spMkLst>
            <pc:docMk/>
            <pc:sldMk cId="413506669" sldId="342"/>
            <ac:spMk id="18" creationId="{B424EBB5-6EC1-E8A7-D8AC-6D462432DEA1}"/>
          </ac:spMkLst>
        </pc:spChg>
        <pc:spChg chg="add mod">
          <ac:chgData name="Nelson  Sharma" userId="12a83f1a-1392-49ce-b263-34e33e9fb458" providerId="ADAL" clId="{59A9837E-84BA-4E60-B143-4990C08C5964}" dt="2025-03-04T18:17:34.629" v="1320" actId="1076"/>
          <ac:spMkLst>
            <pc:docMk/>
            <pc:sldMk cId="413506669" sldId="342"/>
            <ac:spMk id="19" creationId="{F354907D-9C2B-21B2-6E19-530D856A9FF5}"/>
          </ac:spMkLst>
        </pc:spChg>
        <pc:picChg chg="add mod">
          <ac:chgData name="Nelson  Sharma" userId="12a83f1a-1392-49ce-b263-34e33e9fb458" providerId="ADAL" clId="{59A9837E-84BA-4E60-B143-4990C08C5964}" dt="2025-03-04T18:17:30.996" v="1319" actId="14100"/>
          <ac:picMkLst>
            <pc:docMk/>
            <pc:sldMk cId="413506669" sldId="342"/>
            <ac:picMk id="3" creationId="{746867EC-2A32-75BF-D934-1F5E41D8C641}"/>
          </ac:picMkLst>
        </pc:picChg>
      </pc:sldChg>
      <pc:sldChg chg="addSp delSp modSp add del mod">
        <pc:chgData name="Nelson  Sharma" userId="12a83f1a-1392-49ce-b263-34e33e9fb458" providerId="ADAL" clId="{59A9837E-84BA-4E60-B143-4990C08C5964}" dt="2025-03-04T23:55:51.708" v="1381" actId="47"/>
        <pc:sldMkLst>
          <pc:docMk/>
          <pc:sldMk cId="264284808" sldId="343"/>
        </pc:sldMkLst>
        <pc:spChg chg="add mod">
          <ac:chgData name="Nelson  Sharma" userId="12a83f1a-1392-49ce-b263-34e33e9fb458" providerId="ADAL" clId="{59A9837E-84BA-4E60-B143-4990C08C5964}" dt="2025-03-04T21:37:44.120" v="1377"/>
          <ac:spMkLst>
            <pc:docMk/>
            <pc:sldMk cId="264284808" sldId="343"/>
            <ac:spMk id="12" creationId="{3A49AD3E-AE30-A22C-CE23-19E0EF9035BF}"/>
          </ac:spMkLst>
        </pc:spChg>
        <pc:spChg chg="mod">
          <ac:chgData name="Nelson  Sharma" userId="12a83f1a-1392-49ce-b263-34e33e9fb458" providerId="ADAL" clId="{59A9837E-84BA-4E60-B143-4990C08C5964}" dt="2025-03-04T18:16:48.979" v="1309"/>
          <ac:spMkLst>
            <pc:docMk/>
            <pc:sldMk cId="264284808" sldId="343"/>
            <ac:spMk id="13" creationId="{51874831-0D66-F100-76B4-8082759B42D8}"/>
          </ac:spMkLst>
        </pc:spChg>
        <pc:spChg chg="add mod">
          <ac:chgData name="Nelson  Sharma" userId="12a83f1a-1392-49ce-b263-34e33e9fb458" providerId="ADAL" clId="{59A9837E-84BA-4E60-B143-4990C08C5964}" dt="2025-03-04T21:37:44.120" v="1377"/>
          <ac:spMkLst>
            <pc:docMk/>
            <pc:sldMk cId="264284808" sldId="343"/>
            <ac:spMk id="14" creationId="{BB3A70F2-0B3D-9519-B2A6-3357BE7F7AEA}"/>
          </ac:spMkLst>
        </pc:spChg>
        <pc:spChg chg="mod">
          <ac:chgData name="Nelson  Sharma" userId="12a83f1a-1392-49ce-b263-34e33e9fb458" providerId="ADAL" clId="{59A9837E-84BA-4E60-B143-4990C08C5964}" dt="2025-03-04T18:16:48.979" v="1309"/>
          <ac:spMkLst>
            <pc:docMk/>
            <pc:sldMk cId="264284808" sldId="343"/>
            <ac:spMk id="15" creationId="{4A720AEF-6EAF-5C67-CD7A-0AB1CBF4FFB5}"/>
          </ac:spMkLst>
        </pc:spChg>
        <pc:spChg chg="mod">
          <ac:chgData name="Nelson  Sharma" userId="12a83f1a-1392-49ce-b263-34e33e9fb458" providerId="ADAL" clId="{59A9837E-84BA-4E60-B143-4990C08C5964}" dt="2025-03-04T18:16:48.979" v="1309"/>
          <ac:spMkLst>
            <pc:docMk/>
            <pc:sldMk cId="264284808" sldId="343"/>
            <ac:spMk id="16" creationId="{6A22A9B3-E32C-B298-333E-1C3C1112C2B9}"/>
          </ac:spMkLst>
        </pc:spChg>
        <pc:spChg chg="mod">
          <ac:chgData name="Nelson  Sharma" userId="12a83f1a-1392-49ce-b263-34e33e9fb458" providerId="ADAL" clId="{59A9837E-84BA-4E60-B143-4990C08C5964}" dt="2025-03-04T18:16:48.979" v="1309"/>
          <ac:spMkLst>
            <pc:docMk/>
            <pc:sldMk cId="264284808" sldId="343"/>
            <ac:spMk id="17" creationId="{1FABCEBC-F509-ADD2-29FB-EE7E8113E350}"/>
          </ac:spMkLst>
        </pc:spChg>
        <pc:spChg chg="mod">
          <ac:chgData name="Nelson  Sharma" userId="12a83f1a-1392-49ce-b263-34e33e9fb458" providerId="ADAL" clId="{59A9837E-84BA-4E60-B143-4990C08C5964}" dt="2025-03-04T18:16:48.979" v="1309"/>
          <ac:spMkLst>
            <pc:docMk/>
            <pc:sldMk cId="264284808" sldId="343"/>
            <ac:spMk id="18" creationId="{D5D87675-53B3-B0B8-044D-B5DE6220D500}"/>
          </ac:spMkLst>
        </pc:spChg>
        <pc:spChg chg="mod">
          <ac:chgData name="Nelson  Sharma" userId="12a83f1a-1392-49ce-b263-34e33e9fb458" providerId="ADAL" clId="{59A9837E-84BA-4E60-B143-4990C08C5964}" dt="2025-03-04T18:16:48.979" v="1309"/>
          <ac:spMkLst>
            <pc:docMk/>
            <pc:sldMk cId="264284808" sldId="343"/>
            <ac:spMk id="19" creationId="{726F389A-A6F8-5C01-1F4C-8CEC0BAA78B6}"/>
          </ac:spMkLst>
        </pc:spChg>
        <pc:spChg chg="mod">
          <ac:chgData name="Nelson  Sharma" userId="12a83f1a-1392-49ce-b263-34e33e9fb458" providerId="ADAL" clId="{59A9837E-84BA-4E60-B143-4990C08C5964}" dt="2025-03-04T18:16:48.979" v="1309"/>
          <ac:spMkLst>
            <pc:docMk/>
            <pc:sldMk cId="264284808" sldId="343"/>
            <ac:spMk id="20" creationId="{97644886-AF57-FB76-0D97-7527515D6790}"/>
          </ac:spMkLst>
        </pc:spChg>
        <pc:spChg chg="mod">
          <ac:chgData name="Nelson  Sharma" userId="12a83f1a-1392-49ce-b263-34e33e9fb458" providerId="ADAL" clId="{59A9837E-84BA-4E60-B143-4990C08C5964}" dt="2025-03-04T18:16:48.979" v="1309"/>
          <ac:spMkLst>
            <pc:docMk/>
            <pc:sldMk cId="264284808" sldId="343"/>
            <ac:spMk id="21" creationId="{E11031FA-8E37-2B87-2D9A-B1A64EEBBCC6}"/>
          </ac:spMkLst>
        </pc:spChg>
        <pc:spChg chg="mod">
          <ac:chgData name="Nelson  Sharma" userId="12a83f1a-1392-49ce-b263-34e33e9fb458" providerId="ADAL" clId="{59A9837E-84BA-4E60-B143-4990C08C5964}" dt="2025-03-04T18:16:48.979" v="1309"/>
          <ac:spMkLst>
            <pc:docMk/>
            <pc:sldMk cId="264284808" sldId="343"/>
            <ac:spMk id="22" creationId="{7B9A37A8-76F8-1C5B-38BD-95E021396C38}"/>
          </ac:spMkLst>
        </pc:spChg>
        <pc:spChg chg="add mod">
          <ac:chgData name="Nelson  Sharma" userId="12a83f1a-1392-49ce-b263-34e33e9fb458" providerId="ADAL" clId="{59A9837E-84BA-4E60-B143-4990C08C5964}" dt="2025-03-04T18:16:57.196" v="1311" actId="1076"/>
          <ac:spMkLst>
            <pc:docMk/>
            <pc:sldMk cId="264284808" sldId="343"/>
            <ac:spMk id="23" creationId="{70E44B92-D139-4E30-1034-4AC71AFF106C}"/>
          </ac:spMkLst>
        </pc:spChg>
        <pc:picChg chg="add mod">
          <ac:chgData name="Nelson  Sharma" userId="12a83f1a-1392-49ce-b263-34e33e9fb458" providerId="ADAL" clId="{59A9837E-84BA-4E60-B143-4990C08C5964}" dt="2025-03-04T21:37:44.120" v="1377"/>
          <ac:picMkLst>
            <pc:docMk/>
            <pc:sldMk cId="264284808" sldId="343"/>
            <ac:picMk id="2" creationId="{E7DC5F90-894B-BE15-8EAD-B45B03E78330}"/>
          </ac:picMkLst>
        </pc:picChg>
        <pc:picChg chg="add mod">
          <ac:chgData name="Nelson  Sharma" userId="12a83f1a-1392-49ce-b263-34e33e9fb458" providerId="ADAL" clId="{59A9837E-84BA-4E60-B143-4990C08C5964}" dt="2025-03-04T18:13:04.746" v="1273" actId="1076"/>
          <ac:picMkLst>
            <pc:docMk/>
            <pc:sldMk cId="264284808" sldId="343"/>
            <ac:picMk id="3" creationId="{5139E758-A46B-876C-8A39-D03F8FC2E2A8}"/>
          </ac:picMkLst>
        </pc:picChg>
        <pc:picChg chg="add mod">
          <ac:chgData name="Nelson  Sharma" userId="12a83f1a-1392-49ce-b263-34e33e9fb458" providerId="ADAL" clId="{59A9837E-84BA-4E60-B143-4990C08C5964}" dt="2025-03-04T21:37:44.120" v="1377"/>
          <ac:picMkLst>
            <pc:docMk/>
            <pc:sldMk cId="264284808" sldId="343"/>
            <ac:picMk id="9" creationId="{2443E3F5-4427-B05C-DFEA-83C67199B81C}"/>
          </ac:picMkLst>
        </pc:picChg>
        <pc:picChg chg="add mod">
          <ac:chgData name="Nelson  Sharma" userId="12a83f1a-1392-49ce-b263-34e33e9fb458" providerId="ADAL" clId="{59A9837E-84BA-4E60-B143-4990C08C5964}" dt="2025-03-04T18:16:53.413" v="1310" actId="1076"/>
          <ac:picMkLst>
            <pc:docMk/>
            <pc:sldMk cId="264284808" sldId="343"/>
            <ac:picMk id="10" creationId="{794A85B4-34B3-DB15-2867-3C8C1844958C}"/>
          </ac:picMkLst>
        </pc:picChg>
        <pc:picChg chg="del">
          <ac:chgData name="Nelson  Sharma" userId="12a83f1a-1392-49ce-b263-34e33e9fb458" providerId="ADAL" clId="{59A9837E-84BA-4E60-B143-4990C08C5964}" dt="2025-03-04T18:12:57.867" v="1271" actId="478"/>
          <ac:picMkLst>
            <pc:docMk/>
            <pc:sldMk cId="264284808" sldId="343"/>
            <ac:picMk id="12" creationId="{C5B8403E-867D-D7D9-9918-8A308D1E4807}"/>
          </ac:picMkLst>
        </pc:picChg>
        <pc:picChg chg="del">
          <ac:chgData name="Nelson  Sharma" userId="12a83f1a-1392-49ce-b263-34e33e9fb458" providerId="ADAL" clId="{59A9837E-84BA-4E60-B143-4990C08C5964}" dt="2025-03-04T18:13:00.592" v="1272" actId="478"/>
          <ac:picMkLst>
            <pc:docMk/>
            <pc:sldMk cId="264284808" sldId="343"/>
            <ac:picMk id="14" creationId="{35EA1B8E-8CB3-BA0A-6F2E-324595E660CF}"/>
          </ac:picMkLst>
        </pc:picChg>
      </pc:sldChg>
      <pc:sldChg chg="addSp delSp modSp add mod">
        <pc:chgData name="Nelson  Sharma" userId="12a83f1a-1392-49ce-b263-34e33e9fb458" providerId="ADAL" clId="{59A9837E-84BA-4E60-B143-4990C08C5964}" dt="2025-03-04T18:36:24.739" v="1359" actId="1076"/>
        <pc:sldMkLst>
          <pc:docMk/>
          <pc:sldMk cId="3207660287" sldId="344"/>
        </pc:sldMkLst>
        <pc:spChg chg="del">
          <ac:chgData name="Nelson  Sharma" userId="12a83f1a-1392-49ce-b263-34e33e9fb458" providerId="ADAL" clId="{59A9837E-84BA-4E60-B143-4990C08C5964}" dt="2025-03-04T18:27:13.837" v="1327" actId="478"/>
          <ac:spMkLst>
            <pc:docMk/>
            <pc:sldMk cId="3207660287" sldId="344"/>
            <ac:spMk id="19" creationId="{41F7EB41-1C51-0FAF-53EB-889316669D28}"/>
          </ac:spMkLst>
        </pc:spChg>
        <pc:spChg chg="add mod">
          <ac:chgData name="Nelson  Sharma" userId="12a83f1a-1392-49ce-b263-34e33e9fb458" providerId="ADAL" clId="{59A9837E-84BA-4E60-B143-4990C08C5964}" dt="2025-03-04T18:35:17.912" v="1352" actId="20577"/>
          <ac:spMkLst>
            <pc:docMk/>
            <pc:sldMk cId="3207660287" sldId="344"/>
            <ac:spMk id="20" creationId="{EE6FE9EE-25CA-568A-F28F-346157738B15}"/>
          </ac:spMkLst>
        </pc:spChg>
        <pc:grpChg chg="del">
          <ac:chgData name="Nelson  Sharma" userId="12a83f1a-1392-49ce-b263-34e33e9fb458" providerId="ADAL" clId="{59A9837E-84BA-4E60-B143-4990C08C5964}" dt="2025-03-04T18:26:52.757" v="1323" actId="478"/>
          <ac:grpSpMkLst>
            <pc:docMk/>
            <pc:sldMk cId="3207660287" sldId="344"/>
            <ac:grpSpMk id="9" creationId="{FE6BD140-CFB4-0A8C-5A45-69D4AA06BF2C}"/>
          </ac:grpSpMkLst>
        </pc:grpChg>
        <pc:picChg chg="del">
          <ac:chgData name="Nelson  Sharma" userId="12a83f1a-1392-49ce-b263-34e33e9fb458" providerId="ADAL" clId="{59A9837E-84BA-4E60-B143-4990C08C5964}" dt="2025-03-04T18:26:51.194" v="1322" actId="478"/>
          <ac:picMkLst>
            <pc:docMk/>
            <pc:sldMk cId="3207660287" sldId="344"/>
            <ac:picMk id="3" creationId="{11A72BC1-4A9A-BEEA-C0C8-CF38913D6193}"/>
          </ac:picMkLst>
        </pc:picChg>
        <pc:picChg chg="add del mod">
          <ac:chgData name="Nelson  Sharma" userId="12a83f1a-1392-49ce-b263-34e33e9fb458" providerId="ADAL" clId="{59A9837E-84BA-4E60-B143-4990C08C5964}" dt="2025-03-04T18:36:09.419" v="1354" actId="478"/>
          <ac:picMkLst>
            <pc:docMk/>
            <pc:sldMk cId="3207660287" sldId="344"/>
            <ac:picMk id="22" creationId="{6FA3E428-1213-2138-E4D9-82F9B357D134}"/>
          </ac:picMkLst>
        </pc:picChg>
        <pc:picChg chg="add mod">
          <ac:chgData name="Nelson  Sharma" userId="12a83f1a-1392-49ce-b263-34e33e9fb458" providerId="ADAL" clId="{59A9837E-84BA-4E60-B143-4990C08C5964}" dt="2025-03-04T18:36:24.739" v="1359" actId="1076"/>
          <ac:picMkLst>
            <pc:docMk/>
            <pc:sldMk cId="3207660287" sldId="344"/>
            <ac:picMk id="24" creationId="{FF64F0A7-26F7-3401-5286-F340819A0C74}"/>
          </ac:picMkLst>
        </pc:picChg>
      </pc:sldChg>
      <pc:sldChg chg="modSp del mod modNotesTx">
        <pc:chgData name="Nelson  Sharma" userId="12a83f1a-1392-49ce-b263-34e33e9fb458" providerId="ADAL" clId="{59A9837E-84BA-4E60-B143-4990C08C5964}" dt="2025-02-15T13:24:40.237" v="242" actId="47"/>
        <pc:sldMkLst>
          <pc:docMk/>
          <pc:sldMk cId="637139913" sldId="346"/>
        </pc:sldMkLst>
      </pc:sldChg>
      <pc:sldChg chg="add del">
        <pc:chgData name="Nelson  Sharma" userId="12a83f1a-1392-49ce-b263-34e33e9fb458" providerId="ADAL" clId="{59A9837E-84BA-4E60-B143-4990C08C5964}" dt="2025-02-17T16:22:59.392" v="902" actId="47"/>
        <pc:sldMkLst>
          <pc:docMk/>
          <pc:sldMk cId="1946373128" sldId="364"/>
        </pc:sldMkLst>
      </pc:sldChg>
      <pc:sldChg chg="delSp modSp add del mod modNotesTx">
        <pc:chgData name="Nelson  Sharma" userId="12a83f1a-1392-49ce-b263-34e33e9fb458" providerId="ADAL" clId="{59A9837E-84BA-4E60-B143-4990C08C5964}" dt="2025-02-17T16:22:59.392" v="902" actId="47"/>
        <pc:sldMkLst>
          <pc:docMk/>
          <pc:sldMk cId="3441186920" sldId="372"/>
        </pc:sldMkLst>
      </pc:sldChg>
      <pc:sldChg chg="delSp add mod">
        <pc:chgData name="Nelson  Sharma" userId="12a83f1a-1392-49ce-b263-34e33e9fb458" providerId="ADAL" clId="{59A9837E-84BA-4E60-B143-4990C08C5964}" dt="2025-02-15T13:33:32.927" v="828" actId="478"/>
        <pc:sldMkLst>
          <pc:docMk/>
          <pc:sldMk cId="1344582543" sldId="373"/>
        </pc:sldMkLst>
      </pc:sldChg>
      <pc:sldChg chg="del">
        <pc:chgData name="Nelson  Sharma" userId="12a83f1a-1392-49ce-b263-34e33e9fb458" providerId="ADAL" clId="{59A9837E-84BA-4E60-B143-4990C08C5964}" dt="2025-02-17T09:17:12.713" v="871" actId="47"/>
        <pc:sldMkLst>
          <pc:docMk/>
          <pc:sldMk cId="3521069797" sldId="373"/>
        </pc:sldMkLst>
      </pc:sldChg>
      <pc:sldChg chg="del">
        <pc:chgData name="Nelson  Sharma" userId="12a83f1a-1392-49ce-b263-34e33e9fb458" providerId="ADAL" clId="{59A9837E-84BA-4E60-B143-4990C08C5964}" dt="2025-02-17T09:17:12.713" v="871" actId="47"/>
        <pc:sldMkLst>
          <pc:docMk/>
          <pc:sldMk cId="929618694" sldId="374"/>
        </pc:sldMkLst>
      </pc:sldChg>
      <pc:sldChg chg="addSp delSp modSp add mod">
        <pc:chgData name="Nelson  Sharma" userId="12a83f1a-1392-49ce-b263-34e33e9fb458" providerId="ADAL" clId="{59A9837E-84BA-4E60-B143-4990C08C5964}" dt="2025-02-15T13:40:11.899" v="869" actId="1076"/>
        <pc:sldMkLst>
          <pc:docMk/>
          <pc:sldMk cId="3044657875" sldId="374"/>
        </pc:sldMkLst>
      </pc:sldChg>
      <pc:sldChg chg="addSp delSp modSp add del mod">
        <pc:chgData name="Nelson  Sharma" userId="12a83f1a-1392-49ce-b263-34e33e9fb458" providerId="ADAL" clId="{59A9837E-84BA-4E60-B143-4990C08C5964}" dt="2025-02-15T13:40:16.431" v="870" actId="47"/>
        <pc:sldMkLst>
          <pc:docMk/>
          <pc:sldMk cId="3917364225" sldId="375"/>
        </pc:sldMkLst>
      </pc:sldChg>
      <pc:sldChg chg="delSp add del mod">
        <pc:chgData name="Nelson  Sharma" userId="12a83f1a-1392-49ce-b263-34e33e9fb458" providerId="ADAL" clId="{59A9837E-84BA-4E60-B143-4990C08C5964}" dt="2025-02-17T16:22:59.392" v="902" actId="47"/>
        <pc:sldMkLst>
          <pc:docMk/>
          <pc:sldMk cId="1696694559" sldId="376"/>
        </pc:sldMkLst>
      </pc:sldChg>
      <pc:sldChg chg="add del">
        <pc:chgData name="Nelson  Sharma" userId="12a83f1a-1392-49ce-b263-34e33e9fb458" providerId="ADAL" clId="{59A9837E-84BA-4E60-B143-4990C08C5964}" dt="2025-02-15T13:34:14.642" v="829" actId="47"/>
        <pc:sldMkLst>
          <pc:docMk/>
          <pc:sldMk cId="1997848065" sldId="377"/>
        </pc:sldMkLst>
      </pc:sldChg>
      <pc:sldChg chg="delSp add del mod">
        <pc:chgData name="Nelson  Sharma" userId="12a83f1a-1392-49ce-b263-34e33e9fb458" providerId="ADAL" clId="{59A9837E-84BA-4E60-B143-4990C08C5964}" dt="2025-02-17T16:22:59.392" v="902" actId="47"/>
        <pc:sldMkLst>
          <pc:docMk/>
          <pc:sldMk cId="1040774664" sldId="378"/>
        </pc:sldMkLst>
      </pc:sldChg>
      <pc:sldChg chg="delSp add del mod">
        <pc:chgData name="Nelson  Sharma" userId="12a83f1a-1392-49ce-b263-34e33e9fb458" providerId="ADAL" clId="{59A9837E-84BA-4E60-B143-4990C08C5964}" dt="2025-02-17T16:22:59.392" v="902" actId="47"/>
        <pc:sldMkLst>
          <pc:docMk/>
          <pc:sldMk cId="1619871707" sldId="379"/>
        </pc:sldMkLst>
      </pc:sldChg>
      <pc:sldChg chg="delSp add del mod">
        <pc:chgData name="Nelson  Sharma" userId="12a83f1a-1392-49ce-b263-34e33e9fb458" providerId="ADAL" clId="{59A9837E-84BA-4E60-B143-4990C08C5964}" dt="2025-02-17T16:22:59.392" v="902" actId="47"/>
        <pc:sldMkLst>
          <pc:docMk/>
          <pc:sldMk cId="600923633" sldId="380"/>
        </pc:sldMkLst>
      </pc:sldChg>
      <pc:sldChg chg="delSp modSp add del mod">
        <pc:chgData name="Nelson  Sharma" userId="12a83f1a-1392-49ce-b263-34e33e9fb458" providerId="ADAL" clId="{59A9837E-84BA-4E60-B143-4990C08C5964}" dt="2025-02-17T16:22:59.392" v="902" actId="47"/>
        <pc:sldMkLst>
          <pc:docMk/>
          <pc:sldMk cId="2180015816" sldId="381"/>
        </pc:sldMkLst>
      </pc:sldChg>
      <pc:sldChg chg="delSp add del mod">
        <pc:chgData name="Nelson  Sharma" userId="12a83f1a-1392-49ce-b263-34e33e9fb458" providerId="ADAL" clId="{59A9837E-84BA-4E60-B143-4990C08C5964}" dt="2025-02-17T16:22:59.392" v="902" actId="47"/>
        <pc:sldMkLst>
          <pc:docMk/>
          <pc:sldMk cId="299579629" sldId="382"/>
        </pc:sldMkLst>
      </pc:sldChg>
      <pc:sldChg chg="delSp add del mod">
        <pc:chgData name="Nelson  Sharma" userId="12a83f1a-1392-49ce-b263-34e33e9fb458" providerId="ADAL" clId="{59A9837E-84BA-4E60-B143-4990C08C5964}" dt="2025-02-17T16:22:59.392" v="902" actId="47"/>
        <pc:sldMkLst>
          <pc:docMk/>
          <pc:sldMk cId="1772250682" sldId="383"/>
        </pc:sldMkLst>
      </pc:sldChg>
      <pc:sldChg chg="delSp add del mod">
        <pc:chgData name="Nelson  Sharma" userId="12a83f1a-1392-49ce-b263-34e33e9fb458" providerId="ADAL" clId="{59A9837E-84BA-4E60-B143-4990C08C5964}" dt="2025-02-17T16:22:59.392" v="902" actId="47"/>
        <pc:sldMkLst>
          <pc:docMk/>
          <pc:sldMk cId="38564370" sldId="384"/>
        </pc:sldMkLst>
      </pc:sldChg>
      <pc:sldChg chg="delSp add del mod">
        <pc:chgData name="Nelson  Sharma" userId="12a83f1a-1392-49ce-b263-34e33e9fb458" providerId="ADAL" clId="{59A9837E-84BA-4E60-B143-4990C08C5964}" dt="2025-02-15T13:35:31.657" v="843" actId="47"/>
        <pc:sldMkLst>
          <pc:docMk/>
          <pc:sldMk cId="822340922" sldId="385"/>
        </pc:sldMkLst>
      </pc:sldChg>
      <pc:sldChg chg="delSp add del mod">
        <pc:chgData name="Nelson  Sharma" userId="12a83f1a-1392-49ce-b263-34e33e9fb458" providerId="ADAL" clId="{59A9837E-84BA-4E60-B143-4990C08C5964}" dt="2025-02-17T16:22:59.392" v="902" actId="47"/>
        <pc:sldMkLst>
          <pc:docMk/>
          <pc:sldMk cId="3918145929" sldId="386"/>
        </pc:sldMkLst>
      </pc:sldChg>
      <pc:sldChg chg="delSp add del mod">
        <pc:chgData name="Nelson  Sharma" userId="12a83f1a-1392-49ce-b263-34e33e9fb458" providerId="ADAL" clId="{59A9837E-84BA-4E60-B143-4990C08C5964}" dt="2025-02-17T16:22:59.392" v="902" actId="47"/>
        <pc:sldMkLst>
          <pc:docMk/>
          <pc:sldMk cId="2897178282" sldId="387"/>
        </pc:sldMkLst>
      </pc:sldChg>
      <pc:sldChg chg="delSp add del mod">
        <pc:chgData name="Nelson  Sharma" userId="12a83f1a-1392-49ce-b263-34e33e9fb458" providerId="ADAL" clId="{59A9837E-84BA-4E60-B143-4990C08C5964}" dt="2025-02-17T16:22:59.392" v="902" actId="47"/>
        <pc:sldMkLst>
          <pc:docMk/>
          <pc:sldMk cId="345373005" sldId="388"/>
        </pc:sldMkLst>
      </pc:sldChg>
      <pc:sldChg chg="delSp add del mod">
        <pc:chgData name="Nelson  Sharma" userId="12a83f1a-1392-49ce-b263-34e33e9fb458" providerId="ADAL" clId="{59A9837E-84BA-4E60-B143-4990C08C5964}" dt="2025-02-17T16:22:59.392" v="902" actId="47"/>
        <pc:sldMkLst>
          <pc:docMk/>
          <pc:sldMk cId="2239143864" sldId="390"/>
        </pc:sldMkLst>
      </pc:sldChg>
      <pc:sldChg chg="delSp add del mod">
        <pc:chgData name="Nelson  Sharma" userId="12a83f1a-1392-49ce-b263-34e33e9fb458" providerId="ADAL" clId="{59A9837E-84BA-4E60-B143-4990C08C5964}" dt="2025-02-17T16:22:59.392" v="902" actId="47"/>
        <pc:sldMkLst>
          <pc:docMk/>
          <pc:sldMk cId="2416859825" sldId="391"/>
        </pc:sldMkLst>
      </pc:sldChg>
      <pc:sldChg chg="delSp add del mod">
        <pc:chgData name="Nelson  Sharma" userId="12a83f1a-1392-49ce-b263-34e33e9fb458" providerId="ADAL" clId="{59A9837E-84BA-4E60-B143-4990C08C5964}" dt="2025-02-17T16:22:59.392" v="902" actId="47"/>
        <pc:sldMkLst>
          <pc:docMk/>
          <pc:sldMk cId="2253147749" sldId="392"/>
        </pc:sldMkLst>
      </pc:sldChg>
      <pc:sldChg chg="delSp add del mod ord">
        <pc:chgData name="Nelson  Sharma" userId="12a83f1a-1392-49ce-b263-34e33e9fb458" providerId="ADAL" clId="{59A9837E-84BA-4E60-B143-4990C08C5964}" dt="2025-02-17T16:22:59.392" v="902" actId="47"/>
        <pc:sldMkLst>
          <pc:docMk/>
          <pc:sldMk cId="2686864399" sldId="393"/>
        </pc:sldMkLst>
      </pc:sldChg>
      <pc:sldChg chg="delSp modSp add del mod">
        <pc:chgData name="Nelson  Sharma" userId="12a83f1a-1392-49ce-b263-34e33e9fb458" providerId="ADAL" clId="{59A9837E-84BA-4E60-B143-4990C08C5964}" dt="2025-02-17T16:22:59.392" v="902" actId="47"/>
        <pc:sldMkLst>
          <pc:docMk/>
          <pc:sldMk cId="3331574404" sldId="394"/>
        </pc:sldMkLst>
      </pc:sldChg>
      <pc:sldChg chg="delSp add mod">
        <pc:chgData name="Nelson  Sharma" userId="12a83f1a-1392-49ce-b263-34e33e9fb458" providerId="ADAL" clId="{59A9837E-84BA-4E60-B143-4990C08C5964}" dt="2025-02-15T13:36:44.608" v="856" actId="478"/>
        <pc:sldMkLst>
          <pc:docMk/>
          <pc:sldMk cId="812815679" sldId="396"/>
        </pc:sldMkLst>
      </pc:sldChg>
      <pc:sldChg chg="delSp add del mod">
        <pc:chgData name="Nelson  Sharma" userId="12a83f1a-1392-49ce-b263-34e33e9fb458" providerId="ADAL" clId="{59A9837E-84BA-4E60-B143-4990C08C5964}" dt="2025-02-15T13:36:55.153" v="858" actId="47"/>
        <pc:sldMkLst>
          <pc:docMk/>
          <pc:sldMk cId="1449404130" sldId="397"/>
        </pc:sldMkLst>
      </pc:sldChg>
      <pc:sldMasterChg chg="addSldLayout delSldLayout">
        <pc:chgData name="Nelson  Sharma" userId="12a83f1a-1392-49ce-b263-34e33e9fb458" providerId="ADAL" clId="{59A9837E-84BA-4E60-B143-4990C08C5964}" dt="2025-02-17T16:22:52.682" v="901" actId="47"/>
        <pc:sldMasterMkLst>
          <pc:docMk/>
          <pc:sldMasterMk cId="0" sldId="2147483659"/>
        </pc:sldMasterMkLst>
        <pc:sldLayoutChg chg="add del">
          <pc:chgData name="Nelson  Sharma" userId="12a83f1a-1392-49ce-b263-34e33e9fb458" providerId="ADAL" clId="{59A9837E-84BA-4E60-B143-4990C08C5964}" dt="2025-02-17T16:22:52.682" v="901" actId="47"/>
          <pc:sldLayoutMkLst>
            <pc:docMk/>
            <pc:sldMasterMk cId="0" sldId="2147483659"/>
            <pc:sldLayoutMk cId="986543234" sldId="2147483660"/>
          </pc:sldLayoutMkLst>
        </pc:sldLayoutChg>
      </pc:sldMasterChg>
    </pc:docChg>
  </pc:docChgLst>
  <pc:docChgLst>
    <pc:chgData name="Nelson  Sharma" userId="12a83f1a-1392-49ce-b263-34e33e9fb458" providerId="ADAL" clId="{B6765E59-2C99-4F2F-845A-0A44F816C8FE}"/>
    <pc:docChg chg="undo custSel addSld delSld modSld">
      <pc:chgData name="Nelson  Sharma" userId="12a83f1a-1392-49ce-b263-34e33e9fb458" providerId="ADAL" clId="{B6765E59-2C99-4F2F-845A-0A44F816C8FE}" dt="2025-02-05T09:35:15.962" v="3376" actId="20577"/>
      <pc:docMkLst>
        <pc:docMk/>
      </pc:docMkLst>
      <pc:sldChg chg="modSp mod">
        <pc:chgData name="Nelson  Sharma" userId="12a83f1a-1392-49ce-b263-34e33e9fb458" providerId="ADAL" clId="{B6765E59-2C99-4F2F-845A-0A44F816C8FE}" dt="2025-02-05T09:35:15.962" v="3376" actId="20577"/>
        <pc:sldMkLst>
          <pc:docMk/>
          <pc:sldMk cId="1181431351" sldId="308"/>
        </pc:sldMkLst>
        <pc:spChg chg="mod">
          <ac:chgData name="Nelson  Sharma" userId="12a83f1a-1392-49ce-b263-34e33e9fb458" providerId="ADAL" clId="{B6765E59-2C99-4F2F-845A-0A44F816C8FE}" dt="2025-02-05T09:35:15.962" v="3376" actId="20577"/>
          <ac:spMkLst>
            <pc:docMk/>
            <pc:sldMk cId="1181431351" sldId="308"/>
            <ac:spMk id="151" creationId="{F46412DC-EA20-E270-245A-EC286018D1A1}"/>
          </ac:spMkLst>
        </pc:spChg>
      </pc:sldChg>
      <pc:sldChg chg="modSp mod">
        <pc:chgData name="Nelson  Sharma" userId="12a83f1a-1392-49ce-b263-34e33e9fb458" providerId="ADAL" clId="{B6765E59-2C99-4F2F-845A-0A44F816C8FE}" dt="2025-02-04T14:12:57.701" v="353" actId="20577"/>
        <pc:sldMkLst>
          <pc:docMk/>
          <pc:sldMk cId="3501153740" sldId="312"/>
        </pc:sldMkLst>
      </pc:sldChg>
      <pc:sldChg chg="modSp add mod">
        <pc:chgData name="Nelson  Sharma" userId="12a83f1a-1392-49ce-b263-34e33e9fb458" providerId="ADAL" clId="{B6765E59-2C99-4F2F-845A-0A44F816C8FE}" dt="2025-02-04T14:14:52.203" v="609" actId="20577"/>
        <pc:sldMkLst>
          <pc:docMk/>
          <pc:sldMk cId="3049603671" sldId="319"/>
        </pc:sldMkLst>
      </pc:sldChg>
      <pc:sldChg chg="addSp delSp modSp add mod">
        <pc:chgData name="Nelson  Sharma" userId="12a83f1a-1392-49ce-b263-34e33e9fb458" providerId="ADAL" clId="{B6765E59-2C99-4F2F-845A-0A44F816C8FE}" dt="2025-02-04T14:17:30.940" v="697" actId="20577"/>
        <pc:sldMkLst>
          <pc:docMk/>
          <pc:sldMk cId="3156613937" sldId="320"/>
        </pc:sldMkLst>
      </pc:sldChg>
      <pc:sldChg chg="add del">
        <pc:chgData name="Nelson  Sharma" userId="12a83f1a-1392-49ce-b263-34e33e9fb458" providerId="ADAL" clId="{B6765E59-2C99-4F2F-845A-0A44F816C8FE}" dt="2025-02-04T14:17:19.157" v="676"/>
        <pc:sldMkLst>
          <pc:docMk/>
          <pc:sldMk cId="415590375" sldId="321"/>
        </pc:sldMkLst>
      </pc:sldChg>
      <pc:sldChg chg="addSp delSp modSp add mod">
        <pc:chgData name="Nelson  Sharma" userId="12a83f1a-1392-49ce-b263-34e33e9fb458" providerId="ADAL" clId="{B6765E59-2C99-4F2F-845A-0A44F816C8FE}" dt="2025-02-04T14:18:46.587" v="734" actId="1076"/>
        <pc:sldMkLst>
          <pc:docMk/>
          <pc:sldMk cId="1610578739" sldId="321"/>
        </pc:sldMkLst>
      </pc:sldChg>
      <pc:sldChg chg="addSp delSp modSp add mod">
        <pc:chgData name="Nelson  Sharma" userId="12a83f1a-1392-49ce-b263-34e33e9fb458" providerId="ADAL" clId="{B6765E59-2C99-4F2F-845A-0A44F816C8FE}" dt="2025-02-04T14:21:34.139" v="749" actId="1076"/>
        <pc:sldMkLst>
          <pc:docMk/>
          <pc:sldMk cId="273569211" sldId="322"/>
        </pc:sldMkLst>
      </pc:sldChg>
      <pc:sldChg chg="addSp delSp modSp add mod modNotesTx">
        <pc:chgData name="Nelson  Sharma" userId="12a83f1a-1392-49ce-b263-34e33e9fb458" providerId="ADAL" clId="{B6765E59-2C99-4F2F-845A-0A44F816C8FE}" dt="2025-02-04T14:35:28.215" v="879" actId="20577"/>
        <pc:sldMkLst>
          <pc:docMk/>
          <pc:sldMk cId="4136736771" sldId="323"/>
        </pc:sldMkLst>
      </pc:sldChg>
      <pc:sldChg chg="modSp add mod">
        <pc:chgData name="Nelson  Sharma" userId="12a83f1a-1392-49ce-b263-34e33e9fb458" providerId="ADAL" clId="{B6765E59-2C99-4F2F-845A-0A44F816C8FE}" dt="2025-02-04T14:40:19.287" v="924"/>
        <pc:sldMkLst>
          <pc:docMk/>
          <pc:sldMk cId="3638615524" sldId="324"/>
        </pc:sldMkLst>
      </pc:sldChg>
      <pc:sldChg chg="addSp delSp modSp add mod">
        <pc:chgData name="Nelson  Sharma" userId="12a83f1a-1392-49ce-b263-34e33e9fb458" providerId="ADAL" clId="{B6765E59-2C99-4F2F-845A-0A44F816C8FE}" dt="2025-02-04T14:46:04.086" v="1003" actId="113"/>
        <pc:sldMkLst>
          <pc:docMk/>
          <pc:sldMk cId="1344249784" sldId="325"/>
        </pc:sldMkLst>
      </pc:sldChg>
      <pc:sldChg chg="modSp add mod modNotesTx">
        <pc:chgData name="Nelson  Sharma" userId="12a83f1a-1392-49ce-b263-34e33e9fb458" providerId="ADAL" clId="{B6765E59-2C99-4F2F-845A-0A44F816C8FE}" dt="2025-02-05T07:14:07.332" v="1271" actId="20577"/>
        <pc:sldMkLst>
          <pc:docMk/>
          <pc:sldMk cId="3289545507" sldId="326"/>
        </pc:sldMkLst>
      </pc:sldChg>
      <pc:sldChg chg="modSp add mod modNotesTx">
        <pc:chgData name="Nelson  Sharma" userId="12a83f1a-1392-49ce-b263-34e33e9fb458" providerId="ADAL" clId="{B6765E59-2C99-4F2F-845A-0A44F816C8FE}" dt="2025-02-05T07:16:31.454" v="1599"/>
        <pc:sldMkLst>
          <pc:docMk/>
          <pc:sldMk cId="2063653197" sldId="327"/>
        </pc:sldMkLst>
      </pc:sldChg>
      <pc:sldChg chg="modSp add mod modNotesTx">
        <pc:chgData name="Nelson  Sharma" userId="12a83f1a-1392-49ce-b263-34e33e9fb458" providerId="ADAL" clId="{B6765E59-2C99-4F2F-845A-0A44F816C8FE}" dt="2025-02-05T07:19:52.356" v="1864" actId="20577"/>
        <pc:sldMkLst>
          <pc:docMk/>
          <pc:sldMk cId="4108192359" sldId="328"/>
        </pc:sldMkLst>
      </pc:sldChg>
      <pc:sldChg chg="modSp add mod">
        <pc:chgData name="Nelson  Sharma" userId="12a83f1a-1392-49ce-b263-34e33e9fb458" providerId="ADAL" clId="{B6765E59-2C99-4F2F-845A-0A44F816C8FE}" dt="2025-02-05T07:23:06.096" v="2202" actId="108"/>
        <pc:sldMkLst>
          <pc:docMk/>
          <pc:sldMk cId="1531829726" sldId="329"/>
        </pc:sldMkLst>
      </pc:sldChg>
      <pc:sldChg chg="addSp delSp modSp add mod">
        <pc:chgData name="Nelson  Sharma" userId="12a83f1a-1392-49ce-b263-34e33e9fb458" providerId="ADAL" clId="{B6765E59-2C99-4F2F-845A-0A44F816C8FE}" dt="2025-02-05T07:28:53.047" v="2591" actId="108"/>
        <pc:sldMkLst>
          <pc:docMk/>
          <pc:sldMk cId="3647970020" sldId="330"/>
        </pc:sldMkLst>
      </pc:sldChg>
      <pc:sldChg chg="addSp delSp modSp add del mod">
        <pc:chgData name="Nelson  Sharma" userId="12a83f1a-1392-49ce-b263-34e33e9fb458" providerId="ADAL" clId="{B6765E59-2C99-4F2F-845A-0A44F816C8FE}" dt="2025-02-05T07:32:52.857" v="2860" actId="47"/>
        <pc:sldMkLst>
          <pc:docMk/>
          <pc:sldMk cId="1913234020" sldId="331"/>
        </pc:sldMkLst>
      </pc:sldChg>
      <pc:sldChg chg="modSp add mod">
        <pc:chgData name="Nelson  Sharma" userId="12a83f1a-1392-49ce-b263-34e33e9fb458" providerId="ADAL" clId="{B6765E59-2C99-4F2F-845A-0A44F816C8FE}" dt="2025-02-05T07:32:49.751" v="2859" actId="404"/>
        <pc:sldMkLst>
          <pc:docMk/>
          <pc:sldMk cId="1194875793" sldId="332"/>
        </pc:sldMkLst>
      </pc:sldChg>
      <pc:sldChg chg="modSp add mod">
        <pc:chgData name="Nelson  Sharma" userId="12a83f1a-1392-49ce-b263-34e33e9fb458" providerId="ADAL" clId="{B6765E59-2C99-4F2F-845A-0A44F816C8FE}" dt="2025-02-05T07:36:49.720" v="2901" actId="20577"/>
        <pc:sldMkLst>
          <pc:docMk/>
          <pc:sldMk cId="3873707463" sldId="333"/>
        </pc:sldMkLst>
      </pc:sldChg>
      <pc:sldChg chg="modSp add mod">
        <pc:chgData name="Nelson  Sharma" userId="12a83f1a-1392-49ce-b263-34e33e9fb458" providerId="ADAL" clId="{B6765E59-2C99-4F2F-845A-0A44F816C8FE}" dt="2025-02-05T07:45:35.316" v="2988" actId="20577"/>
        <pc:sldMkLst>
          <pc:docMk/>
          <pc:sldMk cId="1509311849" sldId="334"/>
        </pc:sldMkLst>
      </pc:sldChg>
      <pc:sldChg chg="modSp add mod">
        <pc:chgData name="Nelson  Sharma" userId="12a83f1a-1392-49ce-b263-34e33e9fb458" providerId="ADAL" clId="{B6765E59-2C99-4F2F-845A-0A44F816C8FE}" dt="2025-02-05T07:42:32.052" v="2941" actId="403"/>
        <pc:sldMkLst>
          <pc:docMk/>
          <pc:sldMk cId="3317738678" sldId="335"/>
        </pc:sldMkLst>
      </pc:sldChg>
      <pc:sldChg chg="addSp modSp add mod">
        <pc:chgData name="Nelson  Sharma" userId="12a83f1a-1392-49ce-b263-34e33e9fb458" providerId="ADAL" clId="{B6765E59-2C99-4F2F-845A-0A44F816C8FE}" dt="2025-02-05T07:47:41.853" v="3020" actId="20577"/>
        <pc:sldMkLst>
          <pc:docMk/>
          <pc:sldMk cId="3472477715" sldId="336"/>
        </pc:sldMkLst>
      </pc:sldChg>
      <pc:sldChg chg="addSp modSp add mod">
        <pc:chgData name="Nelson  Sharma" userId="12a83f1a-1392-49ce-b263-34e33e9fb458" providerId="ADAL" clId="{B6765E59-2C99-4F2F-845A-0A44F816C8FE}" dt="2025-02-05T07:55:27.187" v="3126" actId="403"/>
        <pc:sldMkLst>
          <pc:docMk/>
          <pc:sldMk cId="3245861847" sldId="337"/>
        </pc:sldMkLst>
      </pc:sldChg>
      <pc:sldChg chg="addSp modSp add mod">
        <pc:chgData name="Nelson  Sharma" userId="12a83f1a-1392-49ce-b263-34e33e9fb458" providerId="ADAL" clId="{B6765E59-2C99-4F2F-845A-0A44F816C8FE}" dt="2025-02-05T07:56:36.357" v="3182" actId="20577"/>
        <pc:sldMkLst>
          <pc:docMk/>
          <pc:sldMk cId="2662669001" sldId="338"/>
        </pc:sldMkLst>
      </pc:sldChg>
      <pc:sldChg chg="addSp modSp add mod">
        <pc:chgData name="Nelson  Sharma" userId="12a83f1a-1392-49ce-b263-34e33e9fb458" providerId="ADAL" clId="{B6765E59-2C99-4F2F-845A-0A44F816C8FE}" dt="2025-02-05T08:02:38.276" v="3255" actId="1038"/>
        <pc:sldMkLst>
          <pc:docMk/>
          <pc:sldMk cId="2934757866" sldId="339"/>
        </pc:sldMkLst>
      </pc:sldChg>
      <pc:sldChg chg="addSp delSp modSp add mod">
        <pc:chgData name="Nelson  Sharma" userId="12a83f1a-1392-49ce-b263-34e33e9fb458" providerId="ADAL" clId="{B6765E59-2C99-4F2F-845A-0A44F816C8FE}" dt="2025-02-05T08:03:42.513" v="3275" actId="1076"/>
        <pc:sldMkLst>
          <pc:docMk/>
          <pc:sldMk cId="1966998579" sldId="340"/>
        </pc:sldMkLst>
      </pc:sldChg>
      <pc:sldChg chg="modSp add mod">
        <pc:chgData name="Nelson  Sharma" userId="12a83f1a-1392-49ce-b263-34e33e9fb458" providerId="ADAL" clId="{B6765E59-2C99-4F2F-845A-0A44F816C8FE}" dt="2025-02-05T08:06:58.833" v="3337" actId="20577"/>
        <pc:sldMkLst>
          <pc:docMk/>
          <pc:sldMk cId="1362814885" sldId="341"/>
        </pc:sldMkLst>
      </pc:sldChg>
      <pc:sldChg chg="addSp delSp modSp add mod">
        <pc:chgData name="Nelson  Sharma" userId="12a83f1a-1392-49ce-b263-34e33e9fb458" providerId="ADAL" clId="{B6765E59-2C99-4F2F-845A-0A44F816C8FE}" dt="2025-02-05T07:51:50.826" v="3070" actId="1038"/>
        <pc:sldMkLst>
          <pc:docMk/>
          <pc:sldMk cId="3877139616" sldId="342"/>
        </pc:sldMkLst>
      </pc:sldChg>
      <pc:sldChg chg="modSp add mod">
        <pc:chgData name="Nelson  Sharma" userId="12a83f1a-1392-49ce-b263-34e33e9fb458" providerId="ADAL" clId="{B6765E59-2C99-4F2F-845A-0A44F816C8FE}" dt="2025-02-05T08:08:32.907" v="3375" actId="20577"/>
        <pc:sldMkLst>
          <pc:docMk/>
          <pc:sldMk cId="2140916312" sldId="343"/>
        </pc:sldMkLst>
      </pc:sldChg>
      <pc:sldChg chg="add">
        <pc:chgData name="Nelson  Sharma" userId="12a83f1a-1392-49ce-b263-34e33e9fb458" providerId="ADAL" clId="{B6765E59-2C99-4F2F-845A-0A44F816C8FE}" dt="2025-02-05T08:03:45.415" v="3277"/>
        <pc:sldMkLst>
          <pc:docMk/>
          <pc:sldMk cId="4155167790" sldId="344"/>
        </pc:sldMkLst>
      </pc:sldChg>
      <pc:sldChg chg="add">
        <pc:chgData name="Nelson  Sharma" userId="12a83f1a-1392-49ce-b263-34e33e9fb458" providerId="ADAL" clId="{B6765E59-2C99-4F2F-845A-0A44F816C8FE}" dt="2025-02-05T08:03:45.617" v="3278"/>
        <pc:sldMkLst>
          <pc:docMk/>
          <pc:sldMk cId="2679052223" sldId="345"/>
        </pc:sldMkLst>
      </pc:sldChg>
      <pc:sldChg chg="add">
        <pc:chgData name="Nelson  Sharma" userId="12a83f1a-1392-49ce-b263-34e33e9fb458" providerId="ADAL" clId="{B6765E59-2C99-4F2F-845A-0A44F816C8FE}" dt="2025-02-05T08:03:45.788" v="3279"/>
        <pc:sldMkLst>
          <pc:docMk/>
          <pc:sldMk cId="637139913" sldId="3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9A184094-A7F5-A745-1565-93846BA2D9C5}"/>
            </a:ext>
          </a:extLst>
        </p:cNvPr>
        <p:cNvGrpSpPr/>
        <p:nvPr/>
      </p:nvGrpSpPr>
      <p:grpSpPr>
        <a:xfrm>
          <a:off x="0" y="0"/>
          <a:ext cx="0" cy="0"/>
          <a:chOff x="0" y="0"/>
          <a:chExt cx="0" cy="0"/>
        </a:xfrm>
      </p:grpSpPr>
      <p:sp>
        <p:nvSpPr>
          <p:cNvPr id="148" name="Google Shape;148;g3239716b3c6_0_9:notes">
            <a:extLst>
              <a:ext uri="{FF2B5EF4-FFF2-40B4-BE49-F238E27FC236}">
                <a16:creationId xmlns:a16="http://schemas.microsoft.com/office/drawing/2014/main" id="{36BA0562-1422-5EE3-4505-60A7A93FCE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a:extLst>
              <a:ext uri="{FF2B5EF4-FFF2-40B4-BE49-F238E27FC236}">
                <a16:creationId xmlns:a16="http://schemas.microsoft.com/office/drawing/2014/main" id="{1C93597D-2D89-76FC-7816-ECF8BDC92B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822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4F7D0947-957C-783B-6131-9B1C0D009DA3}"/>
            </a:ext>
          </a:extLst>
        </p:cNvPr>
        <p:cNvGrpSpPr/>
        <p:nvPr/>
      </p:nvGrpSpPr>
      <p:grpSpPr>
        <a:xfrm>
          <a:off x="0" y="0"/>
          <a:ext cx="0" cy="0"/>
          <a:chOff x="0" y="0"/>
          <a:chExt cx="0" cy="0"/>
        </a:xfrm>
      </p:grpSpPr>
      <p:sp>
        <p:nvSpPr>
          <p:cNvPr id="148" name="Google Shape;148;g3239716b3c6_0_9:notes">
            <a:extLst>
              <a:ext uri="{FF2B5EF4-FFF2-40B4-BE49-F238E27FC236}">
                <a16:creationId xmlns:a16="http://schemas.microsoft.com/office/drawing/2014/main" id="{26798461-FFBA-E7FA-665B-E7EC5D088D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a:extLst>
              <a:ext uri="{FF2B5EF4-FFF2-40B4-BE49-F238E27FC236}">
                <a16:creationId xmlns:a16="http://schemas.microsoft.com/office/drawing/2014/main" id="{EFABB6D1-9628-C6B0-FA5D-082C50EB5F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1950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26528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4B51775D-2624-C73F-E978-F694D912571E}"/>
            </a:ext>
          </a:extLst>
        </p:cNvPr>
        <p:cNvGrpSpPr/>
        <p:nvPr/>
      </p:nvGrpSpPr>
      <p:grpSpPr>
        <a:xfrm>
          <a:off x="0" y="0"/>
          <a:ext cx="0" cy="0"/>
          <a:chOff x="0" y="0"/>
          <a:chExt cx="0" cy="0"/>
        </a:xfrm>
      </p:grpSpPr>
      <p:sp>
        <p:nvSpPr>
          <p:cNvPr id="148" name="Google Shape;148;g3239716b3c6_0_9:notes">
            <a:extLst>
              <a:ext uri="{FF2B5EF4-FFF2-40B4-BE49-F238E27FC236}">
                <a16:creationId xmlns:a16="http://schemas.microsoft.com/office/drawing/2014/main" id="{B1C99E21-A4D3-4307-56E0-49F4E2AE54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a:extLst>
              <a:ext uri="{FF2B5EF4-FFF2-40B4-BE49-F238E27FC236}">
                <a16:creationId xmlns:a16="http://schemas.microsoft.com/office/drawing/2014/main" id="{BC1F0418-A73F-1E66-EFF5-CB8B9B1A17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1912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239716b3c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6" r:id="rId3"/>
    <p:sldLayoutId id="214748365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0BE31D8D-282B-49F6-DA6D-46229EA45F2F}"/>
            </a:ext>
          </a:extLst>
        </p:cNvPr>
        <p:cNvGrpSpPr/>
        <p:nvPr/>
      </p:nvGrpSpPr>
      <p:grpSpPr>
        <a:xfrm>
          <a:off x="0" y="0"/>
          <a:ext cx="0" cy="0"/>
          <a:chOff x="0" y="0"/>
          <a:chExt cx="0" cy="0"/>
        </a:xfrm>
      </p:grpSpPr>
      <p:sp>
        <p:nvSpPr>
          <p:cNvPr id="151" name="Google Shape;151;p28">
            <a:extLst>
              <a:ext uri="{FF2B5EF4-FFF2-40B4-BE49-F238E27FC236}">
                <a16:creationId xmlns:a16="http://schemas.microsoft.com/office/drawing/2014/main" id="{F46412DC-EA20-E270-245A-EC286018D1A1}"/>
              </a:ext>
            </a:extLst>
          </p:cNvPr>
          <p:cNvSpPr txBox="1">
            <a:spLocks noGrp="1"/>
          </p:cNvSpPr>
          <p:nvPr>
            <p:ph type="ctrTitle"/>
          </p:nvPr>
        </p:nvSpPr>
        <p:spPr>
          <a:xfrm>
            <a:off x="311699" y="744575"/>
            <a:ext cx="6207435"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800" dirty="0">
                <a:latin typeface="Nunito"/>
                <a:ea typeface="Nunito"/>
                <a:cs typeface="Nunito"/>
                <a:sym typeface="Nunito"/>
              </a:rPr>
              <a:t>Artificial Intelligence</a:t>
            </a:r>
            <a:br>
              <a:rPr lang="en" sz="3800" dirty="0">
                <a:latin typeface="Nunito"/>
                <a:ea typeface="Nunito"/>
                <a:cs typeface="Nunito"/>
                <a:sym typeface="Nunito"/>
              </a:rPr>
            </a:br>
            <a:br>
              <a:rPr lang="en" sz="3800" dirty="0">
                <a:latin typeface="Nunito"/>
                <a:ea typeface="Nunito"/>
                <a:cs typeface="Nunito"/>
                <a:sym typeface="Nunito"/>
              </a:rPr>
            </a:br>
            <a:r>
              <a:rPr lang="en-IN" sz="2400" dirty="0">
                <a:solidFill>
                  <a:schemeClr val="accent1">
                    <a:lumMod val="75000"/>
                  </a:schemeClr>
                </a:solidFill>
                <a:latin typeface="Nunito"/>
                <a:ea typeface="Nunito"/>
                <a:cs typeface="Nunito"/>
                <a:sym typeface="Nunito"/>
              </a:rPr>
              <a:t>Deep Reinforcement Learning</a:t>
            </a:r>
            <a:endParaRPr sz="2400" dirty="0">
              <a:solidFill>
                <a:schemeClr val="accent1">
                  <a:lumMod val="75000"/>
                </a:schemeClr>
              </a:solidFill>
              <a:latin typeface="Nunito"/>
              <a:ea typeface="Nunito"/>
              <a:cs typeface="Nunito"/>
              <a:sym typeface="Nunito"/>
            </a:endParaRPr>
          </a:p>
        </p:txBody>
      </p:sp>
      <p:pic>
        <p:nvPicPr>
          <p:cNvPr id="152" name="Google Shape;152;p28">
            <a:extLst>
              <a:ext uri="{FF2B5EF4-FFF2-40B4-BE49-F238E27FC236}">
                <a16:creationId xmlns:a16="http://schemas.microsoft.com/office/drawing/2014/main" id="{85DED786-56AA-8129-2B8A-08C5D70AEE83}"/>
              </a:ext>
            </a:extLst>
          </p:cNvPr>
          <p:cNvPicPr preferRelativeResize="0"/>
          <p:nvPr/>
        </p:nvPicPr>
        <p:blipFill>
          <a:blip r:embed="rId3">
            <a:alphaModFix/>
          </a:blip>
          <a:stretch>
            <a:fillRect/>
          </a:stretch>
        </p:blipFill>
        <p:spPr>
          <a:xfrm>
            <a:off x="7775325" y="3732200"/>
            <a:ext cx="1255045" cy="1339425"/>
          </a:xfrm>
          <a:prstGeom prst="rect">
            <a:avLst/>
          </a:prstGeom>
          <a:noFill/>
          <a:ln>
            <a:noFill/>
          </a:ln>
        </p:spPr>
      </p:pic>
      <p:sp>
        <p:nvSpPr>
          <p:cNvPr id="153" name="Google Shape;153;p28">
            <a:extLst>
              <a:ext uri="{FF2B5EF4-FFF2-40B4-BE49-F238E27FC236}">
                <a16:creationId xmlns:a16="http://schemas.microsoft.com/office/drawing/2014/main" id="{C603523F-C0E1-3683-628A-E3D1CA2038E9}"/>
              </a:ext>
            </a:extLst>
          </p:cNvPr>
          <p:cNvSpPr txBox="1"/>
          <p:nvPr/>
        </p:nvSpPr>
        <p:spPr>
          <a:xfrm>
            <a:off x="4501425" y="3878575"/>
            <a:ext cx="3273900" cy="1046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rgbClr val="0B5394"/>
                </a:solidFill>
                <a:latin typeface="Nunito"/>
                <a:ea typeface="Nunito"/>
                <a:cs typeface="Nunito"/>
                <a:sym typeface="Nunito"/>
              </a:rPr>
              <a:t>Dr. Rajiv Misra</a:t>
            </a:r>
            <a:r>
              <a:rPr lang="en" b="1">
                <a:latin typeface="Nunito"/>
                <a:ea typeface="Nunito"/>
                <a:cs typeface="Nunito"/>
                <a:sym typeface="Nunito"/>
              </a:rPr>
              <a:t>, Professor</a:t>
            </a:r>
            <a:endParaRPr b="1">
              <a:latin typeface="Nunito"/>
              <a:ea typeface="Nunito"/>
              <a:cs typeface="Nunito"/>
              <a:sym typeface="Nunito"/>
            </a:endParaRPr>
          </a:p>
          <a:p>
            <a:pPr marL="0" lvl="0" indent="0" algn="r" rtl="0">
              <a:spcBef>
                <a:spcPts val="0"/>
              </a:spcBef>
              <a:spcAft>
                <a:spcPts val="0"/>
              </a:spcAft>
              <a:buNone/>
            </a:pPr>
            <a:r>
              <a:rPr lang="en" b="1">
                <a:latin typeface="Nunito"/>
                <a:ea typeface="Nunito"/>
                <a:cs typeface="Nunito"/>
                <a:sym typeface="Nunito"/>
              </a:rPr>
              <a:t>Dept. of Computer Science &amp; Engg.</a:t>
            </a:r>
            <a:endParaRPr b="1">
              <a:latin typeface="Nunito"/>
              <a:ea typeface="Nunito"/>
              <a:cs typeface="Nunito"/>
              <a:sym typeface="Nunito"/>
            </a:endParaRPr>
          </a:p>
          <a:p>
            <a:pPr marL="0" lvl="0" indent="0" algn="r" rtl="0">
              <a:spcBef>
                <a:spcPts val="0"/>
              </a:spcBef>
              <a:spcAft>
                <a:spcPts val="0"/>
              </a:spcAft>
              <a:buNone/>
            </a:pPr>
            <a:r>
              <a:rPr lang="en" b="1">
                <a:latin typeface="Nunito"/>
                <a:ea typeface="Nunito"/>
                <a:cs typeface="Nunito"/>
                <a:sym typeface="Nunito"/>
              </a:rPr>
              <a:t>Indian Institute of Technology, Patna</a:t>
            </a:r>
            <a:endParaRPr b="1">
              <a:latin typeface="Nunito"/>
              <a:ea typeface="Nunito"/>
              <a:cs typeface="Nunito"/>
              <a:sym typeface="Nunito"/>
            </a:endParaRPr>
          </a:p>
          <a:p>
            <a:pPr marL="0" lvl="0" indent="0" algn="r" rtl="0">
              <a:spcBef>
                <a:spcPts val="0"/>
              </a:spcBef>
              <a:spcAft>
                <a:spcPts val="0"/>
              </a:spcAft>
              <a:buNone/>
            </a:pPr>
            <a:r>
              <a:rPr lang="en" b="1" i="1">
                <a:solidFill>
                  <a:schemeClr val="dk2"/>
                </a:solidFill>
                <a:latin typeface="Nunito"/>
                <a:ea typeface="Nunito"/>
                <a:cs typeface="Nunito"/>
                <a:sym typeface="Nunito"/>
              </a:rPr>
              <a:t>rajivm@iitp.ac.in</a:t>
            </a:r>
            <a:endParaRPr b="1" i="1">
              <a:solidFill>
                <a:schemeClr val="dk2"/>
              </a:solidFill>
              <a:latin typeface="Nunito"/>
              <a:ea typeface="Nunito"/>
              <a:cs typeface="Nunito"/>
              <a:sym typeface="Nunito"/>
            </a:endParaRPr>
          </a:p>
        </p:txBody>
      </p:sp>
      <p:sp>
        <p:nvSpPr>
          <p:cNvPr id="2" name="Slide Number Placeholder 1">
            <a:extLst>
              <a:ext uri="{FF2B5EF4-FFF2-40B4-BE49-F238E27FC236}">
                <a16:creationId xmlns:a16="http://schemas.microsoft.com/office/drawing/2014/main" id="{4185F49C-A7C3-0512-9A51-F42F9609C9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extLst>
      <p:ext uri="{BB962C8B-B14F-4D97-AF65-F5344CB8AC3E}">
        <p14:creationId xmlns:p14="http://schemas.microsoft.com/office/powerpoint/2010/main" val="118143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757AD828-733F-FE24-FBDB-09008D7D2F00}"/>
            </a:ext>
          </a:extLst>
        </p:cNvPr>
        <p:cNvGrpSpPr/>
        <p:nvPr/>
      </p:nvGrpSpPr>
      <p:grpSpPr>
        <a:xfrm>
          <a:off x="0" y="0"/>
          <a:ext cx="0" cy="0"/>
          <a:chOff x="0" y="0"/>
          <a:chExt cx="0" cy="0"/>
        </a:xfrm>
      </p:grpSpPr>
      <p:sp>
        <p:nvSpPr>
          <p:cNvPr id="151" name="Google Shape;151;p28">
            <a:extLst>
              <a:ext uri="{FF2B5EF4-FFF2-40B4-BE49-F238E27FC236}">
                <a16:creationId xmlns:a16="http://schemas.microsoft.com/office/drawing/2014/main" id="{E457147B-F213-EDFD-BFA1-84DFB1794296}"/>
              </a:ext>
            </a:extLst>
          </p:cNvPr>
          <p:cNvSpPr txBox="1">
            <a:spLocks noGrp="1"/>
          </p:cNvSpPr>
          <p:nvPr>
            <p:ph type="ctrTitle"/>
          </p:nvPr>
        </p:nvSpPr>
        <p:spPr>
          <a:xfrm>
            <a:off x="311699" y="744575"/>
            <a:ext cx="6207435"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br>
              <a:rPr lang="en" sz="3800" dirty="0">
                <a:latin typeface="Nunito"/>
                <a:ea typeface="Nunito"/>
                <a:cs typeface="Nunito"/>
                <a:sym typeface="Nunito"/>
              </a:rPr>
            </a:br>
            <a:br>
              <a:rPr lang="en" sz="3800" dirty="0">
                <a:latin typeface="Nunito"/>
                <a:ea typeface="Nunito"/>
                <a:cs typeface="Nunito"/>
                <a:sym typeface="Nunito"/>
              </a:rPr>
            </a:br>
            <a:r>
              <a:rPr lang="en-IN" sz="2400" dirty="0">
                <a:solidFill>
                  <a:schemeClr val="accent1">
                    <a:lumMod val="75000"/>
                  </a:schemeClr>
                </a:solidFill>
                <a:latin typeface="Nunito"/>
                <a:ea typeface="Nunito"/>
                <a:cs typeface="Nunito"/>
                <a:sym typeface="Nunito"/>
              </a:rPr>
              <a:t>Deep Q-Learning</a:t>
            </a:r>
            <a:endParaRPr sz="2400" dirty="0">
              <a:solidFill>
                <a:schemeClr val="accent1">
                  <a:lumMod val="75000"/>
                </a:schemeClr>
              </a:solidFill>
              <a:latin typeface="Nunito"/>
              <a:ea typeface="Nunito"/>
              <a:cs typeface="Nunito"/>
              <a:sym typeface="Nunito"/>
            </a:endParaRPr>
          </a:p>
        </p:txBody>
      </p:sp>
      <p:sp>
        <p:nvSpPr>
          <p:cNvPr id="2" name="Slide Number Placeholder 1">
            <a:extLst>
              <a:ext uri="{FF2B5EF4-FFF2-40B4-BE49-F238E27FC236}">
                <a16:creationId xmlns:a16="http://schemas.microsoft.com/office/drawing/2014/main" id="{AEA7BB4F-8260-790F-F255-AE525A6A63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3043062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CAEE-795C-CEAB-4EF2-5D66C1E809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FE891F-DA0B-6BA4-FBD3-F8689D8F33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8" name="TextBox 7">
            <a:extLst>
              <a:ext uri="{FF2B5EF4-FFF2-40B4-BE49-F238E27FC236}">
                <a16:creationId xmlns:a16="http://schemas.microsoft.com/office/drawing/2014/main" id="{05A485B9-D69E-C1D2-7129-C34CAFDADD49}"/>
              </a:ext>
            </a:extLst>
          </p:cNvPr>
          <p:cNvSpPr txBox="1"/>
          <p:nvPr/>
        </p:nvSpPr>
        <p:spPr>
          <a:xfrm>
            <a:off x="103632" y="163104"/>
            <a:ext cx="7028688" cy="400110"/>
          </a:xfrm>
          <a:prstGeom prst="rect">
            <a:avLst/>
          </a:prstGeom>
          <a:noFill/>
        </p:spPr>
        <p:txBody>
          <a:bodyPr wrap="square">
            <a:spAutoFit/>
          </a:bodyPr>
          <a:lstStyle/>
          <a:p>
            <a:r>
              <a:rPr lang="en-GB" sz="2000" dirty="0"/>
              <a:t>Basic Concepts of Q Learning for Deep Q Networks</a:t>
            </a:r>
            <a:endParaRPr lang="en-IN" sz="2000" dirty="0"/>
          </a:p>
        </p:txBody>
      </p:sp>
      <p:sp>
        <p:nvSpPr>
          <p:cNvPr id="10" name="TextBox 9">
            <a:extLst>
              <a:ext uri="{FF2B5EF4-FFF2-40B4-BE49-F238E27FC236}">
                <a16:creationId xmlns:a16="http://schemas.microsoft.com/office/drawing/2014/main" id="{E68E32CA-D919-3ACE-CAE6-59D204B4FF26}"/>
              </a:ext>
            </a:extLst>
          </p:cNvPr>
          <p:cNvSpPr txBox="1"/>
          <p:nvPr/>
        </p:nvSpPr>
        <p:spPr>
          <a:xfrm>
            <a:off x="266367" y="760211"/>
            <a:ext cx="8297187" cy="2318583"/>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Q learning is a type of reinforcement learning algorithm that is denoted by Q(</a:t>
            </a:r>
            <a:r>
              <a:rPr lang="en-GB" b="0" i="0" dirty="0" err="1">
                <a:solidFill>
                  <a:srgbClr val="1A1A1A"/>
                </a:solidFill>
                <a:effectLst/>
                <a:latin typeface="Poppins" panose="00000500000000000000" pitchFamily="2" charset="0"/>
              </a:rPr>
              <a:t>s,a</a:t>
            </a:r>
            <a:r>
              <a:rPr lang="en-GB" b="0" i="0" dirty="0">
                <a:solidFill>
                  <a:srgbClr val="1A1A1A"/>
                </a:solidFill>
                <a:effectLst/>
                <a:latin typeface="Poppins" panose="00000500000000000000" pitchFamily="2" charset="0"/>
              </a:rPr>
              <a:t>) where </a:t>
            </a:r>
          </a:p>
          <a:p>
            <a:pPr algn="just">
              <a:spcBef>
                <a:spcPts val="2250"/>
              </a:spcBef>
              <a:buFont typeface="Arial" panose="020B0604020202020204" pitchFamily="34" charset="0"/>
              <a:buChar char="•"/>
            </a:pPr>
            <a:r>
              <a:rPr lang="en-GB" b="0" i="0" dirty="0">
                <a:solidFill>
                  <a:srgbClr val="1A1A1A"/>
                </a:solidFill>
                <a:effectLst/>
                <a:latin typeface="Poppins" panose="00000500000000000000" pitchFamily="2" charset="0"/>
              </a:rPr>
              <a:t>Q= Q learning function</a:t>
            </a:r>
          </a:p>
          <a:p>
            <a:pPr algn="just">
              <a:spcBef>
                <a:spcPts val="1125"/>
              </a:spcBef>
              <a:buFont typeface="Arial" panose="020B0604020202020204" pitchFamily="34" charset="0"/>
              <a:buChar char="•"/>
            </a:pPr>
            <a:r>
              <a:rPr lang="en-GB" b="0" i="0" dirty="0">
                <a:solidFill>
                  <a:srgbClr val="1A1A1A"/>
                </a:solidFill>
                <a:effectLst/>
                <a:latin typeface="Poppins" panose="00000500000000000000" pitchFamily="2" charset="0"/>
              </a:rPr>
              <a:t>s= state of the environment</a:t>
            </a:r>
          </a:p>
          <a:p>
            <a:pPr algn="just">
              <a:spcBef>
                <a:spcPts val="1125"/>
              </a:spcBef>
              <a:buFont typeface="Arial" panose="020B0604020202020204" pitchFamily="34" charset="0"/>
              <a:buChar char="•"/>
            </a:pPr>
            <a:r>
              <a:rPr lang="en-GB" b="0" i="0" dirty="0">
                <a:solidFill>
                  <a:srgbClr val="1A1A1A"/>
                </a:solidFill>
                <a:effectLst/>
                <a:latin typeface="Poppins" panose="00000500000000000000" pitchFamily="2" charset="0"/>
              </a:rPr>
              <a:t>a= action of the agent</a:t>
            </a:r>
          </a:p>
          <a:p>
            <a:pPr algn="just">
              <a:spcBef>
                <a:spcPts val="1125"/>
              </a:spcBef>
              <a:buFont typeface="Arial" panose="020B0604020202020204" pitchFamily="34" charset="0"/>
              <a:buChar char="•"/>
            </a:pPr>
            <a:endParaRPr lang="en-GB" b="0" i="0" dirty="0">
              <a:solidFill>
                <a:srgbClr val="1A1A1A"/>
              </a:solidFill>
              <a:effectLst/>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This is called the action value function of the learning algorithm. The main purpose of Q learning is to find the optimal policy to maximize the expected cumulative reward. </a:t>
            </a:r>
          </a:p>
        </p:txBody>
      </p:sp>
    </p:spTree>
    <p:extLst>
      <p:ext uri="{BB962C8B-B14F-4D97-AF65-F5344CB8AC3E}">
        <p14:creationId xmlns:p14="http://schemas.microsoft.com/office/powerpoint/2010/main" val="1235760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4D72B-BD58-49B3-8260-1C64462AF1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4A71FD-2B04-A172-E7EB-EEB6580586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8" name="TextBox 7">
            <a:extLst>
              <a:ext uri="{FF2B5EF4-FFF2-40B4-BE49-F238E27FC236}">
                <a16:creationId xmlns:a16="http://schemas.microsoft.com/office/drawing/2014/main" id="{A013403D-D79D-9979-95FA-5CDBCAEC3144}"/>
              </a:ext>
            </a:extLst>
          </p:cNvPr>
          <p:cNvSpPr txBox="1"/>
          <p:nvPr/>
        </p:nvSpPr>
        <p:spPr>
          <a:xfrm>
            <a:off x="103632" y="163104"/>
            <a:ext cx="7028688" cy="400110"/>
          </a:xfrm>
          <a:prstGeom prst="rect">
            <a:avLst/>
          </a:prstGeom>
          <a:noFill/>
        </p:spPr>
        <p:txBody>
          <a:bodyPr wrap="square">
            <a:spAutoFit/>
          </a:bodyPr>
          <a:lstStyle/>
          <a:p>
            <a:r>
              <a:rPr lang="en-GB" sz="2000" dirty="0"/>
              <a:t>Bellman Equation in Q learning</a:t>
            </a:r>
            <a:endParaRPr lang="en-IN" sz="2000" dirty="0"/>
          </a:p>
        </p:txBody>
      </p:sp>
      <p:sp>
        <p:nvSpPr>
          <p:cNvPr id="10" name="TextBox 9">
            <a:extLst>
              <a:ext uri="{FF2B5EF4-FFF2-40B4-BE49-F238E27FC236}">
                <a16:creationId xmlns:a16="http://schemas.microsoft.com/office/drawing/2014/main" id="{03CD71C0-6978-B329-F867-B268075EB66F}"/>
              </a:ext>
            </a:extLst>
          </p:cNvPr>
          <p:cNvSpPr txBox="1"/>
          <p:nvPr/>
        </p:nvSpPr>
        <p:spPr>
          <a:xfrm>
            <a:off x="266367" y="760211"/>
            <a:ext cx="8297187" cy="4370427"/>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The core update rule for Q learning is the Bellman equation. </a:t>
            </a:r>
          </a:p>
          <a:p>
            <a:pPr algn="just">
              <a:buNone/>
            </a:pPr>
            <a:endParaRPr lang="en-GB" dirty="0">
              <a:solidFill>
                <a:srgbClr val="1A1A1A"/>
              </a:solidFill>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This updates the Q values iteratively on the basis of rewards received during the process. </a:t>
            </a:r>
          </a:p>
          <a:p>
            <a:pPr algn="just">
              <a:buNone/>
            </a:pPr>
            <a:endParaRPr lang="en-GB" dirty="0">
              <a:solidFill>
                <a:srgbClr val="1A1A1A"/>
              </a:solidFill>
              <a:latin typeface="Poppins" panose="00000500000000000000" pitchFamily="2" charset="0"/>
            </a:endParaRPr>
          </a:p>
          <a:p>
            <a:pPr algn="just">
              <a:buNone/>
            </a:pPr>
            <a:r>
              <a:rPr lang="en-GB" b="0" i="0" dirty="0">
                <a:solidFill>
                  <a:srgbClr val="1A1A1A"/>
                </a:solidFill>
                <a:effectLst/>
                <a:latin typeface="Poppins" panose="00000500000000000000" pitchFamily="2" charset="0"/>
              </a:rPr>
              <a:t>Moreover, future values are also estimated through this equation. </a:t>
            </a:r>
          </a:p>
          <a:p>
            <a:pPr algn="just">
              <a:buNone/>
            </a:pPr>
            <a:endParaRPr lang="en-GB" dirty="0">
              <a:solidFill>
                <a:srgbClr val="1A1A1A"/>
              </a:solidFill>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The Bellman equation is given as:</a:t>
            </a:r>
          </a:p>
          <a:p>
            <a:pPr algn="just">
              <a:buNone/>
            </a:pPr>
            <a:endParaRPr lang="en-GB" dirty="0">
              <a:solidFill>
                <a:srgbClr val="1A1A1A"/>
              </a:solidFill>
              <a:latin typeface="Poppins" panose="00000500000000000000" pitchFamily="2" charset="0"/>
            </a:endParaRPr>
          </a:p>
          <a:p>
            <a:pPr algn="ctr">
              <a:buNone/>
            </a:pPr>
            <a:r>
              <a:rPr lang="pt-BR" sz="2000" dirty="0"/>
              <a:t>Q(s,a)←(1−α)⋅Q(s,a)+α⋅[R(s,a)+γ⋅maxa′​Q(s′,a′)]</a:t>
            </a:r>
          </a:p>
          <a:p>
            <a:pPr algn="ctr">
              <a:buNone/>
            </a:pPr>
            <a:endParaRPr lang="pt-BR" sz="2000" b="0" i="0" dirty="0">
              <a:solidFill>
                <a:srgbClr val="1A1A1A"/>
              </a:solidFill>
              <a:effectLst/>
              <a:latin typeface="Poppins" panose="00000500000000000000" pitchFamily="2" charset="0"/>
            </a:endParaRP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γ = discount factor of the function which is used to balance between immediate and future rewards. </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R(s, a) = immediate reward of taking the action “a” within the state “s”.</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α= The learning rate that controls the step size of the update. It is always between 0 and max[Q(</a:t>
            </a:r>
            <a:r>
              <a:rPr lang="en-GB" b="0" i="0" dirty="0" err="1">
                <a:solidFill>
                  <a:srgbClr val="1A1A1A"/>
                </a:solidFill>
                <a:effectLst/>
                <a:latin typeface="Poppins" panose="00000500000000000000" pitchFamily="2" charset="0"/>
              </a:rPr>
              <a:t>s′,a</a:t>
            </a:r>
            <a:r>
              <a:rPr lang="en-GB" b="0" i="0" dirty="0">
                <a:solidFill>
                  <a:srgbClr val="1A1A1A"/>
                </a:solidFill>
                <a:effectLst/>
                <a:latin typeface="Poppins" panose="00000500000000000000" pitchFamily="2" charset="0"/>
              </a:rPr>
              <a:t>′)] = The prediction of the maximum Q values over the next state s′ and action value a′</a:t>
            </a:r>
          </a:p>
        </p:txBody>
      </p:sp>
    </p:spTree>
    <p:extLst>
      <p:ext uri="{BB962C8B-B14F-4D97-AF65-F5344CB8AC3E}">
        <p14:creationId xmlns:p14="http://schemas.microsoft.com/office/powerpoint/2010/main" val="234202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EB6E-AF54-3E9A-3951-6A0F5690E3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A0DC70-532A-436A-E395-499DA13C25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8" name="TextBox 7">
            <a:extLst>
              <a:ext uri="{FF2B5EF4-FFF2-40B4-BE49-F238E27FC236}">
                <a16:creationId xmlns:a16="http://schemas.microsoft.com/office/drawing/2014/main" id="{FFF20E61-2B23-7CAA-E081-23844B300FBF}"/>
              </a:ext>
            </a:extLst>
          </p:cNvPr>
          <p:cNvSpPr txBox="1"/>
          <p:nvPr/>
        </p:nvSpPr>
        <p:spPr>
          <a:xfrm>
            <a:off x="103632" y="163104"/>
            <a:ext cx="7028688" cy="400110"/>
          </a:xfrm>
          <a:prstGeom prst="rect">
            <a:avLst/>
          </a:prstGeom>
          <a:noFill/>
        </p:spPr>
        <p:txBody>
          <a:bodyPr wrap="square">
            <a:spAutoFit/>
          </a:bodyPr>
          <a:lstStyle/>
          <a:p>
            <a:r>
              <a:rPr lang="en-GB" sz="2000" dirty="0"/>
              <a:t>What is Q-Learning</a:t>
            </a:r>
            <a:endParaRPr lang="en-IN" sz="2000" dirty="0"/>
          </a:p>
        </p:txBody>
      </p:sp>
      <p:sp>
        <p:nvSpPr>
          <p:cNvPr id="10" name="TextBox 9">
            <a:extLst>
              <a:ext uri="{FF2B5EF4-FFF2-40B4-BE49-F238E27FC236}">
                <a16:creationId xmlns:a16="http://schemas.microsoft.com/office/drawing/2014/main" id="{58215C1E-96BE-B56D-E7FD-0DB95C58D150}"/>
              </a:ext>
            </a:extLst>
          </p:cNvPr>
          <p:cNvSpPr txBox="1"/>
          <p:nvPr/>
        </p:nvSpPr>
        <p:spPr>
          <a:xfrm>
            <a:off x="266367" y="760211"/>
            <a:ext cx="8297187" cy="1384995"/>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The main idea of Q-learning is that your algorithm predicts the value of a state-action pair, and then you compare this prediction to the observed accumulated rewards at some later time and update the parameters of your algorithm, so that next time it will make better predictions. The Q-learning update rule is mentioned below:</a:t>
            </a:r>
          </a:p>
          <a:p>
            <a:pPr algn="just">
              <a:buNone/>
            </a:pPr>
            <a:endParaRPr lang="en-GB" dirty="0">
              <a:solidFill>
                <a:srgbClr val="1A1A1A"/>
              </a:solidFill>
              <a:latin typeface="Poppins" panose="00000500000000000000" pitchFamily="2" charset="0"/>
            </a:endParaRPr>
          </a:p>
          <a:p>
            <a:pPr algn="just">
              <a:buNone/>
            </a:pPr>
            <a:endParaRPr lang="en-GB" b="0" i="0" dirty="0">
              <a:solidFill>
                <a:srgbClr val="1A1A1A"/>
              </a:solidFill>
              <a:effectLst/>
              <a:latin typeface="Poppins" panose="00000500000000000000" pitchFamily="2" charset="0"/>
            </a:endParaRPr>
          </a:p>
        </p:txBody>
      </p:sp>
      <p:pic>
        <p:nvPicPr>
          <p:cNvPr id="4" name="Picture 3" descr="A diagram of a mathematical equation&#10;&#10;AI-generated content may be incorrect.">
            <a:extLst>
              <a:ext uri="{FF2B5EF4-FFF2-40B4-BE49-F238E27FC236}">
                <a16:creationId xmlns:a16="http://schemas.microsoft.com/office/drawing/2014/main" id="{85029318-3BFB-1F8A-61FF-2F8D2482524C}"/>
              </a:ext>
            </a:extLst>
          </p:cNvPr>
          <p:cNvPicPr>
            <a:picLocks noChangeAspect="1"/>
          </p:cNvPicPr>
          <p:nvPr/>
        </p:nvPicPr>
        <p:blipFill>
          <a:blip r:embed="rId2"/>
          <a:stretch>
            <a:fillRect/>
          </a:stretch>
        </p:blipFill>
        <p:spPr>
          <a:xfrm>
            <a:off x="422080" y="1779342"/>
            <a:ext cx="7161344" cy="2437905"/>
          </a:xfrm>
          <a:prstGeom prst="rect">
            <a:avLst/>
          </a:prstGeom>
        </p:spPr>
      </p:pic>
      <p:sp>
        <p:nvSpPr>
          <p:cNvPr id="9" name="TextBox 8">
            <a:extLst>
              <a:ext uri="{FF2B5EF4-FFF2-40B4-BE49-F238E27FC236}">
                <a16:creationId xmlns:a16="http://schemas.microsoft.com/office/drawing/2014/main" id="{8FB78052-99E6-A66C-107C-19E7B2931221}"/>
              </a:ext>
            </a:extLst>
          </p:cNvPr>
          <p:cNvSpPr txBox="1"/>
          <p:nvPr/>
        </p:nvSpPr>
        <p:spPr>
          <a:xfrm>
            <a:off x="422080" y="4305090"/>
            <a:ext cx="8297187" cy="646331"/>
          </a:xfrm>
          <a:prstGeom prst="rect">
            <a:avLst/>
          </a:prstGeom>
          <a:noFill/>
        </p:spPr>
        <p:txBody>
          <a:bodyPr wrap="square">
            <a:spAutoFit/>
          </a:bodyPr>
          <a:lstStyle/>
          <a:p>
            <a:r>
              <a:rPr lang="en-GB" sz="1200" dirty="0">
                <a:solidFill>
                  <a:srgbClr val="1A1A1A"/>
                </a:solidFill>
                <a:latin typeface="Poppins" panose="00000500000000000000" pitchFamily="2" charset="0"/>
              </a:rPr>
              <a:t>The above formula tells us that, the updated Q value at time t is the sum of the current Q-value and the expected Q-value in the future provided we play optimally from the current state. The discount factor (from 0 to 0.99) tells us how important is the future reward for us to take the current action</a:t>
            </a:r>
            <a:endParaRPr lang="en-IN" sz="1200" dirty="0">
              <a:solidFill>
                <a:srgbClr val="1A1A1A"/>
              </a:solidFill>
              <a:latin typeface="Poppins" panose="00000500000000000000" pitchFamily="2" charset="0"/>
            </a:endParaRPr>
          </a:p>
        </p:txBody>
      </p:sp>
    </p:spTree>
    <p:extLst>
      <p:ext uri="{BB962C8B-B14F-4D97-AF65-F5344CB8AC3E}">
        <p14:creationId xmlns:p14="http://schemas.microsoft.com/office/powerpoint/2010/main" val="3065140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4ECA1-2FF1-5DD5-693E-E96D08CCA4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9EC7B5-0419-D312-4E65-5347DE7899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8" name="TextBox 7">
            <a:extLst>
              <a:ext uri="{FF2B5EF4-FFF2-40B4-BE49-F238E27FC236}">
                <a16:creationId xmlns:a16="http://schemas.microsoft.com/office/drawing/2014/main" id="{FDA9C20E-F82B-FBB3-1BE2-4042649C9BB7}"/>
              </a:ext>
            </a:extLst>
          </p:cNvPr>
          <p:cNvSpPr txBox="1"/>
          <p:nvPr/>
        </p:nvSpPr>
        <p:spPr>
          <a:xfrm>
            <a:off x="103632" y="163104"/>
            <a:ext cx="7028688" cy="400110"/>
          </a:xfrm>
          <a:prstGeom prst="rect">
            <a:avLst/>
          </a:prstGeom>
          <a:noFill/>
        </p:spPr>
        <p:txBody>
          <a:bodyPr wrap="square">
            <a:spAutoFit/>
          </a:bodyPr>
          <a:lstStyle/>
          <a:p>
            <a:r>
              <a:rPr lang="en-GB" sz="2000" dirty="0"/>
              <a:t>What is Deep Q Network (DQN)</a:t>
            </a:r>
            <a:endParaRPr lang="en-IN" sz="2000" dirty="0"/>
          </a:p>
        </p:txBody>
      </p:sp>
      <p:sp>
        <p:nvSpPr>
          <p:cNvPr id="10" name="TextBox 9">
            <a:extLst>
              <a:ext uri="{FF2B5EF4-FFF2-40B4-BE49-F238E27FC236}">
                <a16:creationId xmlns:a16="http://schemas.microsoft.com/office/drawing/2014/main" id="{35CA4DA7-3285-B053-409F-F18A2D0F6927}"/>
              </a:ext>
            </a:extLst>
          </p:cNvPr>
          <p:cNvSpPr txBox="1"/>
          <p:nvPr/>
        </p:nvSpPr>
        <p:spPr>
          <a:xfrm>
            <a:off x="266367" y="760211"/>
            <a:ext cx="4369243" cy="3539430"/>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The deep Q networks are the type of neural networks that provide different models such as the simulation of video games by using the Q learning we have discussed earlier. </a:t>
            </a:r>
          </a:p>
          <a:p>
            <a:pPr algn="just">
              <a:buNone/>
            </a:pPr>
            <a:endParaRPr lang="en-GB" dirty="0">
              <a:solidFill>
                <a:srgbClr val="1A1A1A"/>
              </a:solidFill>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These networks use reinforcement learning specifically for solving the problem through the mechanism in which the agent sequentially makes a decision and provides the maximum cumulative reward. </a:t>
            </a:r>
          </a:p>
          <a:p>
            <a:pPr algn="just">
              <a:buNone/>
            </a:pPr>
            <a:endParaRPr lang="en-GB" dirty="0">
              <a:solidFill>
                <a:srgbClr val="1A1A1A"/>
              </a:solidFill>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This is a perfect combination of learning with the deep neural network that makes it efficient enough to deal with the high dimensional input space.</a:t>
            </a:r>
          </a:p>
          <a:p>
            <a:pPr algn="just">
              <a:buNone/>
            </a:pPr>
            <a:endParaRPr lang="en-GB" b="0" i="0" dirty="0">
              <a:solidFill>
                <a:srgbClr val="1A1A1A"/>
              </a:solidFill>
              <a:effectLst/>
              <a:latin typeface="Poppins" panose="00000500000000000000" pitchFamily="2" charset="0"/>
            </a:endParaRPr>
          </a:p>
        </p:txBody>
      </p:sp>
      <p:pic>
        <p:nvPicPr>
          <p:cNvPr id="5" name="Picture 4" descr="A diagram of a computer network&#10;&#10;AI-generated content may be incorrect.">
            <a:extLst>
              <a:ext uri="{FF2B5EF4-FFF2-40B4-BE49-F238E27FC236}">
                <a16:creationId xmlns:a16="http://schemas.microsoft.com/office/drawing/2014/main" id="{87440799-9BB0-C1E3-77E8-A7CDD14E39FB}"/>
              </a:ext>
            </a:extLst>
          </p:cNvPr>
          <p:cNvPicPr>
            <a:picLocks noChangeAspect="1"/>
          </p:cNvPicPr>
          <p:nvPr/>
        </p:nvPicPr>
        <p:blipFill>
          <a:blip r:embed="rId3"/>
          <a:stretch>
            <a:fillRect/>
          </a:stretch>
        </p:blipFill>
        <p:spPr>
          <a:xfrm>
            <a:off x="4829117" y="644055"/>
            <a:ext cx="3984245" cy="3283889"/>
          </a:xfrm>
          <a:prstGeom prst="rect">
            <a:avLst/>
          </a:prstGeom>
        </p:spPr>
      </p:pic>
      <p:sp>
        <p:nvSpPr>
          <p:cNvPr id="4" name="TextBox 3">
            <a:extLst>
              <a:ext uri="{FF2B5EF4-FFF2-40B4-BE49-F238E27FC236}">
                <a16:creationId xmlns:a16="http://schemas.microsoft.com/office/drawing/2014/main" id="{DCB8817B-2759-67DD-81AE-5D560A767BDC}"/>
              </a:ext>
            </a:extLst>
          </p:cNvPr>
          <p:cNvSpPr txBox="1"/>
          <p:nvPr/>
        </p:nvSpPr>
        <p:spPr>
          <a:xfrm>
            <a:off x="266367" y="4008785"/>
            <a:ext cx="8113006" cy="954107"/>
          </a:xfrm>
          <a:prstGeom prst="rect">
            <a:avLst/>
          </a:prstGeom>
          <a:noFill/>
        </p:spPr>
        <p:txBody>
          <a:bodyPr wrap="square">
            <a:spAutoFit/>
          </a:bodyPr>
          <a:lstStyle/>
          <a:p>
            <a:r>
              <a:rPr lang="en-GB" b="0" i="0" dirty="0">
                <a:solidFill>
                  <a:srgbClr val="1A1A1A"/>
                </a:solidFill>
                <a:effectLst/>
                <a:latin typeface="Poppins" panose="00000500000000000000" pitchFamily="2" charset="0"/>
              </a:rPr>
              <a:t>This is considered the off-policy temporal difference method because it considers the future rewards and updates the value function of the present state-action pair. It is considered a successful neural network because it can solve complex reinforcement problems efficiently. </a:t>
            </a:r>
            <a:endParaRPr lang="en-IN" dirty="0"/>
          </a:p>
        </p:txBody>
      </p:sp>
    </p:spTree>
    <p:extLst>
      <p:ext uri="{BB962C8B-B14F-4D97-AF65-F5344CB8AC3E}">
        <p14:creationId xmlns:p14="http://schemas.microsoft.com/office/powerpoint/2010/main" val="2326377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1A19-373B-7526-2506-D1D112785D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C1365B-BFD2-C574-1757-B54EB93B1D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8" name="TextBox 7">
            <a:extLst>
              <a:ext uri="{FF2B5EF4-FFF2-40B4-BE49-F238E27FC236}">
                <a16:creationId xmlns:a16="http://schemas.microsoft.com/office/drawing/2014/main" id="{A34E8C47-2279-CA1A-28F6-7935C9A37F73}"/>
              </a:ext>
            </a:extLst>
          </p:cNvPr>
          <p:cNvSpPr txBox="1"/>
          <p:nvPr/>
        </p:nvSpPr>
        <p:spPr>
          <a:xfrm>
            <a:off x="103632" y="163104"/>
            <a:ext cx="7028688" cy="400110"/>
          </a:xfrm>
          <a:prstGeom prst="rect">
            <a:avLst/>
          </a:prstGeom>
          <a:noFill/>
        </p:spPr>
        <p:txBody>
          <a:bodyPr wrap="square">
            <a:spAutoFit/>
          </a:bodyPr>
          <a:lstStyle/>
          <a:p>
            <a:r>
              <a:rPr lang="en-GB" sz="2000" dirty="0"/>
              <a:t>How a neural network Q function works</a:t>
            </a:r>
            <a:endParaRPr lang="en-IN" sz="2000" dirty="0"/>
          </a:p>
        </p:txBody>
      </p:sp>
      <p:sp>
        <p:nvSpPr>
          <p:cNvPr id="10" name="TextBox 9">
            <a:extLst>
              <a:ext uri="{FF2B5EF4-FFF2-40B4-BE49-F238E27FC236}">
                <a16:creationId xmlns:a16="http://schemas.microsoft.com/office/drawing/2014/main" id="{FF2BFB14-D242-5EBD-B741-B981567654BA}"/>
              </a:ext>
            </a:extLst>
          </p:cNvPr>
          <p:cNvSpPr txBox="1"/>
          <p:nvPr/>
        </p:nvSpPr>
        <p:spPr>
          <a:xfrm>
            <a:off x="266367" y="760211"/>
            <a:ext cx="4369243" cy="3754874"/>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The network takes a state(s’) as the input and produces the Q-values for every action in the action space (no of actions depends on the game/environment).</a:t>
            </a:r>
            <a:br>
              <a:rPr lang="en-GB" b="0" i="0" dirty="0">
                <a:solidFill>
                  <a:srgbClr val="1A1A1A"/>
                </a:solidFill>
                <a:effectLst/>
                <a:latin typeface="Poppins" panose="00000500000000000000" pitchFamily="2" charset="0"/>
              </a:rPr>
            </a:br>
            <a:br>
              <a:rPr lang="en-GB" b="0" i="0" dirty="0">
                <a:solidFill>
                  <a:srgbClr val="1A1A1A"/>
                </a:solidFill>
                <a:effectLst/>
                <a:latin typeface="Poppins" panose="00000500000000000000" pitchFamily="2" charset="0"/>
              </a:rPr>
            </a:br>
            <a:r>
              <a:rPr lang="en-GB" b="0" i="0" dirty="0">
                <a:solidFill>
                  <a:srgbClr val="1A1A1A"/>
                </a:solidFill>
                <a:effectLst/>
                <a:latin typeface="Poppins" panose="00000500000000000000" pitchFamily="2" charset="0"/>
              </a:rPr>
              <a:t>The neural network job is to learn the parameters so assume that the training is done and we got the final network ready.</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At the time of prediction, we use this trained network to predict the next best action to take in the environment.</a:t>
            </a:r>
          </a:p>
          <a:p>
            <a:pPr>
              <a:buNone/>
            </a:pPr>
            <a:endParaRPr lang="en-GB" b="0" i="0" dirty="0">
              <a:solidFill>
                <a:srgbClr val="1A1A1A"/>
              </a:solidFill>
              <a:effectLst/>
              <a:latin typeface="Poppins" panose="00000500000000000000" pitchFamily="2" charset="0"/>
            </a:endParaRPr>
          </a:p>
          <a:p>
            <a:pPr>
              <a:buNone/>
            </a:pPr>
            <a:r>
              <a:rPr lang="en-GB" dirty="0">
                <a:solidFill>
                  <a:srgbClr val="1A1A1A"/>
                </a:solidFill>
                <a:latin typeface="Poppins" panose="00000500000000000000" pitchFamily="2" charset="0"/>
              </a:rPr>
              <a:t>G</a:t>
            </a:r>
            <a:r>
              <a:rPr lang="en-GB" b="0" i="0" dirty="0">
                <a:solidFill>
                  <a:srgbClr val="1A1A1A"/>
                </a:solidFill>
                <a:effectLst/>
                <a:latin typeface="Poppins" panose="00000500000000000000" pitchFamily="2" charset="0"/>
              </a:rPr>
              <a:t>ive an input state and the network gives the Q values for all actions then we take the max Q-value to take the corresponding action in the environment.</a:t>
            </a:r>
          </a:p>
        </p:txBody>
      </p:sp>
      <p:pic>
        <p:nvPicPr>
          <p:cNvPr id="7" name="Picture 6" descr="A diagram of a network&#10;&#10;AI-generated content may be incorrect.">
            <a:extLst>
              <a:ext uri="{FF2B5EF4-FFF2-40B4-BE49-F238E27FC236}">
                <a16:creationId xmlns:a16="http://schemas.microsoft.com/office/drawing/2014/main" id="{D8ABF06F-3AE0-DF32-949C-2A4A190FDBCA}"/>
              </a:ext>
            </a:extLst>
          </p:cNvPr>
          <p:cNvPicPr>
            <a:picLocks noChangeAspect="1"/>
          </p:cNvPicPr>
          <p:nvPr/>
        </p:nvPicPr>
        <p:blipFill>
          <a:blip r:embed="rId2"/>
          <a:stretch>
            <a:fillRect/>
          </a:stretch>
        </p:blipFill>
        <p:spPr>
          <a:xfrm>
            <a:off x="4904513" y="563214"/>
            <a:ext cx="4102356" cy="2308976"/>
          </a:xfrm>
          <a:prstGeom prst="rect">
            <a:avLst/>
          </a:prstGeom>
        </p:spPr>
      </p:pic>
      <p:sp>
        <p:nvSpPr>
          <p:cNvPr id="15" name="TextBox 14">
            <a:extLst>
              <a:ext uri="{FF2B5EF4-FFF2-40B4-BE49-F238E27FC236}">
                <a16:creationId xmlns:a16="http://schemas.microsoft.com/office/drawing/2014/main" id="{7FEC0726-227C-3E0A-0965-CA85DEBD8D93}"/>
              </a:ext>
            </a:extLst>
          </p:cNvPr>
          <p:cNvSpPr txBox="1"/>
          <p:nvPr/>
        </p:nvSpPr>
        <p:spPr>
          <a:xfrm>
            <a:off x="4572000" y="3429182"/>
            <a:ext cx="4572000" cy="954107"/>
          </a:xfrm>
          <a:prstGeom prst="rect">
            <a:avLst/>
          </a:prstGeom>
          <a:noFill/>
        </p:spPr>
        <p:txBody>
          <a:bodyPr wrap="square">
            <a:spAutoFit/>
          </a:bodyPr>
          <a:lstStyle/>
          <a:p>
            <a:r>
              <a:rPr lang="en-GB" b="1" dirty="0" err="1"/>
              <a:t>best_action</a:t>
            </a:r>
            <a:r>
              <a:rPr lang="en-GB" b="1" dirty="0"/>
              <a:t> = </a:t>
            </a:r>
            <a:r>
              <a:rPr lang="en-GB" b="1" dirty="0" err="1"/>
              <a:t>arg</a:t>
            </a:r>
            <a:r>
              <a:rPr lang="en-GB" b="1" dirty="0"/>
              <a:t> max(NN predicted Q-values )</a:t>
            </a:r>
          </a:p>
          <a:p>
            <a:endParaRPr lang="en-GB" dirty="0"/>
          </a:p>
          <a:p>
            <a:r>
              <a:rPr lang="en-GB" dirty="0"/>
              <a:t>Which means → for this state, this is the </a:t>
            </a:r>
            <a:r>
              <a:rPr lang="en-GB" b="1" dirty="0" err="1"/>
              <a:t>best_action</a:t>
            </a:r>
            <a:r>
              <a:rPr lang="en-GB" dirty="0"/>
              <a:t> to take in the env.</a:t>
            </a:r>
            <a:endParaRPr lang="en-IN" dirty="0"/>
          </a:p>
        </p:txBody>
      </p:sp>
    </p:spTree>
    <p:extLst>
      <p:ext uri="{BB962C8B-B14F-4D97-AF65-F5344CB8AC3E}">
        <p14:creationId xmlns:p14="http://schemas.microsoft.com/office/powerpoint/2010/main" val="3048996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86717-9D6E-13F2-93DF-0E9EE3490D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A1C92-1E63-170F-3DE4-C0F485CCAA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8" name="TextBox 7">
            <a:extLst>
              <a:ext uri="{FF2B5EF4-FFF2-40B4-BE49-F238E27FC236}">
                <a16:creationId xmlns:a16="http://schemas.microsoft.com/office/drawing/2014/main" id="{9024444C-9593-EF39-062C-2DF169C76B0C}"/>
              </a:ext>
            </a:extLst>
          </p:cNvPr>
          <p:cNvSpPr txBox="1"/>
          <p:nvPr/>
        </p:nvSpPr>
        <p:spPr>
          <a:xfrm>
            <a:off x="103632" y="163104"/>
            <a:ext cx="7028688" cy="400110"/>
          </a:xfrm>
          <a:prstGeom prst="rect">
            <a:avLst/>
          </a:prstGeom>
          <a:noFill/>
        </p:spPr>
        <p:txBody>
          <a:bodyPr wrap="square">
            <a:spAutoFit/>
          </a:bodyPr>
          <a:lstStyle/>
          <a:p>
            <a:r>
              <a:rPr lang="en-GB" sz="2000" dirty="0"/>
              <a:t>Training DQN</a:t>
            </a:r>
            <a:endParaRPr lang="en-IN" sz="2000" dirty="0"/>
          </a:p>
        </p:txBody>
      </p:sp>
      <p:sp>
        <p:nvSpPr>
          <p:cNvPr id="10" name="TextBox 9">
            <a:extLst>
              <a:ext uri="{FF2B5EF4-FFF2-40B4-BE49-F238E27FC236}">
                <a16:creationId xmlns:a16="http://schemas.microsoft.com/office/drawing/2014/main" id="{2B4FD79A-9152-8D42-9BB9-B1D1DDBD8057}"/>
              </a:ext>
            </a:extLst>
          </p:cNvPr>
          <p:cNvSpPr txBox="1"/>
          <p:nvPr/>
        </p:nvSpPr>
        <p:spPr>
          <a:xfrm>
            <a:off x="266367" y="760211"/>
            <a:ext cx="8527776" cy="4185761"/>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This is a regression problem, so we use any regression loss function to minimize the total error of the training data.</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neural network loss function for predicting the Q values</a:t>
            </a:r>
          </a:p>
          <a:p>
            <a:pPr>
              <a:buNone/>
            </a:pPr>
            <a:br>
              <a:rPr lang="en-GB" b="0" i="0" dirty="0">
                <a:solidFill>
                  <a:srgbClr val="1A1A1A"/>
                </a:solidFill>
                <a:effectLst/>
                <a:latin typeface="Poppins" panose="00000500000000000000" pitchFamily="2" charset="0"/>
              </a:rPr>
            </a:br>
            <a:r>
              <a:rPr lang="en-GB" b="1" i="0" dirty="0">
                <a:solidFill>
                  <a:srgbClr val="1A1A1A"/>
                </a:solidFill>
                <a:effectLst/>
                <a:latin typeface="Poppins" panose="00000500000000000000" pitchFamily="2" charset="0"/>
              </a:rPr>
              <a:t>l2_loss = (predicted — actual ) **2</a:t>
            </a:r>
          </a:p>
          <a:p>
            <a:pPr>
              <a:buNone/>
            </a:pPr>
            <a:endParaRPr lang="en-GB" b="1" i="0" dirty="0">
              <a:solidFill>
                <a:srgbClr val="1A1A1A"/>
              </a:solidFill>
              <a:effectLst/>
              <a:latin typeface="Poppins" panose="00000500000000000000" pitchFamily="2" charset="0"/>
            </a:endParaRPr>
          </a:p>
          <a:p>
            <a:pPr>
              <a:buNone/>
            </a:pPr>
            <a:r>
              <a:rPr lang="en-GB" i="0" dirty="0">
                <a:solidFill>
                  <a:srgbClr val="1A1A1A"/>
                </a:solidFill>
                <a:effectLst/>
                <a:latin typeface="Poppins" panose="00000500000000000000" pitchFamily="2" charset="0"/>
              </a:rPr>
              <a:t>assume the “predicted” gives the list of action values from the neural network where we take the maximum value(maximum reward).</a:t>
            </a:r>
          </a:p>
          <a:p>
            <a:pPr>
              <a:buNone/>
            </a:pPr>
            <a:endParaRPr lang="en-GB" i="0" dirty="0">
              <a:solidFill>
                <a:srgbClr val="1A1A1A"/>
              </a:solidFill>
              <a:effectLst/>
              <a:latin typeface="Poppins" panose="00000500000000000000" pitchFamily="2" charset="0"/>
            </a:endParaRPr>
          </a:p>
          <a:p>
            <a:pPr>
              <a:buNone/>
            </a:pPr>
            <a:r>
              <a:rPr lang="en-GB" i="0" dirty="0">
                <a:solidFill>
                  <a:srgbClr val="1A1A1A"/>
                </a:solidFill>
                <a:effectLst/>
                <a:latin typeface="Poppins" panose="00000500000000000000" pitchFamily="2" charset="0"/>
              </a:rPr>
              <a:t>Since we don’t know the “actual” as it’s a reinforcement learning ( not supervised so no labels) so we have to estimate the “actual” value</a:t>
            </a:r>
            <a:br>
              <a:rPr lang="en-GB" i="0" dirty="0">
                <a:solidFill>
                  <a:srgbClr val="1A1A1A"/>
                </a:solidFill>
                <a:effectLst/>
                <a:latin typeface="Poppins" panose="00000500000000000000" pitchFamily="2" charset="0"/>
              </a:rPr>
            </a:br>
            <a:br>
              <a:rPr lang="en-GB" i="0" dirty="0">
                <a:solidFill>
                  <a:srgbClr val="1A1A1A"/>
                </a:solidFill>
                <a:effectLst/>
                <a:latin typeface="Poppins" panose="00000500000000000000" pitchFamily="2" charset="0"/>
              </a:rPr>
            </a:br>
            <a:r>
              <a:rPr lang="pt-BR" b="1" i="0" dirty="0">
                <a:solidFill>
                  <a:srgbClr val="1A1A1A"/>
                </a:solidFill>
                <a:effectLst/>
                <a:latin typeface="Poppins" panose="00000500000000000000" pitchFamily="2" charset="0"/>
              </a:rPr>
              <a:t>actual= R + γ max A` Q(S`, A`)</a:t>
            </a:r>
          </a:p>
          <a:p>
            <a:pPr>
              <a:buNone/>
            </a:pPr>
            <a:endParaRPr lang="pt-BR" dirty="0">
              <a:solidFill>
                <a:srgbClr val="1A1A1A"/>
              </a:solidFill>
              <a:latin typeface="Poppins" panose="00000500000000000000" pitchFamily="2" charset="0"/>
            </a:endParaRPr>
          </a:p>
          <a:p>
            <a:pPr>
              <a:buNone/>
            </a:pPr>
            <a:r>
              <a:rPr lang="en-GB" i="0" dirty="0">
                <a:solidFill>
                  <a:srgbClr val="1A1A1A"/>
                </a:solidFill>
                <a:effectLst/>
                <a:latin typeface="Poppins" panose="00000500000000000000" pitchFamily="2" charset="0"/>
              </a:rPr>
              <a:t>R → the current immediate reward</a:t>
            </a:r>
          </a:p>
          <a:p>
            <a:pPr>
              <a:buNone/>
            </a:pPr>
            <a:r>
              <a:rPr lang="en-GB" i="0" dirty="0">
                <a:solidFill>
                  <a:srgbClr val="1A1A1A"/>
                </a:solidFill>
                <a:effectLst/>
                <a:latin typeface="Poppins" panose="00000500000000000000" pitchFamily="2" charset="0"/>
              </a:rPr>
              <a:t>S` → Next state</a:t>
            </a:r>
          </a:p>
          <a:p>
            <a:pPr>
              <a:buNone/>
            </a:pPr>
            <a:r>
              <a:rPr lang="en-GB" i="0" dirty="0">
                <a:solidFill>
                  <a:srgbClr val="1A1A1A"/>
                </a:solidFill>
                <a:effectLst/>
                <a:latin typeface="Poppins" panose="00000500000000000000" pitchFamily="2" charset="0"/>
              </a:rPr>
              <a:t>max A` Q(S`, A`) → max( NN output list of Q-values)</a:t>
            </a:r>
          </a:p>
          <a:p>
            <a:pPr>
              <a:buNone/>
            </a:pPr>
            <a:r>
              <a:rPr lang="en-GB" i="0" dirty="0">
                <a:solidFill>
                  <a:srgbClr val="1A1A1A"/>
                </a:solidFill>
                <a:effectLst/>
                <a:latin typeface="Poppins" panose="00000500000000000000" pitchFamily="2" charset="0"/>
              </a:rPr>
              <a:t>γ → the discount factor γ → {0,1}</a:t>
            </a:r>
          </a:p>
        </p:txBody>
      </p:sp>
    </p:spTree>
    <p:extLst>
      <p:ext uri="{BB962C8B-B14F-4D97-AF65-F5344CB8AC3E}">
        <p14:creationId xmlns:p14="http://schemas.microsoft.com/office/powerpoint/2010/main" val="170657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3A6AA-DF6E-9157-2333-70390C9B57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7CD08D-1E10-EA02-5324-DDFDF26979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8" name="TextBox 7">
            <a:extLst>
              <a:ext uri="{FF2B5EF4-FFF2-40B4-BE49-F238E27FC236}">
                <a16:creationId xmlns:a16="http://schemas.microsoft.com/office/drawing/2014/main" id="{2F02BA0F-6C0F-F842-1613-0B23CDE08465}"/>
              </a:ext>
            </a:extLst>
          </p:cNvPr>
          <p:cNvSpPr txBox="1"/>
          <p:nvPr/>
        </p:nvSpPr>
        <p:spPr>
          <a:xfrm>
            <a:off x="103632" y="163104"/>
            <a:ext cx="7028688" cy="400110"/>
          </a:xfrm>
          <a:prstGeom prst="rect">
            <a:avLst/>
          </a:prstGeom>
          <a:noFill/>
        </p:spPr>
        <p:txBody>
          <a:bodyPr wrap="square">
            <a:spAutoFit/>
          </a:bodyPr>
          <a:lstStyle/>
          <a:p>
            <a:r>
              <a:rPr lang="en-GB" sz="2000" dirty="0"/>
              <a:t>Training DQN</a:t>
            </a:r>
            <a:endParaRPr lang="en-IN" sz="2000" dirty="0"/>
          </a:p>
        </p:txBody>
      </p:sp>
      <p:sp>
        <p:nvSpPr>
          <p:cNvPr id="10" name="TextBox 9">
            <a:extLst>
              <a:ext uri="{FF2B5EF4-FFF2-40B4-BE49-F238E27FC236}">
                <a16:creationId xmlns:a16="http://schemas.microsoft.com/office/drawing/2014/main" id="{C635B90F-AD1B-6150-15A6-933D0E4373D9}"/>
              </a:ext>
            </a:extLst>
          </p:cNvPr>
          <p:cNvSpPr txBox="1"/>
          <p:nvPr/>
        </p:nvSpPr>
        <p:spPr>
          <a:xfrm>
            <a:off x="266367" y="760211"/>
            <a:ext cx="8527776" cy="2677656"/>
          </a:xfrm>
          <a:prstGeom prst="rect">
            <a:avLst/>
          </a:prstGeom>
          <a:noFill/>
        </p:spPr>
        <p:txBody>
          <a:bodyPr wrap="square">
            <a:spAutoFit/>
          </a:bodyPr>
          <a:lstStyle/>
          <a:p>
            <a:pPr>
              <a:buNone/>
            </a:pPr>
            <a:r>
              <a:rPr lang="en-GB" i="0" dirty="0">
                <a:solidFill>
                  <a:srgbClr val="1A1A1A"/>
                </a:solidFill>
                <a:effectLst/>
                <a:latin typeface="Poppins" panose="00000500000000000000" pitchFamily="2" charset="0"/>
              </a:rPr>
              <a:t>The reason for this is</a:t>
            </a:r>
          </a:p>
          <a:p>
            <a:pPr>
              <a:buNone/>
            </a:pPr>
            <a:endParaRPr lang="en-GB" i="0" dirty="0">
              <a:solidFill>
                <a:srgbClr val="1A1A1A"/>
              </a:solidFill>
              <a:effectLst/>
              <a:latin typeface="Poppins" panose="00000500000000000000" pitchFamily="2" charset="0"/>
            </a:endParaRPr>
          </a:p>
          <a:p>
            <a:pPr>
              <a:buNone/>
            </a:pPr>
            <a:r>
              <a:rPr lang="en-GB" i="1" dirty="0">
                <a:solidFill>
                  <a:srgbClr val="1A1A1A"/>
                </a:solidFill>
                <a:effectLst/>
                <a:latin typeface="Poppins" panose="00000500000000000000" pitchFamily="2" charset="0"/>
              </a:rPr>
              <a:t>if you take that particular action you will know the reward R and predict the next max reward with some discount.</a:t>
            </a:r>
          </a:p>
          <a:p>
            <a:pPr>
              <a:buNone/>
            </a:pPr>
            <a:endParaRPr lang="en-GB" i="0" dirty="0">
              <a:solidFill>
                <a:srgbClr val="1A1A1A"/>
              </a:solidFill>
              <a:effectLst/>
              <a:latin typeface="Poppins" panose="00000500000000000000" pitchFamily="2" charset="0"/>
            </a:endParaRPr>
          </a:p>
          <a:p>
            <a:pPr>
              <a:buNone/>
            </a:pPr>
            <a:r>
              <a:rPr lang="en-GB" i="1" dirty="0">
                <a:solidFill>
                  <a:srgbClr val="1A1A1A"/>
                </a:solidFill>
                <a:effectLst/>
                <a:latin typeface="Poppins" panose="00000500000000000000" pitchFamily="2" charset="0"/>
              </a:rPr>
              <a:t>assume the next max reward predicted by the model is completely wrong because the model just started training but we still have the R reward that is 100% right so slowly we adjust network parameters to predict the reasonable predictions.</a:t>
            </a:r>
          </a:p>
          <a:p>
            <a:pPr>
              <a:buNone/>
            </a:pPr>
            <a:endParaRPr lang="en-GB" i="1" dirty="0">
              <a:solidFill>
                <a:srgbClr val="1A1A1A"/>
              </a:solidFill>
              <a:latin typeface="Poppins" panose="00000500000000000000" pitchFamily="2" charset="0"/>
            </a:endParaRPr>
          </a:p>
          <a:p>
            <a:pPr>
              <a:buNone/>
            </a:pPr>
            <a:r>
              <a:rPr lang="en-GB" dirty="0">
                <a:solidFill>
                  <a:srgbClr val="1A1A1A"/>
                </a:solidFill>
                <a:effectLst/>
                <a:latin typeface="Poppins" panose="00000500000000000000" pitchFamily="2" charset="0"/>
              </a:rPr>
              <a:t>In a sense it predicts it’s own actual value but since R is not biased ( when we step into the environment we observe the reward which is fully right ), the network is </a:t>
            </a:r>
            <a:r>
              <a:rPr lang="en-GB" dirty="0" err="1">
                <a:solidFill>
                  <a:srgbClr val="1A1A1A"/>
                </a:solidFill>
                <a:effectLst/>
                <a:latin typeface="Poppins" panose="00000500000000000000" pitchFamily="2" charset="0"/>
              </a:rPr>
              <a:t>gonna</a:t>
            </a:r>
            <a:r>
              <a:rPr lang="en-GB" dirty="0">
                <a:solidFill>
                  <a:srgbClr val="1A1A1A"/>
                </a:solidFill>
                <a:effectLst/>
                <a:latin typeface="Poppins" panose="00000500000000000000" pitchFamily="2" charset="0"/>
              </a:rPr>
              <a:t> update it’s gradients using backprop to converge.</a:t>
            </a:r>
          </a:p>
        </p:txBody>
      </p:sp>
      <p:sp>
        <p:nvSpPr>
          <p:cNvPr id="3" name="TextBox 2">
            <a:extLst>
              <a:ext uri="{FF2B5EF4-FFF2-40B4-BE49-F238E27FC236}">
                <a16:creationId xmlns:a16="http://schemas.microsoft.com/office/drawing/2014/main" id="{98B61CD8-A5DB-15D6-549A-B10DC4236CAC}"/>
              </a:ext>
            </a:extLst>
          </p:cNvPr>
          <p:cNvSpPr txBox="1"/>
          <p:nvPr/>
        </p:nvSpPr>
        <p:spPr>
          <a:xfrm>
            <a:off x="219032" y="3437867"/>
            <a:ext cx="8527776" cy="2031325"/>
          </a:xfrm>
          <a:prstGeom prst="rect">
            <a:avLst/>
          </a:prstGeom>
          <a:noFill/>
        </p:spPr>
        <p:txBody>
          <a:bodyPr wrap="square">
            <a:spAutoFit/>
          </a:bodyPr>
          <a:lstStyle/>
          <a:p>
            <a:pPr>
              <a:buNone/>
            </a:pPr>
            <a:r>
              <a:rPr lang="en-GB" i="0" dirty="0">
                <a:solidFill>
                  <a:srgbClr val="1A1A1A"/>
                </a:solidFill>
                <a:effectLst/>
                <a:latin typeface="Poppins" panose="00000500000000000000" pitchFamily="2" charset="0"/>
              </a:rPr>
              <a:t>Question arises: </a:t>
            </a:r>
          </a:p>
          <a:p>
            <a:pPr>
              <a:buNone/>
            </a:pPr>
            <a:endParaRPr lang="en-GB" dirty="0">
              <a:solidFill>
                <a:srgbClr val="1A1A1A"/>
              </a:solidFill>
              <a:latin typeface="Poppins" panose="00000500000000000000" pitchFamily="2" charset="0"/>
            </a:endParaRPr>
          </a:p>
          <a:p>
            <a:pPr>
              <a:buNone/>
            </a:pPr>
            <a:r>
              <a:rPr lang="en-GB" i="1" dirty="0">
                <a:solidFill>
                  <a:srgbClr val="1A1A1A"/>
                </a:solidFill>
                <a:effectLst/>
                <a:latin typeface="Poppins" panose="00000500000000000000" pitchFamily="2" charset="0"/>
              </a:rPr>
              <a:t>Since we don’t have labels, we said actual= R + γ max A` Q(S`, A`) but how do we get the values for R and max A` Q(S`, A`) from the environment for a particular state?</a:t>
            </a:r>
          </a:p>
          <a:p>
            <a:pPr>
              <a:buNone/>
            </a:pPr>
            <a:endParaRPr lang="en-GB" i="1" dirty="0">
              <a:solidFill>
                <a:srgbClr val="1A1A1A"/>
              </a:solidFill>
              <a:latin typeface="Poppins" panose="00000500000000000000" pitchFamily="2" charset="0"/>
            </a:endParaRPr>
          </a:p>
          <a:p>
            <a:pPr>
              <a:buNone/>
            </a:pPr>
            <a:endParaRPr lang="en-GB" i="1" dirty="0">
              <a:solidFill>
                <a:srgbClr val="1A1A1A"/>
              </a:solidFill>
              <a:effectLst/>
              <a:latin typeface="Poppins" panose="00000500000000000000" pitchFamily="2" charset="0"/>
            </a:endParaRPr>
          </a:p>
          <a:p>
            <a:pPr>
              <a:buNone/>
            </a:pPr>
            <a:r>
              <a:rPr lang="en-GB" i="1" dirty="0">
                <a:solidFill>
                  <a:srgbClr val="1A1A1A"/>
                </a:solidFill>
                <a:effectLst/>
                <a:latin typeface="Poppins" panose="00000500000000000000" pitchFamily="2" charset="0"/>
              </a:rPr>
              <a:t>Hint: Usually we get the reward R and Next state S` when we perform an action in the env only</a:t>
            </a:r>
          </a:p>
          <a:p>
            <a:pPr>
              <a:buNone/>
            </a:pPr>
            <a:endParaRPr lang="en-GB" i="1" dirty="0">
              <a:solidFill>
                <a:srgbClr val="1A1A1A"/>
              </a:solidFill>
              <a:latin typeface="Poppins" panose="00000500000000000000" pitchFamily="2" charset="0"/>
            </a:endParaRPr>
          </a:p>
          <a:p>
            <a:pPr>
              <a:buNone/>
            </a:pPr>
            <a:endParaRPr lang="en-GB" i="1" dirty="0">
              <a:solidFill>
                <a:srgbClr val="1A1A1A"/>
              </a:solidFill>
              <a:effectLst/>
              <a:latin typeface="Poppins" panose="00000500000000000000" pitchFamily="2" charset="0"/>
            </a:endParaRPr>
          </a:p>
        </p:txBody>
      </p:sp>
    </p:spTree>
    <p:extLst>
      <p:ext uri="{BB962C8B-B14F-4D97-AF65-F5344CB8AC3E}">
        <p14:creationId xmlns:p14="http://schemas.microsoft.com/office/powerpoint/2010/main" val="45787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F213A-5B58-5649-ED98-3A0DBF172A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7CF24-74BA-A55E-A2A6-943683A8C3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8" name="TextBox 7">
            <a:extLst>
              <a:ext uri="{FF2B5EF4-FFF2-40B4-BE49-F238E27FC236}">
                <a16:creationId xmlns:a16="http://schemas.microsoft.com/office/drawing/2014/main" id="{BB6C4C0F-8B80-7D66-C1E8-25666AE416E8}"/>
              </a:ext>
            </a:extLst>
          </p:cNvPr>
          <p:cNvSpPr txBox="1"/>
          <p:nvPr/>
        </p:nvSpPr>
        <p:spPr>
          <a:xfrm>
            <a:off x="103632" y="163104"/>
            <a:ext cx="7028688" cy="400110"/>
          </a:xfrm>
          <a:prstGeom prst="rect">
            <a:avLst/>
          </a:prstGeom>
          <a:noFill/>
        </p:spPr>
        <p:txBody>
          <a:bodyPr wrap="square">
            <a:spAutoFit/>
          </a:bodyPr>
          <a:lstStyle/>
          <a:p>
            <a:r>
              <a:rPr lang="en-GB" sz="2000" dirty="0"/>
              <a:t>Example of DQN training for Atari</a:t>
            </a:r>
          </a:p>
        </p:txBody>
      </p:sp>
      <p:sp>
        <p:nvSpPr>
          <p:cNvPr id="10" name="TextBox 9">
            <a:extLst>
              <a:ext uri="{FF2B5EF4-FFF2-40B4-BE49-F238E27FC236}">
                <a16:creationId xmlns:a16="http://schemas.microsoft.com/office/drawing/2014/main" id="{3196A740-9A35-D335-A481-5811389997F8}"/>
              </a:ext>
            </a:extLst>
          </p:cNvPr>
          <p:cNvSpPr txBox="1"/>
          <p:nvPr/>
        </p:nvSpPr>
        <p:spPr>
          <a:xfrm>
            <a:off x="103632" y="1032341"/>
            <a:ext cx="8527776" cy="2677656"/>
          </a:xfrm>
          <a:prstGeom prst="rect">
            <a:avLst/>
          </a:prstGeom>
          <a:noFill/>
        </p:spPr>
        <p:txBody>
          <a:bodyPr wrap="square">
            <a:spAutoFit/>
          </a:bodyPr>
          <a:lstStyle/>
          <a:p>
            <a:pPr>
              <a:buNone/>
            </a:pPr>
            <a:r>
              <a:rPr lang="en-GB" i="0" dirty="0">
                <a:solidFill>
                  <a:srgbClr val="1A1A1A"/>
                </a:solidFill>
                <a:effectLst/>
                <a:latin typeface="Poppins" panose="00000500000000000000" pitchFamily="2" charset="0"/>
              </a:rPr>
              <a:t>now let’s take a problem to understand it’s implementation better.</a:t>
            </a:r>
          </a:p>
          <a:p>
            <a:pPr>
              <a:buNone/>
            </a:pPr>
            <a:endParaRPr lang="en-GB" i="0" dirty="0">
              <a:solidFill>
                <a:srgbClr val="1A1A1A"/>
              </a:solidFill>
              <a:effectLst/>
              <a:latin typeface="Poppins" panose="00000500000000000000" pitchFamily="2" charset="0"/>
            </a:endParaRPr>
          </a:p>
          <a:p>
            <a:pPr marL="285750" indent="-285750">
              <a:buFont typeface="Arial" panose="020B0604020202020204" pitchFamily="34" charset="0"/>
              <a:buChar char="•"/>
            </a:pPr>
            <a:r>
              <a:rPr lang="en-GB" dirty="0">
                <a:solidFill>
                  <a:srgbClr val="1A1A1A"/>
                </a:solidFill>
                <a:latin typeface="Poppins" panose="00000500000000000000" pitchFamily="2" charset="0"/>
              </a:rPr>
              <a:t>I</a:t>
            </a:r>
            <a:r>
              <a:rPr lang="en-GB" i="0" dirty="0">
                <a:solidFill>
                  <a:srgbClr val="1A1A1A"/>
                </a:solidFill>
                <a:effectLst/>
                <a:latin typeface="Poppins" panose="00000500000000000000" pitchFamily="2" charset="0"/>
              </a:rPr>
              <a:t>n 2013 </a:t>
            </a:r>
            <a:r>
              <a:rPr lang="en-GB" i="0" dirty="0" err="1">
                <a:solidFill>
                  <a:srgbClr val="1A1A1A"/>
                </a:solidFill>
                <a:effectLst/>
                <a:latin typeface="Poppins" panose="00000500000000000000" pitchFamily="2" charset="0"/>
              </a:rPr>
              <a:t>Deepmind</a:t>
            </a:r>
            <a:r>
              <a:rPr lang="en-GB" i="0" dirty="0">
                <a:solidFill>
                  <a:srgbClr val="1A1A1A"/>
                </a:solidFill>
                <a:effectLst/>
                <a:latin typeface="Poppins" panose="00000500000000000000" pitchFamily="2" charset="0"/>
              </a:rPr>
              <a:t> developed the first deep learning model to successfully learn control policies directly from high-dimensional sensory input using reinforcement learning.</a:t>
            </a:r>
          </a:p>
          <a:p>
            <a:pPr marL="285750" indent="-285750">
              <a:buFont typeface="Arial" panose="020B0604020202020204" pitchFamily="34" charset="0"/>
              <a:buChar char="•"/>
            </a:pPr>
            <a:endParaRPr lang="en-GB" dirty="0">
              <a:solidFill>
                <a:srgbClr val="1A1A1A"/>
              </a:solidFill>
              <a:latin typeface="Poppins" panose="00000500000000000000" pitchFamily="2" charset="0"/>
            </a:endParaRPr>
          </a:p>
          <a:p>
            <a:pPr marL="285750" indent="-285750">
              <a:buFont typeface="Arial" panose="020B0604020202020204" pitchFamily="34" charset="0"/>
              <a:buChar char="•"/>
            </a:pPr>
            <a:r>
              <a:rPr lang="en-GB" dirty="0">
                <a:solidFill>
                  <a:srgbClr val="1A1A1A"/>
                </a:solidFill>
                <a:effectLst/>
                <a:latin typeface="Poppins" panose="00000500000000000000" pitchFamily="2" charset="0"/>
              </a:rPr>
              <a:t>The model is a convolutional neural network, trained with a variant of Q-learning, whose input is raw pixels and whose output is a value function estimating future rewards.</a:t>
            </a:r>
          </a:p>
          <a:p>
            <a:endParaRPr lang="en-GB" dirty="0">
              <a:solidFill>
                <a:srgbClr val="1A1A1A"/>
              </a:solidFill>
              <a:latin typeface="Poppins" panose="00000500000000000000" pitchFamily="2" charset="0"/>
            </a:endParaRPr>
          </a:p>
          <a:p>
            <a:pPr marL="285750" indent="-285750">
              <a:buFont typeface="Arial" panose="020B0604020202020204" pitchFamily="34" charset="0"/>
              <a:buChar char="•"/>
            </a:pPr>
            <a:r>
              <a:rPr lang="en-GB" dirty="0">
                <a:solidFill>
                  <a:srgbClr val="1A1A1A"/>
                </a:solidFill>
                <a:effectLst/>
                <a:latin typeface="Poppins" panose="00000500000000000000" pitchFamily="2" charset="0"/>
              </a:rPr>
              <a:t>They apply their method to seven Atari 2600 games from the Arcade Learning Environment, with no adjustment of the architecture or learning algorithm. they find that it outperforms all previous approaches on six of the games and surpasses a human expert on three of them. they published a paper.</a:t>
            </a:r>
          </a:p>
        </p:txBody>
      </p:sp>
    </p:spTree>
    <p:extLst>
      <p:ext uri="{BB962C8B-B14F-4D97-AF65-F5344CB8AC3E}">
        <p14:creationId xmlns:p14="http://schemas.microsoft.com/office/powerpoint/2010/main" val="2477921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1B90D-7144-C727-0F4B-537C511971E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BE0CA2-735A-7982-FA37-678CDF3CC8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5" name="Picture 4" descr="A screenshot of a computer&#10;&#10;AI-generated content may be incorrect.">
            <a:extLst>
              <a:ext uri="{FF2B5EF4-FFF2-40B4-BE49-F238E27FC236}">
                <a16:creationId xmlns:a16="http://schemas.microsoft.com/office/drawing/2014/main" id="{DE03CD4B-2C07-7654-B97C-540E3D398BB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73000"/>
                    </a14:imgEffect>
                    <a14:imgEffect>
                      <a14:saturation sat="400000"/>
                    </a14:imgEffect>
                  </a14:imgLayer>
                </a14:imgProps>
              </a:ext>
            </a:extLst>
          </a:blip>
          <a:stretch>
            <a:fillRect/>
          </a:stretch>
        </p:blipFill>
        <p:spPr>
          <a:xfrm>
            <a:off x="604298" y="163104"/>
            <a:ext cx="7935403" cy="1991065"/>
          </a:xfrm>
          <a:prstGeom prst="rect">
            <a:avLst/>
          </a:prstGeom>
        </p:spPr>
      </p:pic>
      <p:pic>
        <p:nvPicPr>
          <p:cNvPr id="7" name="Picture 6" descr="A diagram of a connection between two layers&#10;&#10;AI-generated content may be incorrect.">
            <a:extLst>
              <a:ext uri="{FF2B5EF4-FFF2-40B4-BE49-F238E27FC236}">
                <a16:creationId xmlns:a16="http://schemas.microsoft.com/office/drawing/2014/main" id="{D9DCE5D6-AD06-39E0-ACF2-9A1D8ACACE6D}"/>
              </a:ext>
            </a:extLst>
          </p:cNvPr>
          <p:cNvPicPr>
            <a:picLocks noChangeAspect="1"/>
          </p:cNvPicPr>
          <p:nvPr/>
        </p:nvPicPr>
        <p:blipFill>
          <a:blip r:embed="rId4"/>
          <a:stretch>
            <a:fillRect/>
          </a:stretch>
        </p:blipFill>
        <p:spPr>
          <a:xfrm>
            <a:off x="238804" y="2096955"/>
            <a:ext cx="8368826" cy="2883441"/>
          </a:xfrm>
          <a:prstGeom prst="rect">
            <a:avLst/>
          </a:prstGeom>
        </p:spPr>
      </p:pic>
    </p:spTree>
    <p:extLst>
      <p:ext uri="{BB962C8B-B14F-4D97-AF65-F5344CB8AC3E}">
        <p14:creationId xmlns:p14="http://schemas.microsoft.com/office/powerpoint/2010/main" val="3652229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06F7-6304-5CE5-CEC3-EA89A58E68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B8C1D3-C1A2-2F74-4575-6B1567762A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8" name="TextBox 7">
            <a:extLst>
              <a:ext uri="{FF2B5EF4-FFF2-40B4-BE49-F238E27FC236}">
                <a16:creationId xmlns:a16="http://schemas.microsoft.com/office/drawing/2014/main" id="{E0323E17-964B-6E2F-7853-2E5E9261E18C}"/>
              </a:ext>
            </a:extLst>
          </p:cNvPr>
          <p:cNvSpPr txBox="1"/>
          <p:nvPr/>
        </p:nvSpPr>
        <p:spPr>
          <a:xfrm>
            <a:off x="103632" y="163104"/>
            <a:ext cx="7028688" cy="400110"/>
          </a:xfrm>
          <a:prstGeom prst="rect">
            <a:avLst/>
          </a:prstGeom>
          <a:noFill/>
        </p:spPr>
        <p:txBody>
          <a:bodyPr wrap="square">
            <a:spAutoFit/>
          </a:bodyPr>
          <a:lstStyle/>
          <a:p>
            <a:r>
              <a:rPr lang="en-GB" sz="2000" dirty="0"/>
              <a:t>Example of DQN training for Atari</a:t>
            </a:r>
          </a:p>
        </p:txBody>
      </p:sp>
      <p:sp>
        <p:nvSpPr>
          <p:cNvPr id="10" name="TextBox 9">
            <a:extLst>
              <a:ext uri="{FF2B5EF4-FFF2-40B4-BE49-F238E27FC236}">
                <a16:creationId xmlns:a16="http://schemas.microsoft.com/office/drawing/2014/main" id="{E6BCA6EE-7451-06D7-6933-54CFB38BEA5B}"/>
              </a:ext>
            </a:extLst>
          </p:cNvPr>
          <p:cNvSpPr txBox="1"/>
          <p:nvPr/>
        </p:nvSpPr>
        <p:spPr>
          <a:xfrm>
            <a:off x="103632" y="563214"/>
            <a:ext cx="8527776" cy="2031325"/>
          </a:xfrm>
          <a:prstGeom prst="rect">
            <a:avLst/>
          </a:prstGeom>
          <a:noFill/>
        </p:spPr>
        <p:txBody>
          <a:bodyPr wrap="square">
            <a:spAutoFit/>
          </a:bodyPr>
          <a:lstStyle/>
          <a:p>
            <a:pPr>
              <a:buNone/>
            </a:pPr>
            <a:r>
              <a:rPr lang="en-GB" i="0" dirty="0">
                <a:solidFill>
                  <a:srgbClr val="1A1A1A"/>
                </a:solidFill>
                <a:effectLst/>
                <a:latin typeface="Poppins" panose="00000500000000000000" pitchFamily="2" charset="0"/>
              </a:rPr>
              <a:t>In simple terms</a:t>
            </a:r>
          </a:p>
          <a:p>
            <a:pPr>
              <a:buNone/>
            </a:pPr>
            <a:endParaRPr lang="en-GB" i="0" dirty="0">
              <a:solidFill>
                <a:srgbClr val="1A1A1A"/>
              </a:solidFill>
              <a:effectLst/>
              <a:latin typeface="Poppins" panose="00000500000000000000" pitchFamily="2" charset="0"/>
            </a:endParaRPr>
          </a:p>
          <a:p>
            <a:pPr marL="285750" indent="-285750">
              <a:buFont typeface="Arial" panose="020B0604020202020204" pitchFamily="34" charset="0"/>
              <a:buChar char="•"/>
            </a:pPr>
            <a:r>
              <a:rPr lang="en-GB" i="0" dirty="0">
                <a:solidFill>
                  <a:srgbClr val="1A1A1A"/>
                </a:solidFill>
                <a:effectLst/>
                <a:latin typeface="Poppins" panose="00000500000000000000" pitchFamily="2" charset="0"/>
              </a:rPr>
              <a:t>Take the image, turn it to a </a:t>
            </a:r>
            <a:r>
              <a:rPr lang="en-GB" i="0" dirty="0" err="1">
                <a:solidFill>
                  <a:srgbClr val="1A1A1A"/>
                </a:solidFill>
                <a:effectLst/>
                <a:latin typeface="Poppins" panose="00000500000000000000" pitchFamily="2" charset="0"/>
              </a:rPr>
              <a:t>gray</a:t>
            </a:r>
            <a:r>
              <a:rPr lang="en-GB" i="0" dirty="0">
                <a:solidFill>
                  <a:srgbClr val="1A1A1A"/>
                </a:solidFill>
                <a:effectLst/>
                <a:latin typeface="Poppins" panose="00000500000000000000" pitchFamily="2" charset="0"/>
              </a:rPr>
              <a:t> scale image and crop the necessary image part.</a:t>
            </a:r>
          </a:p>
          <a:p>
            <a:pPr marL="285750" indent="-285750">
              <a:buFont typeface="Arial" panose="020B0604020202020204" pitchFamily="34" charset="0"/>
              <a:buChar char="•"/>
            </a:pPr>
            <a:r>
              <a:rPr lang="en-GB" i="0" dirty="0">
                <a:solidFill>
                  <a:srgbClr val="1A1A1A"/>
                </a:solidFill>
                <a:effectLst/>
                <a:latin typeface="Poppins" panose="00000500000000000000" pitchFamily="2" charset="0"/>
              </a:rPr>
              <a:t>Apply some convolution filters and full connected layers with the output layers.</a:t>
            </a:r>
          </a:p>
          <a:p>
            <a:pPr marL="285750" indent="-285750">
              <a:buFont typeface="Arial" panose="020B0604020202020204" pitchFamily="34" charset="0"/>
              <a:buChar char="•"/>
            </a:pPr>
            <a:r>
              <a:rPr lang="en-GB" i="0" dirty="0">
                <a:solidFill>
                  <a:srgbClr val="1A1A1A"/>
                </a:solidFill>
                <a:effectLst/>
                <a:latin typeface="Poppins" panose="00000500000000000000" pitchFamily="2" charset="0"/>
              </a:rPr>
              <a:t>Give that image ( we call “state”) , calculate the </a:t>
            </a:r>
            <a:r>
              <a:rPr lang="en-GB" i="0" dirty="0" err="1">
                <a:solidFill>
                  <a:srgbClr val="1A1A1A"/>
                </a:solidFill>
                <a:effectLst/>
                <a:latin typeface="Poppins" panose="00000500000000000000" pitchFamily="2" charset="0"/>
              </a:rPr>
              <a:t>qvalues</a:t>
            </a:r>
            <a:r>
              <a:rPr lang="en-GB" i="0" dirty="0">
                <a:solidFill>
                  <a:srgbClr val="1A1A1A"/>
                </a:solidFill>
                <a:effectLst/>
                <a:latin typeface="Poppins" panose="00000500000000000000" pitchFamily="2" charset="0"/>
              </a:rPr>
              <a:t> , find the error and backpropagate.</a:t>
            </a:r>
          </a:p>
          <a:p>
            <a:pPr marL="285750" indent="-285750">
              <a:buFont typeface="Arial" panose="020B0604020202020204" pitchFamily="34" charset="0"/>
              <a:buChar char="•"/>
            </a:pPr>
            <a:r>
              <a:rPr lang="en-GB" i="0" dirty="0">
                <a:solidFill>
                  <a:srgbClr val="1A1A1A"/>
                </a:solidFill>
                <a:effectLst/>
                <a:latin typeface="Poppins" panose="00000500000000000000" pitchFamily="2" charset="0"/>
              </a:rPr>
              <a:t>Repeat this process as long as you want.</a:t>
            </a:r>
          </a:p>
          <a:p>
            <a:pPr>
              <a:buNone/>
            </a:pPr>
            <a:endParaRPr lang="en-GB" i="0" dirty="0">
              <a:solidFill>
                <a:srgbClr val="1A1A1A"/>
              </a:solidFill>
              <a:effectLst/>
              <a:latin typeface="Poppins" panose="00000500000000000000" pitchFamily="2" charset="0"/>
            </a:endParaRPr>
          </a:p>
          <a:p>
            <a:pPr>
              <a:buNone/>
            </a:pPr>
            <a:r>
              <a:rPr lang="en-GB" i="0" dirty="0">
                <a:solidFill>
                  <a:srgbClr val="1A1A1A"/>
                </a:solidFill>
                <a:effectLst/>
                <a:latin typeface="Poppins" panose="00000500000000000000" pitchFamily="2" charset="0"/>
              </a:rPr>
              <a:t>There are some problems in this process which led us to the Tricks I mentioned before.</a:t>
            </a:r>
            <a:endParaRPr lang="en-GB" dirty="0">
              <a:solidFill>
                <a:srgbClr val="1A1A1A"/>
              </a:solidFill>
              <a:effectLst/>
              <a:latin typeface="Poppins" panose="00000500000000000000" pitchFamily="2" charset="0"/>
            </a:endParaRPr>
          </a:p>
        </p:txBody>
      </p:sp>
      <p:pic>
        <p:nvPicPr>
          <p:cNvPr id="3" name="Picture 2" descr="A diagram of a connection between two layers&#10;&#10;AI-generated content may be incorrect.">
            <a:extLst>
              <a:ext uri="{FF2B5EF4-FFF2-40B4-BE49-F238E27FC236}">
                <a16:creationId xmlns:a16="http://schemas.microsoft.com/office/drawing/2014/main" id="{ABA6A216-1785-F0D6-B267-F201E834827D}"/>
              </a:ext>
            </a:extLst>
          </p:cNvPr>
          <p:cNvPicPr>
            <a:picLocks noChangeAspect="1"/>
          </p:cNvPicPr>
          <p:nvPr/>
        </p:nvPicPr>
        <p:blipFill>
          <a:blip r:embed="rId2"/>
          <a:stretch>
            <a:fillRect/>
          </a:stretch>
        </p:blipFill>
        <p:spPr>
          <a:xfrm>
            <a:off x="183107" y="2260059"/>
            <a:ext cx="8368826" cy="2883441"/>
          </a:xfrm>
          <a:prstGeom prst="rect">
            <a:avLst/>
          </a:prstGeom>
        </p:spPr>
      </p:pic>
    </p:spTree>
    <p:extLst>
      <p:ext uri="{BB962C8B-B14F-4D97-AF65-F5344CB8AC3E}">
        <p14:creationId xmlns:p14="http://schemas.microsoft.com/office/powerpoint/2010/main" val="2518287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51708-B429-6E57-CC84-3BBE59DB65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7C4BE0-7A38-2534-CCDF-C32DE264B0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8" name="TextBox 7">
            <a:extLst>
              <a:ext uri="{FF2B5EF4-FFF2-40B4-BE49-F238E27FC236}">
                <a16:creationId xmlns:a16="http://schemas.microsoft.com/office/drawing/2014/main" id="{3EDC0FA7-2767-96F5-AD5C-095A4FCDF679}"/>
              </a:ext>
            </a:extLst>
          </p:cNvPr>
          <p:cNvSpPr txBox="1"/>
          <p:nvPr/>
        </p:nvSpPr>
        <p:spPr>
          <a:xfrm>
            <a:off x="103632" y="163104"/>
            <a:ext cx="7028688" cy="400110"/>
          </a:xfrm>
          <a:prstGeom prst="rect">
            <a:avLst/>
          </a:prstGeom>
          <a:noFill/>
        </p:spPr>
        <p:txBody>
          <a:bodyPr wrap="square">
            <a:spAutoFit/>
          </a:bodyPr>
          <a:lstStyle/>
          <a:p>
            <a:r>
              <a:rPr lang="en-GB" sz="2000" dirty="0"/>
              <a:t>Deep Q learning Trick</a:t>
            </a:r>
          </a:p>
        </p:txBody>
      </p:sp>
      <p:sp>
        <p:nvSpPr>
          <p:cNvPr id="10" name="TextBox 9">
            <a:extLst>
              <a:ext uri="{FF2B5EF4-FFF2-40B4-BE49-F238E27FC236}">
                <a16:creationId xmlns:a16="http://schemas.microsoft.com/office/drawing/2014/main" id="{051AB9EB-3C91-78C2-FA40-34F29000F6A3}"/>
              </a:ext>
            </a:extLst>
          </p:cNvPr>
          <p:cNvSpPr txBox="1"/>
          <p:nvPr/>
        </p:nvSpPr>
        <p:spPr>
          <a:xfrm>
            <a:off x="103632" y="626824"/>
            <a:ext cx="8527776" cy="4339650"/>
          </a:xfrm>
          <a:prstGeom prst="rect">
            <a:avLst/>
          </a:prstGeom>
          <a:noFill/>
        </p:spPr>
        <p:txBody>
          <a:bodyPr wrap="square">
            <a:spAutoFit/>
          </a:bodyPr>
          <a:lstStyle/>
          <a:p>
            <a:pPr>
              <a:buNone/>
            </a:pPr>
            <a:r>
              <a:rPr lang="en-GB" b="1" i="0" dirty="0">
                <a:solidFill>
                  <a:srgbClr val="1A1A1A"/>
                </a:solidFill>
                <a:effectLst/>
                <a:latin typeface="Poppins" panose="00000500000000000000" pitchFamily="2" charset="0"/>
              </a:rPr>
              <a:t>Skipping frames: </a:t>
            </a:r>
            <a:r>
              <a:rPr lang="en-GB" i="0" dirty="0">
                <a:solidFill>
                  <a:srgbClr val="1A1A1A"/>
                </a:solidFill>
                <a:effectLst/>
                <a:latin typeface="Poppins" panose="00000500000000000000" pitchFamily="2" charset="0"/>
              </a:rPr>
              <a:t>in just one frame we can’t observe the motion of the picture ex: we cant tell in a picture whether the ball is moving up or down by just seeing one frame so we use this trick called Skipping frames which skips every 4 frames to take an action.</a:t>
            </a:r>
          </a:p>
          <a:p>
            <a:pPr>
              <a:buNone/>
            </a:pPr>
            <a:endParaRPr lang="en-GB" dirty="0">
              <a:solidFill>
                <a:srgbClr val="1A1A1A"/>
              </a:solidFill>
              <a:latin typeface="Poppins" panose="00000500000000000000" pitchFamily="2" charset="0"/>
            </a:endParaRPr>
          </a:p>
          <a:p>
            <a:pPr>
              <a:buNone/>
            </a:pPr>
            <a:r>
              <a:rPr lang="en-GB" b="1" dirty="0">
                <a:solidFill>
                  <a:srgbClr val="1A1A1A"/>
                </a:solidFill>
                <a:effectLst/>
                <a:latin typeface="Poppins" panose="00000500000000000000" pitchFamily="2" charset="0"/>
              </a:rPr>
              <a:t>Experience replay</a:t>
            </a:r>
            <a:r>
              <a:rPr lang="en-GB" dirty="0">
                <a:solidFill>
                  <a:srgbClr val="1A1A1A"/>
                </a:solidFill>
                <a:effectLst/>
                <a:latin typeface="Poppins" panose="00000500000000000000" pitchFamily="2" charset="0"/>
              </a:rPr>
              <a:t> : we store every experience(current state, current action, reward, next state) in the memory then we take a sample of batches from the memory. in this way, we can make training better and learning is reasonable.</a:t>
            </a:r>
          </a:p>
          <a:p>
            <a:pPr>
              <a:buNone/>
            </a:pPr>
            <a:endParaRPr lang="en-GB" dirty="0">
              <a:solidFill>
                <a:srgbClr val="1A1A1A"/>
              </a:solidFill>
              <a:latin typeface="Poppins" panose="00000500000000000000" pitchFamily="2" charset="0"/>
            </a:endParaRPr>
          </a:p>
          <a:p>
            <a:pPr>
              <a:buNone/>
            </a:pPr>
            <a:r>
              <a:rPr lang="en-GB" b="1" dirty="0">
                <a:solidFill>
                  <a:srgbClr val="1A1A1A"/>
                </a:solidFill>
                <a:effectLst/>
                <a:latin typeface="Poppins" panose="00000500000000000000" pitchFamily="2" charset="0"/>
              </a:rPr>
              <a:t>Fixed Target network</a:t>
            </a:r>
            <a:r>
              <a:rPr lang="en-GB" dirty="0">
                <a:solidFill>
                  <a:srgbClr val="1A1A1A"/>
                </a:solidFill>
                <a:effectLst/>
                <a:latin typeface="Poppins" panose="00000500000000000000" pitchFamily="2" charset="0"/>
              </a:rPr>
              <a:t>: since we don’t have labels , we make this equation to get the labels for the training and max A` Q(S`, A`) → is the NN output list of Q-values.</a:t>
            </a:r>
          </a:p>
          <a:p>
            <a:pPr>
              <a:buNone/>
            </a:pPr>
            <a:endParaRPr lang="pt-BR" dirty="0">
              <a:solidFill>
                <a:srgbClr val="1A1A1A"/>
              </a:solidFill>
              <a:effectLst/>
              <a:latin typeface="Poppins" panose="00000500000000000000" pitchFamily="2" charset="0"/>
            </a:endParaRPr>
          </a:p>
          <a:p>
            <a:pPr algn="ctr">
              <a:buNone/>
            </a:pPr>
            <a:r>
              <a:rPr lang="pt-BR" dirty="0">
                <a:solidFill>
                  <a:srgbClr val="1A1A1A"/>
                </a:solidFill>
                <a:effectLst/>
                <a:latin typeface="Poppins" panose="00000500000000000000" pitchFamily="2" charset="0"/>
              </a:rPr>
              <a:t>actual= R + γ max A` Q(S`, A`)</a:t>
            </a:r>
          </a:p>
          <a:p>
            <a:pPr algn="ctr">
              <a:buNone/>
            </a:pPr>
            <a:endParaRPr lang="pt-BR" dirty="0">
              <a:solidFill>
                <a:srgbClr val="1A1A1A"/>
              </a:solidFill>
              <a:latin typeface="Poppins" panose="00000500000000000000" pitchFamily="2" charset="0"/>
            </a:endParaRPr>
          </a:p>
          <a:p>
            <a:pPr>
              <a:buNone/>
            </a:pPr>
            <a:endParaRPr lang="en-GB" dirty="0">
              <a:solidFill>
                <a:srgbClr val="1A1A1A"/>
              </a:solidFill>
              <a:effectLst/>
              <a:latin typeface="Poppins" panose="00000500000000000000" pitchFamily="2" charset="0"/>
            </a:endParaRPr>
          </a:p>
          <a:p>
            <a:pPr>
              <a:buNone/>
            </a:pPr>
            <a:r>
              <a:rPr lang="en-GB" dirty="0">
                <a:solidFill>
                  <a:srgbClr val="1A1A1A"/>
                </a:solidFill>
                <a:effectLst/>
                <a:latin typeface="Poppins" panose="00000500000000000000" pitchFamily="2" charset="0"/>
              </a:rPr>
              <a:t>here we maintain another network we call the target network, and we assign the actual network weights to the target network for every N no of frames /iterations so that max A` Q(S`, A`) → is the target network output list of Q-values.</a:t>
            </a:r>
          </a:p>
          <a:p>
            <a:pPr>
              <a:buNone/>
            </a:pPr>
            <a:endParaRPr lang="en-GB" dirty="0">
              <a:solidFill>
                <a:srgbClr val="1A1A1A"/>
              </a:solidFill>
              <a:effectLst/>
              <a:latin typeface="Poppins" panose="00000500000000000000" pitchFamily="2" charset="0"/>
            </a:endParaRPr>
          </a:p>
          <a:p>
            <a:pPr>
              <a:buNone/>
            </a:pPr>
            <a:r>
              <a:rPr lang="en-GB" sz="1200" i="1" dirty="0">
                <a:solidFill>
                  <a:srgbClr val="1A1A1A"/>
                </a:solidFill>
                <a:effectLst/>
                <a:latin typeface="Poppins" panose="00000500000000000000" pitchFamily="2" charset="0"/>
              </a:rPr>
              <a:t>The reason for this is we update the actual network gradients for every frame/action so the network keeps on changing so it’s not feasible to use the same network for calculating the actual reward.</a:t>
            </a:r>
          </a:p>
        </p:txBody>
      </p:sp>
    </p:spTree>
    <p:extLst>
      <p:ext uri="{BB962C8B-B14F-4D97-AF65-F5344CB8AC3E}">
        <p14:creationId xmlns:p14="http://schemas.microsoft.com/office/powerpoint/2010/main" val="1626292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E1106-A6DA-2759-7F0B-4486DCEFC1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AC4FAC-A753-2C61-461E-A2A1ABB031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8" name="TextBox 7">
            <a:extLst>
              <a:ext uri="{FF2B5EF4-FFF2-40B4-BE49-F238E27FC236}">
                <a16:creationId xmlns:a16="http://schemas.microsoft.com/office/drawing/2014/main" id="{F2D97764-3C71-4189-E4CD-E053A9D97644}"/>
              </a:ext>
            </a:extLst>
          </p:cNvPr>
          <p:cNvSpPr txBox="1"/>
          <p:nvPr/>
        </p:nvSpPr>
        <p:spPr>
          <a:xfrm>
            <a:off x="103632" y="163104"/>
            <a:ext cx="7028688" cy="400110"/>
          </a:xfrm>
          <a:prstGeom prst="rect">
            <a:avLst/>
          </a:prstGeom>
          <a:noFill/>
        </p:spPr>
        <p:txBody>
          <a:bodyPr wrap="square">
            <a:spAutoFit/>
          </a:bodyPr>
          <a:lstStyle/>
          <a:p>
            <a:r>
              <a:rPr lang="en-GB" sz="2000" dirty="0"/>
              <a:t>Deep Q learning Trick</a:t>
            </a:r>
          </a:p>
        </p:txBody>
      </p:sp>
      <p:sp>
        <p:nvSpPr>
          <p:cNvPr id="10" name="TextBox 9">
            <a:extLst>
              <a:ext uri="{FF2B5EF4-FFF2-40B4-BE49-F238E27FC236}">
                <a16:creationId xmlns:a16="http://schemas.microsoft.com/office/drawing/2014/main" id="{C776DF5B-C38A-735E-DFAE-C50616954DBB}"/>
              </a:ext>
            </a:extLst>
          </p:cNvPr>
          <p:cNvSpPr txBox="1"/>
          <p:nvPr/>
        </p:nvSpPr>
        <p:spPr>
          <a:xfrm>
            <a:off x="103632" y="626824"/>
            <a:ext cx="8527776" cy="954107"/>
          </a:xfrm>
          <a:prstGeom prst="rect">
            <a:avLst/>
          </a:prstGeom>
          <a:noFill/>
        </p:spPr>
        <p:txBody>
          <a:bodyPr wrap="square">
            <a:spAutoFit/>
          </a:bodyPr>
          <a:lstStyle/>
          <a:p>
            <a:pPr>
              <a:buNone/>
            </a:pPr>
            <a:r>
              <a:rPr lang="en-GB" b="1" i="0" dirty="0">
                <a:solidFill>
                  <a:srgbClr val="1A1A1A"/>
                </a:solidFill>
                <a:effectLst/>
                <a:latin typeface="Poppins" panose="00000500000000000000" pitchFamily="2" charset="0"/>
              </a:rPr>
              <a:t>Reward Clipping </a:t>
            </a:r>
            <a:r>
              <a:rPr lang="en-GB" i="0" dirty="0">
                <a:solidFill>
                  <a:srgbClr val="1A1A1A"/>
                </a:solidFill>
                <a:effectLst/>
                <a:latin typeface="Poppins" panose="00000500000000000000" pitchFamily="2" charset="0"/>
              </a:rPr>
              <a:t>: every game / environment has it’s own reward system, some games it might have points like 100,200,300 and so on some games might have 1,2,3 and so on. so t o normalize the reward and penalty uniformly across all settings of environment, reward clipping is used.</a:t>
            </a:r>
            <a:endParaRPr lang="en-GB" sz="1200" i="1" dirty="0">
              <a:solidFill>
                <a:srgbClr val="1A1A1A"/>
              </a:solidFill>
              <a:effectLst/>
              <a:latin typeface="Poppins" panose="00000500000000000000" pitchFamily="2" charset="0"/>
            </a:endParaRPr>
          </a:p>
        </p:txBody>
      </p:sp>
    </p:spTree>
    <p:extLst>
      <p:ext uri="{BB962C8B-B14F-4D97-AF65-F5344CB8AC3E}">
        <p14:creationId xmlns:p14="http://schemas.microsoft.com/office/powerpoint/2010/main" val="1299803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A8AD5-C41F-0905-032E-A5A8774A98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2BDE98-7CFD-6CB3-CF37-05CC4BFE6A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3" name="TextBox 2">
            <a:extLst>
              <a:ext uri="{FF2B5EF4-FFF2-40B4-BE49-F238E27FC236}">
                <a16:creationId xmlns:a16="http://schemas.microsoft.com/office/drawing/2014/main" id="{BB0DA4BE-6D45-7C7C-0212-16DE6245EF16}"/>
              </a:ext>
            </a:extLst>
          </p:cNvPr>
          <p:cNvSpPr txBox="1"/>
          <p:nvPr/>
        </p:nvSpPr>
        <p:spPr>
          <a:xfrm>
            <a:off x="4790961" y="86683"/>
            <a:ext cx="7028688" cy="400110"/>
          </a:xfrm>
          <a:prstGeom prst="rect">
            <a:avLst/>
          </a:prstGeom>
          <a:noFill/>
        </p:spPr>
        <p:txBody>
          <a:bodyPr wrap="square">
            <a:spAutoFit/>
          </a:bodyPr>
          <a:lstStyle/>
          <a:p>
            <a:r>
              <a:rPr lang="en-GB" sz="2000" dirty="0"/>
              <a:t>DQN training algorithm</a:t>
            </a:r>
            <a:endParaRPr lang="en-IN" sz="2000" dirty="0"/>
          </a:p>
        </p:txBody>
      </p:sp>
      <p:sp>
        <p:nvSpPr>
          <p:cNvPr id="15" name="Rectangle 3">
            <a:extLst>
              <a:ext uri="{FF2B5EF4-FFF2-40B4-BE49-F238E27FC236}">
                <a16:creationId xmlns:a16="http://schemas.microsoft.com/office/drawing/2014/main" id="{57A3BCF8-F772-9075-09C3-EAB894E0C733}"/>
              </a:ext>
            </a:extLst>
          </p:cNvPr>
          <p:cNvSpPr>
            <a:spLocks noChangeArrowheads="1"/>
          </p:cNvSpPr>
          <p:nvPr/>
        </p:nvSpPr>
        <p:spPr bwMode="auto">
          <a:xfrm>
            <a:off x="321276" y="-98212"/>
            <a:ext cx="5101076" cy="533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Deep Q-Network (DQN) – </a:t>
            </a:r>
            <a:r>
              <a:rPr kumimoji="0" lang="en-US" altLang="en-US" sz="1100" b="1" i="0" u="none" strike="noStrike" cap="none" normalizeH="0" baseline="0" dirty="0" err="1">
                <a:ln>
                  <a:noFill/>
                </a:ln>
                <a:solidFill>
                  <a:schemeClr val="tx1"/>
                </a:solidFill>
                <a:effectLst/>
                <a:latin typeface="Arial" panose="020B0604020202020204" pitchFamily="34" charset="0"/>
              </a:rPr>
              <a:t>Agorithm</a:t>
            </a: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1" i="0" u="none" strike="noStrike" cap="none" normalizeH="0" baseline="0" dirty="0">
                <a:ln>
                  <a:noFill/>
                </a:ln>
                <a:solidFill>
                  <a:schemeClr val="tx1"/>
                </a:solidFill>
                <a:effectLst/>
                <a:latin typeface="Arial" panose="020B0604020202020204" pitchFamily="34" charset="0"/>
              </a:rPr>
              <a:t>Initialize components</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Create a replay memory </a:t>
            </a:r>
            <a:r>
              <a:rPr kumimoji="0" lang="en-US" altLang="en-US" sz="1100" b="1" i="0" u="none" strike="noStrike" cap="none" normalizeH="0" baseline="0" dirty="0">
                <a:ln>
                  <a:noFill/>
                </a:ln>
                <a:solidFill>
                  <a:schemeClr val="tx1"/>
                </a:solidFill>
                <a:effectLst/>
                <a:latin typeface="Arial" panose="020B0604020202020204" pitchFamily="34" charset="0"/>
              </a:rPr>
              <a:t>M</a:t>
            </a:r>
            <a:r>
              <a:rPr kumimoji="0" lang="en-US" altLang="en-US" sz="1100" b="0" i="0" u="none" strike="noStrike" cap="none" normalizeH="0" baseline="0" dirty="0">
                <a:ln>
                  <a:noFill/>
                </a:ln>
                <a:solidFill>
                  <a:schemeClr val="tx1"/>
                </a:solidFill>
                <a:effectLst/>
                <a:latin typeface="Arial" panose="020B0604020202020204" pitchFamily="34" charset="0"/>
              </a:rPr>
              <a:t> with capacity </a:t>
            </a:r>
            <a:r>
              <a:rPr kumimoji="0" lang="en-US" altLang="en-US" sz="1100" b="1" i="0" u="none" strike="noStrike" cap="none" normalizeH="0" baseline="0" dirty="0">
                <a:ln>
                  <a:noFill/>
                </a:ln>
                <a:solidFill>
                  <a:schemeClr val="tx1"/>
                </a:solidFill>
                <a:effectLst/>
                <a:latin typeface="Arial" panose="020B0604020202020204" pitchFamily="34" charset="0"/>
              </a:rPr>
              <a:t>S</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Initialize the </a:t>
            </a:r>
            <a:r>
              <a:rPr kumimoji="0" lang="en-US" altLang="en-US" sz="1100" b="1" i="0" u="none" strike="noStrike" cap="none" normalizeH="0" baseline="0" dirty="0">
                <a:ln>
                  <a:noFill/>
                </a:ln>
                <a:solidFill>
                  <a:schemeClr val="tx1"/>
                </a:solidFill>
                <a:effectLst/>
                <a:latin typeface="Arial" panose="020B0604020202020204" pitchFamily="34" charset="0"/>
              </a:rPr>
              <a:t>Q-network</a:t>
            </a:r>
            <a:r>
              <a:rPr kumimoji="0" lang="en-US" altLang="en-US" sz="1100" b="0" i="0" u="none" strike="noStrike" cap="none" normalizeH="0" baseline="0" dirty="0">
                <a:ln>
                  <a:noFill/>
                </a:ln>
                <a:solidFill>
                  <a:schemeClr val="tx1"/>
                </a:solidFill>
                <a:effectLst/>
                <a:latin typeface="Arial" panose="020B0604020202020204" pitchFamily="34" charset="0"/>
              </a:rPr>
              <a:t> with random weights </a:t>
            </a:r>
            <a:r>
              <a:rPr kumimoji="0" lang="en-US" altLang="en-US" sz="1100" b="1" i="0" u="none" strike="noStrike" cap="none" normalizeH="0" baseline="0" dirty="0">
                <a:ln>
                  <a:noFill/>
                </a:ln>
                <a:solidFill>
                  <a:schemeClr val="tx1"/>
                </a:solidFill>
                <a:effectLst/>
                <a:latin typeface="Arial" panose="020B0604020202020204" pitchFamily="34" charset="0"/>
              </a:rPr>
              <a:t>θ</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Initialize the </a:t>
            </a:r>
            <a:r>
              <a:rPr kumimoji="0" lang="en-US" altLang="en-US" sz="1100" b="1" i="0" u="none" strike="noStrike" cap="none" normalizeH="0" baseline="0" dirty="0">
                <a:ln>
                  <a:noFill/>
                </a:ln>
                <a:solidFill>
                  <a:schemeClr val="tx1"/>
                </a:solidFill>
                <a:effectLst/>
                <a:latin typeface="Arial" panose="020B0604020202020204" pitchFamily="34" charset="0"/>
              </a:rPr>
              <a:t>target network</a:t>
            </a:r>
            <a:r>
              <a:rPr kumimoji="0" lang="en-US" altLang="en-US" sz="1100" b="0" i="0" u="none" strike="noStrike" cap="none" normalizeH="0" baseline="0" dirty="0">
                <a:ln>
                  <a:noFill/>
                </a:ln>
                <a:solidFill>
                  <a:schemeClr val="tx1"/>
                </a:solidFill>
                <a:effectLst/>
                <a:latin typeface="Arial" panose="020B0604020202020204" pitchFamily="34" charset="0"/>
              </a:rPr>
              <a:t> with weights </a:t>
            </a:r>
            <a:r>
              <a:rPr kumimoji="0" lang="en-US" altLang="en-US" sz="1100" b="1" i="0" u="none" strike="noStrike" cap="none" normalizeH="0" baseline="0" dirty="0">
                <a:ln>
                  <a:noFill/>
                </a:ln>
                <a:solidFill>
                  <a:schemeClr val="tx1"/>
                </a:solidFill>
                <a:effectLst/>
                <a:latin typeface="Arial" panose="020B0604020202020204" pitchFamily="34" charset="0"/>
              </a:rPr>
              <a:t>θ' = θ</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100" b="1" i="0" u="none" strike="noStrike" cap="none" normalizeH="0" baseline="0" dirty="0">
                <a:ln>
                  <a:noFill/>
                </a:ln>
                <a:solidFill>
                  <a:schemeClr val="tx1"/>
                </a:solidFill>
                <a:effectLst/>
                <a:latin typeface="Arial" panose="020B0604020202020204" pitchFamily="34" charset="0"/>
              </a:rPr>
              <a:t>For each episode</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Reset the environment and obtain the initial state </a:t>
            </a:r>
            <a:r>
              <a:rPr kumimoji="0" lang="en-US" altLang="en-US" sz="1100" b="1" i="0" u="none" strike="noStrike" cap="none" normalizeH="0" baseline="0" dirty="0">
                <a:ln>
                  <a:noFill/>
                </a:ln>
                <a:solidFill>
                  <a:schemeClr val="tx1"/>
                </a:solidFill>
                <a:effectLst/>
                <a:latin typeface="Arial" panose="020B0604020202020204" pitchFamily="34" charset="0"/>
              </a:rPr>
              <a:t>S</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100" b="1" i="0" u="none" strike="noStrike" cap="none" normalizeH="0" baseline="0" dirty="0">
                <a:ln>
                  <a:noFill/>
                </a:ln>
                <a:solidFill>
                  <a:schemeClr val="tx1"/>
                </a:solidFill>
                <a:effectLst/>
                <a:latin typeface="Arial" panose="020B0604020202020204" pitchFamily="34" charset="0"/>
              </a:rPr>
              <a:t>For each timestep 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Choose action A using ε-greedy policy:</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With probability </a:t>
            </a:r>
            <a:r>
              <a:rPr kumimoji="0" lang="en-US" altLang="en-US" sz="1100" b="1" i="0" u="none" strike="noStrike" cap="none" normalizeH="0" baseline="0" dirty="0">
                <a:ln>
                  <a:noFill/>
                </a:ln>
                <a:solidFill>
                  <a:schemeClr val="tx1"/>
                </a:solidFill>
                <a:effectLst/>
                <a:latin typeface="Arial" panose="020B0604020202020204" pitchFamily="34" charset="0"/>
              </a:rPr>
              <a:t>ε</a:t>
            </a:r>
            <a:r>
              <a:rPr kumimoji="0" lang="en-US" altLang="en-US" sz="1100" b="0" i="0" u="none" strike="noStrike" cap="none" normalizeH="0" baseline="0" dirty="0">
                <a:ln>
                  <a:noFill/>
                </a:ln>
                <a:solidFill>
                  <a:schemeClr val="tx1"/>
                </a:solidFill>
                <a:effectLst/>
                <a:latin typeface="Arial" panose="020B0604020202020204" pitchFamily="34" charset="0"/>
              </a:rPr>
              <a:t> → choose a random action.</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Otherwise → choose the action </a:t>
            </a:r>
            <a:r>
              <a:rPr kumimoji="0" lang="en-US" altLang="en-US" sz="1100" b="1" i="0" u="none" strike="noStrike" cap="none" normalizeH="0" baseline="0" dirty="0">
                <a:ln>
                  <a:noFill/>
                </a:ln>
                <a:solidFill>
                  <a:schemeClr val="tx1"/>
                </a:solidFill>
                <a:effectLst/>
                <a:latin typeface="Arial" panose="020B0604020202020204" pitchFamily="34" charset="0"/>
              </a:rPr>
              <a:t>A = argmax Q(S, A; θ)</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Execute action A</a:t>
            </a:r>
            <a:r>
              <a:rPr kumimoji="0" lang="en-US" altLang="en-US" sz="1100" b="0" i="0" u="none" strike="noStrike" cap="none" normalizeH="0" baseline="0" dirty="0">
                <a:ln>
                  <a:noFill/>
                </a:ln>
                <a:solidFill>
                  <a:schemeClr val="tx1"/>
                </a:solidFill>
                <a:effectLst/>
                <a:latin typeface="Arial" panose="020B0604020202020204" pitchFamily="34" charset="0"/>
              </a:rPr>
              <a:t>, receive: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reward </a:t>
            </a:r>
            <a:r>
              <a:rPr kumimoji="0" lang="en-US" altLang="en-US" sz="1100" b="1" i="0" u="none" strike="noStrike" cap="none" normalizeH="0" baseline="0" dirty="0">
                <a:ln>
                  <a:noFill/>
                </a:ln>
                <a:solidFill>
                  <a:schemeClr val="tx1"/>
                </a:solidFill>
                <a:effectLst/>
                <a:latin typeface="Arial" panose="020B0604020202020204" pitchFamily="34" charset="0"/>
              </a:rPr>
              <a:t>R</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next state </a:t>
            </a:r>
            <a:r>
              <a:rPr kumimoji="0" lang="en-US" altLang="en-US" sz="1100" b="1" i="0" u="none" strike="noStrike" cap="none" normalizeH="0" baseline="0" dirty="0">
                <a:ln>
                  <a:noFill/>
                </a:ln>
                <a:solidFill>
                  <a:schemeClr val="tx1"/>
                </a:solidFill>
                <a:effectLst/>
                <a:latin typeface="Arial" panose="020B0604020202020204" pitchFamily="34" charset="0"/>
              </a:rPr>
              <a:t>S′</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Preprocess the next state </a:t>
            </a:r>
            <a:r>
              <a:rPr kumimoji="0" lang="en-US" altLang="en-US" sz="1100" b="1" i="0" u="none" strike="noStrike" cap="none" normalizeH="0" baseline="0" dirty="0">
                <a:ln>
                  <a:noFill/>
                </a:ln>
                <a:solidFill>
                  <a:schemeClr val="tx1"/>
                </a:solidFill>
                <a:effectLst/>
                <a:latin typeface="Arial" panose="020B0604020202020204" pitchFamily="34" charset="0"/>
              </a:rPr>
              <a:t>S′</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Store the transition </a:t>
            </a:r>
            <a:r>
              <a:rPr kumimoji="0" lang="en-US" altLang="en-US" sz="1100" b="1" i="0" u="none" strike="noStrike" cap="none" normalizeH="0" baseline="0" dirty="0">
                <a:ln>
                  <a:noFill/>
                </a:ln>
                <a:solidFill>
                  <a:schemeClr val="tx1"/>
                </a:solidFill>
                <a:effectLst/>
                <a:latin typeface="Arial" panose="020B0604020202020204" pitchFamily="34" charset="0"/>
              </a:rPr>
              <a:t>(S, A, R, S′)</a:t>
            </a:r>
            <a:r>
              <a:rPr kumimoji="0" lang="en-US" altLang="en-US" sz="1100" b="0" i="0" u="none" strike="noStrike" cap="none" normalizeH="0" baseline="0" dirty="0">
                <a:ln>
                  <a:noFill/>
                </a:ln>
                <a:solidFill>
                  <a:schemeClr val="tx1"/>
                </a:solidFill>
                <a:effectLst/>
                <a:latin typeface="Arial" panose="020B0604020202020204" pitchFamily="34" charset="0"/>
              </a:rPr>
              <a:t> in replay memory </a:t>
            </a:r>
            <a:r>
              <a:rPr kumimoji="0" lang="en-US" altLang="en-US" sz="1100" b="1" i="0" u="none" strike="noStrike" cap="none" normalizeH="0" baseline="0" dirty="0">
                <a:ln>
                  <a:noFill/>
                </a:ln>
                <a:solidFill>
                  <a:schemeClr val="tx1"/>
                </a:solidFill>
                <a:effectLst/>
                <a:latin typeface="Arial" panose="020B0604020202020204" pitchFamily="34" charset="0"/>
              </a:rPr>
              <a:t>M</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100" b="1" i="0" u="none" strike="noStrike" cap="none" normalizeH="0" baseline="0" dirty="0">
                <a:ln>
                  <a:noFill/>
                </a:ln>
                <a:solidFill>
                  <a:schemeClr val="tx1"/>
                </a:solidFill>
                <a:effectLst/>
                <a:latin typeface="Arial" panose="020B0604020202020204" pitchFamily="34" charset="0"/>
              </a:rPr>
              <a:t>Training step</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Sample a random minibatch of experiences </a:t>
            </a:r>
            <a:r>
              <a:rPr kumimoji="0" lang="en-US" altLang="en-US" sz="1100" b="1" i="0" u="none" strike="noStrike" cap="none" normalizeH="0" baseline="0" dirty="0">
                <a:ln>
                  <a:noFill/>
                </a:ln>
                <a:solidFill>
                  <a:schemeClr val="tx1"/>
                </a:solidFill>
                <a:effectLst/>
                <a:latin typeface="Arial" panose="020B0604020202020204" pitchFamily="34" charset="0"/>
              </a:rPr>
              <a:t>(S, A, R, S′)</a:t>
            </a:r>
            <a:r>
              <a:rPr kumimoji="0" lang="en-US" altLang="en-US" sz="1100" b="0" i="0" u="none" strike="noStrike" cap="none" normalizeH="0" baseline="0" dirty="0">
                <a:ln>
                  <a:noFill/>
                </a:ln>
                <a:solidFill>
                  <a:schemeClr val="tx1"/>
                </a:solidFill>
                <a:effectLst/>
                <a:latin typeface="Arial" panose="020B0604020202020204" pitchFamily="34" charset="0"/>
              </a:rPr>
              <a:t> from memory.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Compute the target </a:t>
            </a:r>
            <a:r>
              <a:rPr kumimoji="0" lang="en-US" altLang="en-US" sz="1100" b="1" i="0" u="none" strike="noStrike" cap="none" normalizeH="0" baseline="0" dirty="0">
                <a:ln>
                  <a:noFill/>
                </a:ln>
                <a:solidFill>
                  <a:schemeClr val="tx1"/>
                </a:solidFill>
                <a:effectLst/>
                <a:latin typeface="Arial" panose="020B0604020202020204" pitchFamily="34" charset="0"/>
              </a:rPr>
              <a:t>Y</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If the episode terminated → </a:t>
            </a:r>
            <a:r>
              <a:rPr kumimoji="0" lang="en-US" altLang="en-US" sz="1100" b="1" i="0" u="none" strike="noStrike" cap="none" normalizeH="0" baseline="0" dirty="0">
                <a:ln>
                  <a:noFill/>
                </a:ln>
                <a:solidFill>
                  <a:schemeClr val="tx1"/>
                </a:solidFill>
                <a:effectLst/>
                <a:latin typeface="Arial" panose="020B0604020202020204" pitchFamily="34" charset="0"/>
              </a:rPr>
              <a:t>Y = R</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Otherwise → </a:t>
            </a:r>
            <a:r>
              <a:rPr kumimoji="0" lang="en-US" altLang="en-US" sz="1100" b="1" i="0" u="none" strike="noStrike" cap="none" normalizeH="0" baseline="0" dirty="0">
                <a:ln>
                  <a:noFill/>
                </a:ln>
                <a:solidFill>
                  <a:schemeClr val="tx1"/>
                </a:solidFill>
                <a:effectLst/>
                <a:latin typeface="Arial" panose="020B0604020202020204" pitchFamily="34" charset="0"/>
              </a:rPr>
              <a:t>Y = R + γ maxₐ Q′(S′, A; θ′)</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(using the </a:t>
            </a:r>
            <a:r>
              <a:rPr kumimoji="0" lang="en-US" altLang="en-US" sz="1100" b="0" i="1" u="none" strike="noStrike" cap="none" normalizeH="0" baseline="0" dirty="0">
                <a:ln>
                  <a:noFill/>
                </a:ln>
                <a:solidFill>
                  <a:schemeClr val="tx1"/>
                </a:solidFill>
                <a:effectLst/>
                <a:latin typeface="Arial" panose="020B0604020202020204" pitchFamily="34" charset="0"/>
              </a:rPr>
              <a:t>target network</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Update the Q-network by minimizing the loss:</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1" i="0" u="none" strike="noStrike" cap="none" normalizeH="0" baseline="0" dirty="0">
                <a:ln>
                  <a:noFill/>
                </a:ln>
                <a:solidFill>
                  <a:schemeClr val="tx1"/>
                </a:solidFill>
                <a:effectLst/>
                <a:latin typeface="Arial" panose="020B0604020202020204" pitchFamily="34" charset="0"/>
              </a:rPr>
              <a:t>(Y − Q(S, A; θ))²</a:t>
            </a:r>
            <a:r>
              <a:rPr kumimoji="0" lang="en-US" altLang="en-US" sz="1100" b="0" i="0" u="none" strike="noStrike" cap="none" normalizeH="0" baseline="0" dirty="0">
                <a:ln>
                  <a:noFill/>
                </a:ln>
                <a:solidFill>
                  <a:schemeClr val="tx1"/>
                </a:solidFill>
                <a:effectLst/>
                <a:latin typeface="Arial" panose="020B0604020202020204" pitchFamily="34" charset="0"/>
              </a:rPr>
              <a:t> with respect to </a:t>
            </a:r>
            <a:r>
              <a:rPr kumimoji="0" lang="en-US" altLang="en-US" sz="1100" b="1" i="0" u="none" strike="noStrike" cap="none" normalizeH="0" baseline="0" dirty="0">
                <a:ln>
                  <a:noFill/>
                </a:ln>
                <a:solidFill>
                  <a:schemeClr val="tx1"/>
                </a:solidFill>
                <a:effectLst/>
                <a:latin typeface="Arial" panose="020B0604020202020204" pitchFamily="34" charset="0"/>
              </a:rPr>
              <a:t>θ</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100" b="1" i="0" u="none" strike="noStrike" cap="none" normalizeH="0" baseline="0" dirty="0">
                <a:ln>
                  <a:noFill/>
                </a:ln>
                <a:solidFill>
                  <a:schemeClr val="tx1"/>
                </a:solidFill>
                <a:effectLst/>
                <a:latin typeface="Arial" panose="020B0604020202020204" pitchFamily="34" charset="0"/>
              </a:rPr>
              <a:t>Target network update</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Every </a:t>
            </a:r>
            <a:r>
              <a:rPr kumimoji="0" lang="en-US" altLang="en-US" sz="1100" b="1" i="0" u="none" strike="noStrike" cap="none" normalizeH="0" baseline="0" dirty="0">
                <a:ln>
                  <a:noFill/>
                </a:ln>
                <a:solidFill>
                  <a:schemeClr val="tx1"/>
                </a:solidFill>
                <a:effectLst/>
                <a:latin typeface="Arial" panose="020B0604020202020204" pitchFamily="34" charset="0"/>
              </a:rPr>
              <a:t>C</a:t>
            </a:r>
            <a:r>
              <a:rPr kumimoji="0" lang="en-US" altLang="en-US" sz="1100" b="0" i="0" u="none" strike="noStrike" cap="none" normalizeH="0" baseline="0" dirty="0">
                <a:ln>
                  <a:noFill/>
                </a:ln>
                <a:solidFill>
                  <a:schemeClr val="tx1"/>
                </a:solidFill>
                <a:effectLst/>
                <a:latin typeface="Arial" panose="020B0604020202020204" pitchFamily="34" charset="0"/>
              </a:rPr>
              <a:t> steps, copy weights from Q-network → target network:</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1" i="0" u="none" strike="noStrike" cap="none" normalizeH="0" baseline="0" dirty="0">
                <a:ln>
                  <a:noFill/>
                </a:ln>
                <a:solidFill>
                  <a:schemeClr val="tx1"/>
                </a:solidFill>
                <a:effectLst/>
                <a:latin typeface="Arial" panose="020B0604020202020204" pitchFamily="34" charset="0"/>
              </a:rPr>
              <a:t>θ′ = θ</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100" b="1" i="0" u="none" strike="noStrike" cap="none" normalizeH="0" baseline="0" dirty="0">
                <a:ln>
                  <a:noFill/>
                </a:ln>
                <a:solidFill>
                  <a:schemeClr val="tx1"/>
                </a:solidFill>
                <a:effectLst/>
                <a:latin typeface="Arial" panose="020B0604020202020204" pitchFamily="34" charset="0"/>
              </a:rPr>
              <a:t>Move to next state</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Set </a:t>
            </a:r>
            <a:r>
              <a:rPr kumimoji="0" lang="en-US" altLang="en-US" sz="1100" b="1" i="0" u="none" strike="noStrike" cap="none" normalizeH="0" baseline="0" dirty="0">
                <a:ln>
                  <a:noFill/>
                </a:ln>
                <a:solidFill>
                  <a:schemeClr val="tx1"/>
                </a:solidFill>
                <a:effectLst/>
                <a:latin typeface="Arial" panose="020B0604020202020204" pitchFamily="34" charset="0"/>
              </a:rPr>
              <a:t>S = S′</a:t>
            </a:r>
            <a:r>
              <a:rPr kumimoji="0" lang="en-US" altLang="en-US" sz="1100" b="0" i="0" u="none" strike="noStrike" cap="none" normalizeH="0" baseline="0" dirty="0">
                <a:ln>
                  <a:noFill/>
                </a:ln>
                <a:solidFill>
                  <a:schemeClr val="tx1"/>
                </a:solidFill>
                <a:effectLst/>
                <a:latin typeface="Arial" panose="020B0604020202020204" pitchFamily="34" charset="0"/>
              </a:rPr>
              <a:t> and continue.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EA5157F5-DDD0-4ADF-F8A8-06E4CB86A602}"/>
              </a:ext>
            </a:extLst>
          </p:cNvPr>
          <p:cNvSpPr txBox="1"/>
          <p:nvPr/>
        </p:nvSpPr>
        <p:spPr>
          <a:xfrm>
            <a:off x="4661405" y="486793"/>
            <a:ext cx="4572000" cy="523220"/>
          </a:xfrm>
          <a:prstGeom prst="rect">
            <a:avLst/>
          </a:prstGeom>
          <a:noFill/>
        </p:spPr>
        <p:txBody>
          <a:bodyPr wrap="square">
            <a:spAutoFit/>
          </a:bodyPr>
          <a:lstStyle/>
          <a:p>
            <a:r>
              <a:rPr lang="en-GB" dirty="0"/>
              <a:t>The training network Q and The target network Q` will get updated as we run more and more episodes.</a:t>
            </a:r>
            <a:endParaRPr lang="en-IN" dirty="0"/>
          </a:p>
        </p:txBody>
      </p:sp>
    </p:spTree>
    <p:extLst>
      <p:ext uri="{BB962C8B-B14F-4D97-AF65-F5344CB8AC3E}">
        <p14:creationId xmlns:p14="http://schemas.microsoft.com/office/powerpoint/2010/main" val="910577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CBD82E96-6ADE-F842-8B2B-685284A152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2E9E6E-DF9C-05A9-FEB7-591C0E909C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3" name="TextBox 2">
            <a:extLst>
              <a:ext uri="{FF2B5EF4-FFF2-40B4-BE49-F238E27FC236}">
                <a16:creationId xmlns:a16="http://schemas.microsoft.com/office/drawing/2014/main" id="{BD77EB74-7606-58D7-0D3E-45CBDC7AD8AD}"/>
              </a:ext>
            </a:extLst>
          </p:cNvPr>
          <p:cNvSpPr txBox="1"/>
          <p:nvPr/>
        </p:nvSpPr>
        <p:spPr>
          <a:xfrm>
            <a:off x="103632" y="163104"/>
            <a:ext cx="7028688" cy="400110"/>
          </a:xfrm>
          <a:prstGeom prst="rect">
            <a:avLst/>
          </a:prstGeom>
          <a:noFill/>
        </p:spPr>
        <p:txBody>
          <a:bodyPr wrap="square">
            <a:spAutoFit/>
          </a:bodyPr>
          <a:lstStyle/>
          <a:p>
            <a:r>
              <a:rPr lang="en-GB" sz="2000" dirty="0"/>
              <a:t>Example - Grid World</a:t>
            </a:r>
            <a:endParaRPr lang="en-IN" sz="2000" dirty="0"/>
          </a:p>
        </p:txBody>
      </p:sp>
      <p:pic>
        <p:nvPicPr>
          <p:cNvPr id="6" name="Picture 5" descr="A blue grid with black text&#10;&#10;AI-generated content may be incorrect.">
            <a:extLst>
              <a:ext uri="{FF2B5EF4-FFF2-40B4-BE49-F238E27FC236}">
                <a16:creationId xmlns:a16="http://schemas.microsoft.com/office/drawing/2014/main" id="{8A416D88-A124-151C-9078-36E58416055D}"/>
              </a:ext>
            </a:extLst>
          </p:cNvPr>
          <p:cNvPicPr>
            <a:picLocks noChangeAspect="1"/>
          </p:cNvPicPr>
          <p:nvPr/>
        </p:nvPicPr>
        <p:blipFill>
          <a:blip r:embed="rId3"/>
          <a:stretch>
            <a:fillRect/>
          </a:stretch>
        </p:blipFill>
        <p:spPr>
          <a:xfrm>
            <a:off x="4023270" y="1360465"/>
            <a:ext cx="4852506" cy="3302752"/>
          </a:xfrm>
          <a:prstGeom prst="rect">
            <a:avLst/>
          </a:prstGeom>
        </p:spPr>
      </p:pic>
      <p:sp>
        <p:nvSpPr>
          <p:cNvPr id="13" name="TextBox 12">
            <a:extLst>
              <a:ext uri="{FF2B5EF4-FFF2-40B4-BE49-F238E27FC236}">
                <a16:creationId xmlns:a16="http://schemas.microsoft.com/office/drawing/2014/main" id="{98899E8F-1D5B-64FF-3D8E-5B36AD534633}"/>
              </a:ext>
            </a:extLst>
          </p:cNvPr>
          <p:cNvSpPr txBox="1"/>
          <p:nvPr/>
        </p:nvSpPr>
        <p:spPr>
          <a:xfrm>
            <a:off x="122842" y="810646"/>
            <a:ext cx="8752934" cy="523220"/>
          </a:xfrm>
          <a:prstGeom prst="rect">
            <a:avLst/>
          </a:prstGeom>
          <a:noFill/>
        </p:spPr>
        <p:txBody>
          <a:bodyPr wrap="square">
            <a:spAutoFit/>
          </a:bodyPr>
          <a:lstStyle/>
          <a:p>
            <a:r>
              <a:rPr lang="en-GB" dirty="0">
                <a:solidFill>
                  <a:srgbClr val="1A1A1A"/>
                </a:solidFill>
                <a:latin typeface="Poppins" panose="00000500000000000000" pitchFamily="2" charset="0"/>
              </a:rPr>
              <a:t>The </a:t>
            </a:r>
            <a:r>
              <a:rPr lang="en-GB" dirty="0" err="1">
                <a:solidFill>
                  <a:srgbClr val="1A1A1A"/>
                </a:solidFill>
                <a:latin typeface="Poppins" panose="00000500000000000000" pitchFamily="2" charset="0"/>
              </a:rPr>
              <a:t>Gridworld</a:t>
            </a:r>
            <a:r>
              <a:rPr lang="en-GB" dirty="0">
                <a:solidFill>
                  <a:srgbClr val="1A1A1A"/>
                </a:solidFill>
                <a:latin typeface="Poppins" panose="00000500000000000000" pitchFamily="2" charset="0"/>
              </a:rPr>
              <a:t> game depicted in figure shows the simple version of </a:t>
            </a:r>
            <a:r>
              <a:rPr lang="en-GB" dirty="0" err="1">
                <a:solidFill>
                  <a:srgbClr val="1A1A1A"/>
                </a:solidFill>
                <a:latin typeface="Poppins" panose="00000500000000000000" pitchFamily="2" charset="0"/>
              </a:rPr>
              <a:t>Gridworld</a:t>
            </a:r>
            <a:r>
              <a:rPr lang="en-GB" dirty="0">
                <a:solidFill>
                  <a:srgbClr val="1A1A1A"/>
                </a:solidFill>
                <a:latin typeface="Poppins" panose="00000500000000000000" pitchFamily="2" charset="0"/>
              </a:rPr>
              <a:t>. The agent (A) must navigate along the shortest path to the goal tile (+) and avoid falling into the pit (–)</a:t>
            </a:r>
            <a:endParaRPr lang="en-IN" dirty="0">
              <a:solidFill>
                <a:srgbClr val="1A1A1A"/>
              </a:solidFill>
              <a:latin typeface="Poppins" panose="00000500000000000000" pitchFamily="2" charset="0"/>
            </a:endParaRPr>
          </a:p>
        </p:txBody>
      </p:sp>
      <p:sp>
        <p:nvSpPr>
          <p:cNvPr id="17" name="TextBox 16">
            <a:extLst>
              <a:ext uri="{FF2B5EF4-FFF2-40B4-BE49-F238E27FC236}">
                <a16:creationId xmlns:a16="http://schemas.microsoft.com/office/drawing/2014/main" id="{0855875D-18AF-6F84-D06E-0EDD774357E6}"/>
              </a:ext>
            </a:extLst>
          </p:cNvPr>
          <p:cNvSpPr txBox="1"/>
          <p:nvPr/>
        </p:nvSpPr>
        <p:spPr>
          <a:xfrm>
            <a:off x="164502" y="1457462"/>
            <a:ext cx="3713386" cy="3539430"/>
          </a:xfrm>
          <a:prstGeom prst="rect">
            <a:avLst/>
          </a:prstGeom>
          <a:noFill/>
        </p:spPr>
        <p:txBody>
          <a:bodyPr wrap="square">
            <a:spAutoFit/>
          </a:bodyPr>
          <a:lstStyle/>
          <a:p>
            <a:r>
              <a:rPr lang="en-GB" dirty="0">
                <a:solidFill>
                  <a:srgbClr val="1A1A1A"/>
                </a:solidFill>
                <a:latin typeface="Poppins" panose="00000500000000000000" pitchFamily="2" charset="0"/>
              </a:rPr>
              <a:t>The state for a </a:t>
            </a:r>
            <a:r>
              <a:rPr lang="en-GB" dirty="0" err="1">
                <a:solidFill>
                  <a:srgbClr val="1A1A1A"/>
                </a:solidFill>
                <a:latin typeface="Poppins" panose="00000500000000000000" pitchFamily="2" charset="0"/>
              </a:rPr>
              <a:t>GridWorld</a:t>
            </a:r>
            <a:r>
              <a:rPr lang="en-GB" dirty="0">
                <a:solidFill>
                  <a:srgbClr val="1A1A1A"/>
                </a:solidFill>
                <a:latin typeface="Poppins" panose="00000500000000000000" pitchFamily="2" charset="0"/>
              </a:rPr>
              <a:t> is a tensor representing the positions of all the objects on the grid.</a:t>
            </a:r>
          </a:p>
          <a:p>
            <a:endParaRPr lang="en-GB" dirty="0">
              <a:solidFill>
                <a:srgbClr val="1A1A1A"/>
              </a:solidFill>
              <a:latin typeface="Poppins" panose="00000500000000000000" pitchFamily="2" charset="0"/>
            </a:endParaRPr>
          </a:p>
          <a:p>
            <a:r>
              <a:rPr lang="en-GB" dirty="0">
                <a:solidFill>
                  <a:srgbClr val="1A1A1A"/>
                </a:solidFill>
                <a:latin typeface="Poppins" panose="00000500000000000000" pitchFamily="2" charset="0"/>
              </a:rPr>
              <a:t>Our goal is to train a neural network to play </a:t>
            </a:r>
            <a:r>
              <a:rPr lang="en-GB" dirty="0" err="1">
                <a:solidFill>
                  <a:srgbClr val="1A1A1A"/>
                </a:solidFill>
                <a:latin typeface="Poppins" panose="00000500000000000000" pitchFamily="2" charset="0"/>
              </a:rPr>
              <a:t>Gridworld</a:t>
            </a:r>
            <a:r>
              <a:rPr lang="en-GB" dirty="0">
                <a:solidFill>
                  <a:srgbClr val="1A1A1A"/>
                </a:solidFill>
                <a:latin typeface="Poppins" panose="00000500000000000000" pitchFamily="2" charset="0"/>
              </a:rPr>
              <a:t> from scratch. The agent will have access to what the board looks like. There are four possible actions namely up, down, left and right. Based on the action taken by the agent reward will be received. Reward of -1 is awarded for each move. Any action which leads to a fall in pit or into the wall will receive a reward of -10. Positive reward of +10 is awarded for successfully reaching the goal.</a:t>
            </a:r>
            <a:endParaRPr lang="en-IN" dirty="0">
              <a:solidFill>
                <a:srgbClr val="1A1A1A"/>
              </a:solidFill>
              <a:latin typeface="Poppins" panose="00000500000000000000" pitchFamily="2" charset="0"/>
            </a:endParaRPr>
          </a:p>
        </p:txBody>
      </p:sp>
    </p:spTree>
    <p:extLst>
      <p:ext uri="{BB962C8B-B14F-4D97-AF65-F5344CB8AC3E}">
        <p14:creationId xmlns:p14="http://schemas.microsoft.com/office/powerpoint/2010/main" val="1001326199"/>
      </p:ext>
    </p:extLst>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B63A0-C721-EE89-76C0-D7D6E35D5D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10C536-C242-DA10-9546-0E474E3031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 name="TextBox 2">
            <a:extLst>
              <a:ext uri="{FF2B5EF4-FFF2-40B4-BE49-F238E27FC236}">
                <a16:creationId xmlns:a16="http://schemas.microsoft.com/office/drawing/2014/main" id="{D97F9EBD-B406-6273-9F88-FAD0770929CB}"/>
              </a:ext>
            </a:extLst>
          </p:cNvPr>
          <p:cNvSpPr txBox="1"/>
          <p:nvPr/>
        </p:nvSpPr>
        <p:spPr>
          <a:xfrm>
            <a:off x="103632" y="163104"/>
            <a:ext cx="7028688" cy="400110"/>
          </a:xfrm>
          <a:prstGeom prst="rect">
            <a:avLst/>
          </a:prstGeom>
          <a:noFill/>
        </p:spPr>
        <p:txBody>
          <a:bodyPr wrap="square">
            <a:spAutoFit/>
          </a:bodyPr>
          <a:lstStyle/>
          <a:p>
            <a:r>
              <a:rPr lang="en-GB" sz="2000" dirty="0"/>
              <a:t>Grid World - State of the game</a:t>
            </a:r>
            <a:endParaRPr lang="en-IN" sz="2000" dirty="0"/>
          </a:p>
        </p:txBody>
      </p:sp>
      <p:sp>
        <p:nvSpPr>
          <p:cNvPr id="13" name="TextBox 12">
            <a:extLst>
              <a:ext uri="{FF2B5EF4-FFF2-40B4-BE49-F238E27FC236}">
                <a16:creationId xmlns:a16="http://schemas.microsoft.com/office/drawing/2014/main" id="{8339E441-3A66-08F7-D52B-1403A21E21EA}"/>
              </a:ext>
            </a:extLst>
          </p:cNvPr>
          <p:cNvSpPr txBox="1"/>
          <p:nvPr/>
        </p:nvSpPr>
        <p:spPr>
          <a:xfrm>
            <a:off x="122842" y="810646"/>
            <a:ext cx="8752934" cy="954107"/>
          </a:xfrm>
          <a:prstGeom prst="rect">
            <a:avLst/>
          </a:prstGeom>
          <a:noFill/>
        </p:spPr>
        <p:txBody>
          <a:bodyPr wrap="square">
            <a:spAutoFit/>
          </a:bodyPr>
          <a:lstStyle/>
          <a:p>
            <a:r>
              <a:rPr lang="en-GB" dirty="0">
                <a:solidFill>
                  <a:srgbClr val="1A1A1A"/>
                </a:solidFill>
                <a:latin typeface="Poppins" panose="00000500000000000000" pitchFamily="2" charset="0"/>
              </a:rPr>
              <a:t>We start the game in some state that we’ll call S(t). </a:t>
            </a:r>
          </a:p>
          <a:p>
            <a:r>
              <a:rPr lang="en-GB" dirty="0">
                <a:solidFill>
                  <a:srgbClr val="1A1A1A"/>
                </a:solidFill>
                <a:latin typeface="Poppins" panose="00000500000000000000" pitchFamily="2" charset="0"/>
              </a:rPr>
              <a:t>The state includes all the information about the game that we have. For our </a:t>
            </a:r>
            <a:r>
              <a:rPr lang="en-GB" dirty="0" err="1">
                <a:solidFill>
                  <a:srgbClr val="1A1A1A"/>
                </a:solidFill>
                <a:latin typeface="Poppins" panose="00000500000000000000" pitchFamily="2" charset="0"/>
              </a:rPr>
              <a:t>Gridworld</a:t>
            </a:r>
            <a:r>
              <a:rPr lang="en-GB" dirty="0">
                <a:solidFill>
                  <a:srgbClr val="1A1A1A"/>
                </a:solidFill>
                <a:latin typeface="Poppins" panose="00000500000000000000" pitchFamily="2" charset="0"/>
              </a:rPr>
              <a:t> example, the game state is represented as a 4 × 4 × 4 tensor. Its is the 4 slice of 4 X 4 grid as shown in fig below</a:t>
            </a:r>
            <a:endParaRPr lang="en-IN" dirty="0">
              <a:solidFill>
                <a:srgbClr val="1A1A1A"/>
              </a:solidFill>
              <a:latin typeface="Poppins" panose="00000500000000000000" pitchFamily="2" charset="0"/>
            </a:endParaRPr>
          </a:p>
        </p:txBody>
      </p:sp>
      <p:sp>
        <p:nvSpPr>
          <p:cNvPr id="17" name="TextBox 16">
            <a:extLst>
              <a:ext uri="{FF2B5EF4-FFF2-40B4-BE49-F238E27FC236}">
                <a16:creationId xmlns:a16="http://schemas.microsoft.com/office/drawing/2014/main" id="{CB8C9DEB-8FEB-1B54-7BA8-CD3A32B55C05}"/>
              </a:ext>
            </a:extLst>
          </p:cNvPr>
          <p:cNvSpPr txBox="1"/>
          <p:nvPr/>
        </p:nvSpPr>
        <p:spPr>
          <a:xfrm>
            <a:off x="164502" y="1732830"/>
            <a:ext cx="4748874" cy="1384995"/>
          </a:xfrm>
          <a:prstGeom prst="rect">
            <a:avLst/>
          </a:prstGeom>
          <a:noFill/>
        </p:spPr>
        <p:txBody>
          <a:bodyPr wrap="square">
            <a:spAutoFit/>
          </a:bodyPr>
          <a:lstStyle/>
          <a:p>
            <a:r>
              <a:rPr lang="en-GB" dirty="0">
                <a:solidFill>
                  <a:srgbClr val="1A1A1A"/>
                </a:solidFill>
                <a:latin typeface="Poppins" panose="00000500000000000000" pitchFamily="2" charset="0"/>
              </a:rPr>
              <a:t>Each grid slice represents the position of an individual object on the board and contains a single 1, with all other elements being 0s. </a:t>
            </a:r>
          </a:p>
          <a:p>
            <a:endParaRPr lang="en-GB" dirty="0">
              <a:solidFill>
                <a:srgbClr val="1A1A1A"/>
              </a:solidFill>
              <a:latin typeface="Poppins" panose="00000500000000000000" pitchFamily="2" charset="0"/>
            </a:endParaRPr>
          </a:p>
          <a:p>
            <a:r>
              <a:rPr lang="en-GB" dirty="0">
                <a:solidFill>
                  <a:srgbClr val="1A1A1A"/>
                </a:solidFill>
                <a:latin typeface="Poppins" panose="00000500000000000000" pitchFamily="2" charset="0"/>
              </a:rPr>
              <a:t>The position of the 1 indicates the position of that slice’s object</a:t>
            </a:r>
            <a:endParaRPr lang="en-IN" dirty="0">
              <a:solidFill>
                <a:srgbClr val="1A1A1A"/>
              </a:solidFill>
              <a:latin typeface="Poppins" panose="00000500000000000000" pitchFamily="2" charset="0"/>
            </a:endParaRPr>
          </a:p>
        </p:txBody>
      </p:sp>
      <p:pic>
        <p:nvPicPr>
          <p:cNvPr id="5" name="Picture 4" descr="A diagram of a football game&#10;&#10;AI-generated content may be incorrect.">
            <a:extLst>
              <a:ext uri="{FF2B5EF4-FFF2-40B4-BE49-F238E27FC236}">
                <a16:creationId xmlns:a16="http://schemas.microsoft.com/office/drawing/2014/main" id="{F090F26D-A87C-C414-1216-45981FA6DCBA}"/>
              </a:ext>
            </a:extLst>
          </p:cNvPr>
          <p:cNvPicPr>
            <a:picLocks noChangeAspect="1"/>
          </p:cNvPicPr>
          <p:nvPr/>
        </p:nvPicPr>
        <p:blipFill>
          <a:blip r:embed="rId2"/>
          <a:stretch>
            <a:fillRect/>
          </a:stretch>
        </p:blipFill>
        <p:spPr>
          <a:xfrm>
            <a:off x="5149765" y="1764753"/>
            <a:ext cx="3965109" cy="2933411"/>
          </a:xfrm>
          <a:prstGeom prst="rect">
            <a:avLst/>
          </a:prstGeom>
        </p:spPr>
      </p:pic>
    </p:spTree>
    <p:extLst>
      <p:ext uri="{BB962C8B-B14F-4D97-AF65-F5344CB8AC3E}">
        <p14:creationId xmlns:p14="http://schemas.microsoft.com/office/powerpoint/2010/main" val="424796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976D-7DE4-307B-3D9B-76BE1482B7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84C095-0104-608F-DCF2-38AE448C3E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3" name="TextBox 2">
            <a:extLst>
              <a:ext uri="{FF2B5EF4-FFF2-40B4-BE49-F238E27FC236}">
                <a16:creationId xmlns:a16="http://schemas.microsoft.com/office/drawing/2014/main" id="{02AF60AC-7C29-977B-723A-A7DD5B3B14D4}"/>
              </a:ext>
            </a:extLst>
          </p:cNvPr>
          <p:cNvSpPr txBox="1"/>
          <p:nvPr/>
        </p:nvSpPr>
        <p:spPr>
          <a:xfrm>
            <a:off x="103632" y="163104"/>
            <a:ext cx="7028688" cy="400110"/>
          </a:xfrm>
          <a:prstGeom prst="rect">
            <a:avLst/>
          </a:prstGeom>
          <a:noFill/>
        </p:spPr>
        <p:txBody>
          <a:bodyPr wrap="square">
            <a:spAutoFit/>
          </a:bodyPr>
          <a:lstStyle/>
          <a:p>
            <a:r>
              <a:rPr lang="en-GB" sz="2000" dirty="0"/>
              <a:t>Grid World - State of the game</a:t>
            </a:r>
            <a:endParaRPr lang="en-IN" sz="2000" dirty="0"/>
          </a:p>
        </p:txBody>
      </p:sp>
      <p:sp>
        <p:nvSpPr>
          <p:cNvPr id="17" name="TextBox 16">
            <a:extLst>
              <a:ext uri="{FF2B5EF4-FFF2-40B4-BE49-F238E27FC236}">
                <a16:creationId xmlns:a16="http://schemas.microsoft.com/office/drawing/2014/main" id="{93F4A25E-22CA-7871-6382-01EE712A1295}"/>
              </a:ext>
            </a:extLst>
          </p:cNvPr>
          <p:cNvSpPr txBox="1"/>
          <p:nvPr/>
        </p:nvSpPr>
        <p:spPr>
          <a:xfrm>
            <a:off x="103632" y="914397"/>
            <a:ext cx="8735658" cy="523220"/>
          </a:xfrm>
          <a:prstGeom prst="rect">
            <a:avLst/>
          </a:prstGeom>
          <a:noFill/>
        </p:spPr>
        <p:txBody>
          <a:bodyPr wrap="square">
            <a:spAutoFit/>
          </a:bodyPr>
          <a:lstStyle/>
          <a:p>
            <a:r>
              <a:rPr lang="en-GB" dirty="0">
                <a:solidFill>
                  <a:srgbClr val="1A1A1A"/>
                </a:solidFill>
                <a:latin typeface="Poppins" panose="00000500000000000000" pitchFamily="2" charset="0"/>
              </a:rPr>
              <a:t>As our neural network agent will consume the state as the input vector we will have our input layer with 64 neurons</a:t>
            </a:r>
            <a:endParaRPr lang="en-IN" dirty="0">
              <a:solidFill>
                <a:srgbClr val="1A1A1A"/>
              </a:solidFill>
              <a:latin typeface="Poppins" panose="00000500000000000000" pitchFamily="2" charset="0"/>
            </a:endParaRPr>
          </a:p>
        </p:txBody>
      </p:sp>
      <p:pic>
        <p:nvPicPr>
          <p:cNvPr id="6" name="Picture 5" descr="A diagram of a network&#10;&#10;AI-generated content may be incorrect.">
            <a:extLst>
              <a:ext uri="{FF2B5EF4-FFF2-40B4-BE49-F238E27FC236}">
                <a16:creationId xmlns:a16="http://schemas.microsoft.com/office/drawing/2014/main" id="{2A9B95CF-D318-A693-ADA0-C3251D5FC8D2}"/>
              </a:ext>
            </a:extLst>
          </p:cNvPr>
          <p:cNvPicPr>
            <a:picLocks noChangeAspect="1"/>
          </p:cNvPicPr>
          <p:nvPr/>
        </p:nvPicPr>
        <p:blipFill>
          <a:blip r:embed="rId2"/>
          <a:stretch>
            <a:fillRect/>
          </a:stretch>
        </p:blipFill>
        <p:spPr>
          <a:xfrm>
            <a:off x="914400" y="1437617"/>
            <a:ext cx="7315200" cy="3619200"/>
          </a:xfrm>
          <a:prstGeom prst="rect">
            <a:avLst/>
          </a:prstGeom>
        </p:spPr>
      </p:pic>
    </p:spTree>
    <p:extLst>
      <p:ext uri="{BB962C8B-B14F-4D97-AF65-F5344CB8AC3E}">
        <p14:creationId xmlns:p14="http://schemas.microsoft.com/office/powerpoint/2010/main" val="414265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06B91-BA81-3A1D-882F-6B6777D5A6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7076A7-8A5C-9039-6280-2FAED1D432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6" name="TextBox 5">
            <a:extLst>
              <a:ext uri="{FF2B5EF4-FFF2-40B4-BE49-F238E27FC236}">
                <a16:creationId xmlns:a16="http://schemas.microsoft.com/office/drawing/2014/main" id="{C0630C64-58FC-78C8-2FE2-BC9F5B123CA9}"/>
              </a:ext>
            </a:extLst>
          </p:cNvPr>
          <p:cNvSpPr txBox="1"/>
          <p:nvPr/>
        </p:nvSpPr>
        <p:spPr>
          <a:xfrm>
            <a:off x="103632" y="163104"/>
            <a:ext cx="7028688" cy="400110"/>
          </a:xfrm>
          <a:prstGeom prst="rect">
            <a:avLst/>
          </a:prstGeom>
          <a:noFill/>
        </p:spPr>
        <p:txBody>
          <a:bodyPr wrap="square">
            <a:spAutoFit/>
          </a:bodyPr>
          <a:lstStyle/>
          <a:p>
            <a:r>
              <a:rPr lang="en-GB" sz="2000" dirty="0"/>
              <a:t>Grid World – Getting Expected Value of Prediction</a:t>
            </a:r>
            <a:endParaRPr lang="en-IN" sz="2000" dirty="0"/>
          </a:p>
        </p:txBody>
      </p:sp>
      <p:sp>
        <p:nvSpPr>
          <p:cNvPr id="10" name="TextBox 9">
            <a:extLst>
              <a:ext uri="{FF2B5EF4-FFF2-40B4-BE49-F238E27FC236}">
                <a16:creationId xmlns:a16="http://schemas.microsoft.com/office/drawing/2014/main" id="{272F03C7-A469-01B7-7DBC-10FA29AA1C8E}"/>
              </a:ext>
            </a:extLst>
          </p:cNvPr>
          <p:cNvSpPr txBox="1"/>
          <p:nvPr/>
        </p:nvSpPr>
        <p:spPr>
          <a:xfrm>
            <a:off x="196916" y="655612"/>
            <a:ext cx="8703244" cy="1384995"/>
          </a:xfrm>
          <a:prstGeom prst="rect">
            <a:avLst/>
          </a:prstGeom>
          <a:noFill/>
        </p:spPr>
        <p:txBody>
          <a:bodyPr wrap="square">
            <a:spAutoFit/>
          </a:bodyPr>
          <a:lstStyle/>
          <a:p>
            <a:r>
              <a:rPr lang="en-GB" dirty="0">
                <a:solidFill>
                  <a:srgbClr val="1A1A1A"/>
                </a:solidFill>
                <a:latin typeface="Poppins" panose="00000500000000000000" pitchFamily="2" charset="0"/>
              </a:rPr>
              <a:t>In the vanilla Q-learning algorithm the state S(t) and the candid action is fed to the network and it predicts the expected value which is a single value. </a:t>
            </a:r>
          </a:p>
          <a:p>
            <a:endParaRPr lang="en-GB" dirty="0">
              <a:solidFill>
                <a:srgbClr val="1A1A1A"/>
              </a:solidFill>
              <a:latin typeface="Poppins" panose="00000500000000000000" pitchFamily="2" charset="0"/>
            </a:endParaRPr>
          </a:p>
          <a:p>
            <a:r>
              <a:rPr lang="en-GB" dirty="0">
                <a:solidFill>
                  <a:srgbClr val="1A1A1A"/>
                </a:solidFill>
                <a:latin typeface="Poppins" panose="00000500000000000000" pitchFamily="2" charset="0"/>
              </a:rPr>
              <a:t>In our case we have 4 possible actions and network should predict expected value 4 times with each action as an input. This will only increase the overhead and the processing time of the network. </a:t>
            </a:r>
          </a:p>
        </p:txBody>
      </p:sp>
      <p:pic>
        <p:nvPicPr>
          <p:cNvPr id="11" name="Picture 10" descr="A diagram of a function&#10;&#10;AI-generated content may be incorrect.">
            <a:extLst>
              <a:ext uri="{FF2B5EF4-FFF2-40B4-BE49-F238E27FC236}">
                <a16:creationId xmlns:a16="http://schemas.microsoft.com/office/drawing/2014/main" id="{ADEC5BE2-DDD5-A8B8-0500-EC417C6836E7}"/>
              </a:ext>
            </a:extLst>
          </p:cNvPr>
          <p:cNvPicPr>
            <a:picLocks noChangeAspect="1"/>
          </p:cNvPicPr>
          <p:nvPr/>
        </p:nvPicPr>
        <p:blipFill>
          <a:blip r:embed="rId2"/>
          <a:srcRect t="-47875" b="47875"/>
          <a:stretch>
            <a:fillRect/>
          </a:stretch>
        </p:blipFill>
        <p:spPr>
          <a:xfrm>
            <a:off x="292608" y="1105446"/>
            <a:ext cx="6839712" cy="2932607"/>
          </a:xfrm>
          <a:prstGeom prst="rect">
            <a:avLst/>
          </a:prstGeom>
        </p:spPr>
      </p:pic>
    </p:spTree>
    <p:extLst>
      <p:ext uri="{BB962C8B-B14F-4D97-AF65-F5344CB8AC3E}">
        <p14:creationId xmlns:p14="http://schemas.microsoft.com/office/powerpoint/2010/main" val="126693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7E4E8-24F4-6ED4-A3CC-535840F774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9B9C95-E08C-1D15-41C4-F1D9BF971E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4" name="Picture 3" descr="A diagram of a function&#10;&#10;AI-generated content may be incorrect.">
            <a:extLst>
              <a:ext uri="{FF2B5EF4-FFF2-40B4-BE49-F238E27FC236}">
                <a16:creationId xmlns:a16="http://schemas.microsoft.com/office/drawing/2014/main" id="{368E0BD4-6E95-8CA9-5C9B-555ECE777B68}"/>
              </a:ext>
            </a:extLst>
          </p:cNvPr>
          <p:cNvPicPr>
            <a:picLocks noChangeAspect="1"/>
          </p:cNvPicPr>
          <p:nvPr/>
        </p:nvPicPr>
        <p:blipFill>
          <a:blip r:embed="rId2"/>
          <a:stretch>
            <a:fillRect/>
          </a:stretch>
        </p:blipFill>
        <p:spPr>
          <a:xfrm>
            <a:off x="103632" y="2040607"/>
            <a:ext cx="6839712" cy="2932607"/>
          </a:xfrm>
          <a:prstGeom prst="rect">
            <a:avLst/>
          </a:prstGeom>
        </p:spPr>
      </p:pic>
      <p:sp>
        <p:nvSpPr>
          <p:cNvPr id="6" name="TextBox 5">
            <a:extLst>
              <a:ext uri="{FF2B5EF4-FFF2-40B4-BE49-F238E27FC236}">
                <a16:creationId xmlns:a16="http://schemas.microsoft.com/office/drawing/2014/main" id="{D8657E8D-7998-908D-252E-20DB0A9E7568}"/>
              </a:ext>
            </a:extLst>
          </p:cNvPr>
          <p:cNvSpPr txBox="1"/>
          <p:nvPr/>
        </p:nvSpPr>
        <p:spPr>
          <a:xfrm>
            <a:off x="103632" y="163104"/>
            <a:ext cx="7028688" cy="400110"/>
          </a:xfrm>
          <a:prstGeom prst="rect">
            <a:avLst/>
          </a:prstGeom>
          <a:noFill/>
        </p:spPr>
        <p:txBody>
          <a:bodyPr wrap="square">
            <a:spAutoFit/>
          </a:bodyPr>
          <a:lstStyle/>
          <a:p>
            <a:r>
              <a:rPr lang="en-GB" sz="2000" dirty="0"/>
              <a:t>Grid World – Getting Expected Value of Prediction</a:t>
            </a:r>
            <a:endParaRPr lang="en-IN" sz="2000" dirty="0"/>
          </a:p>
        </p:txBody>
      </p:sp>
      <p:sp>
        <p:nvSpPr>
          <p:cNvPr id="10" name="TextBox 9">
            <a:extLst>
              <a:ext uri="{FF2B5EF4-FFF2-40B4-BE49-F238E27FC236}">
                <a16:creationId xmlns:a16="http://schemas.microsoft.com/office/drawing/2014/main" id="{A294FF06-1B40-E68E-D6FA-27565AB98BB6}"/>
              </a:ext>
            </a:extLst>
          </p:cNvPr>
          <p:cNvSpPr txBox="1"/>
          <p:nvPr/>
        </p:nvSpPr>
        <p:spPr>
          <a:xfrm>
            <a:off x="196916" y="655612"/>
            <a:ext cx="8703244" cy="1384995"/>
          </a:xfrm>
          <a:prstGeom prst="rect">
            <a:avLst/>
          </a:prstGeom>
          <a:noFill/>
        </p:spPr>
        <p:txBody>
          <a:bodyPr wrap="square">
            <a:spAutoFit/>
          </a:bodyPr>
          <a:lstStyle/>
          <a:p>
            <a:r>
              <a:rPr lang="en-GB" dirty="0">
                <a:solidFill>
                  <a:srgbClr val="1A1A1A"/>
                </a:solidFill>
                <a:latin typeface="Poppins" panose="00000500000000000000" pitchFamily="2" charset="0"/>
              </a:rPr>
              <a:t>Hence DeepMind came with an idea to make network predict the probability distribution of all the actions . With this change the network has to make prediction only once. But this time the output vector will contain the probability distribution of all the possible actions. In our case the output of the network would be a vector of length 4 . The action corresponding to the max probability can be considered as the best at any particular state. The below image explains the change</a:t>
            </a:r>
          </a:p>
        </p:txBody>
      </p:sp>
      <p:sp>
        <p:nvSpPr>
          <p:cNvPr id="5" name="TextBox 4">
            <a:extLst>
              <a:ext uri="{FF2B5EF4-FFF2-40B4-BE49-F238E27FC236}">
                <a16:creationId xmlns:a16="http://schemas.microsoft.com/office/drawing/2014/main" id="{5D8B9B41-BB92-D0E2-C44B-689C35C467EE}"/>
              </a:ext>
            </a:extLst>
          </p:cNvPr>
          <p:cNvSpPr txBox="1"/>
          <p:nvPr/>
        </p:nvSpPr>
        <p:spPr>
          <a:xfrm>
            <a:off x="6858000" y="2133005"/>
            <a:ext cx="2286000" cy="2631490"/>
          </a:xfrm>
          <a:prstGeom prst="rect">
            <a:avLst/>
          </a:prstGeom>
          <a:noFill/>
        </p:spPr>
        <p:txBody>
          <a:bodyPr wrap="square">
            <a:spAutoFit/>
          </a:bodyPr>
          <a:lstStyle/>
          <a:p>
            <a:r>
              <a:rPr lang="en-GB" sz="1100" dirty="0">
                <a:solidFill>
                  <a:srgbClr val="1A1A1A"/>
                </a:solidFill>
                <a:latin typeface="Poppins" panose="00000500000000000000" pitchFamily="2" charset="0"/>
              </a:rPr>
              <a:t>The original Q function accepts a state-action pair and returns the value of that state-action pair — a single number. DeepMind used a modified vector-valued Q function that accepts a state and returns a vector of state-action values, one for each possible action given the input state. The vector-valued Q function is more efficient, since you only need to compute the function once for all the actions.</a:t>
            </a:r>
            <a:endParaRPr lang="en-IN" sz="1100" dirty="0">
              <a:solidFill>
                <a:srgbClr val="1A1A1A"/>
              </a:solidFill>
              <a:latin typeface="Poppins" panose="00000500000000000000" pitchFamily="2" charset="0"/>
            </a:endParaRPr>
          </a:p>
        </p:txBody>
      </p:sp>
    </p:spTree>
    <p:extLst>
      <p:ext uri="{BB962C8B-B14F-4D97-AF65-F5344CB8AC3E}">
        <p14:creationId xmlns:p14="http://schemas.microsoft.com/office/powerpoint/2010/main" val="905797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EC7E-E8A5-702B-0192-F5FA11FF9F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1FBBB5-6E61-9978-96F2-E6E88EDCD4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3" name="TextBox 2">
            <a:extLst>
              <a:ext uri="{FF2B5EF4-FFF2-40B4-BE49-F238E27FC236}">
                <a16:creationId xmlns:a16="http://schemas.microsoft.com/office/drawing/2014/main" id="{3247C316-F0F8-EA6C-4C9B-272B6BE6A35E}"/>
              </a:ext>
            </a:extLst>
          </p:cNvPr>
          <p:cNvSpPr txBox="1"/>
          <p:nvPr/>
        </p:nvSpPr>
        <p:spPr>
          <a:xfrm>
            <a:off x="103632" y="163104"/>
            <a:ext cx="7028688" cy="400110"/>
          </a:xfrm>
          <a:prstGeom prst="rect">
            <a:avLst/>
          </a:prstGeom>
          <a:noFill/>
        </p:spPr>
        <p:txBody>
          <a:bodyPr wrap="square">
            <a:spAutoFit/>
          </a:bodyPr>
          <a:lstStyle/>
          <a:p>
            <a:r>
              <a:rPr lang="en-GB" sz="2000" dirty="0"/>
              <a:t>Grid World – Choosing the best action</a:t>
            </a:r>
            <a:endParaRPr lang="en-IN" sz="2000" dirty="0"/>
          </a:p>
        </p:txBody>
      </p:sp>
      <p:sp>
        <p:nvSpPr>
          <p:cNvPr id="11" name="TextBox 10">
            <a:extLst>
              <a:ext uri="{FF2B5EF4-FFF2-40B4-BE49-F238E27FC236}">
                <a16:creationId xmlns:a16="http://schemas.microsoft.com/office/drawing/2014/main" id="{41461AFC-9438-4DBC-8B1A-867F43085E64}"/>
              </a:ext>
            </a:extLst>
          </p:cNvPr>
          <p:cNvSpPr txBox="1"/>
          <p:nvPr/>
        </p:nvSpPr>
        <p:spPr>
          <a:xfrm>
            <a:off x="103632" y="812082"/>
            <a:ext cx="9040368" cy="1384995"/>
          </a:xfrm>
          <a:prstGeom prst="rect">
            <a:avLst/>
          </a:prstGeom>
          <a:noFill/>
        </p:spPr>
        <p:txBody>
          <a:bodyPr wrap="square">
            <a:spAutoFit/>
          </a:bodyPr>
          <a:lstStyle/>
          <a:p>
            <a:r>
              <a:rPr lang="en-GB" dirty="0">
                <a:solidFill>
                  <a:srgbClr val="1A1A1A"/>
                </a:solidFill>
                <a:latin typeface="Poppins" panose="00000500000000000000" pitchFamily="2" charset="0"/>
              </a:rPr>
              <a:t>Once we get the prediction of the probability distribution of each state from the network, we need to choose an action to take. </a:t>
            </a:r>
          </a:p>
          <a:p>
            <a:r>
              <a:rPr lang="en-GB" dirty="0">
                <a:solidFill>
                  <a:srgbClr val="1A1A1A"/>
                </a:solidFill>
                <a:latin typeface="Poppins" panose="00000500000000000000" pitchFamily="2" charset="0"/>
              </a:rPr>
              <a:t>For this we can use the epsilon-greedy policy. With epsilon-greedy policy we choose a value of epsilon and with that probability we choose an random action (exploration) ignoring the predicted probability. With probability 1 — epsilon, we will select the action associated with the highest predicted Q value.</a:t>
            </a:r>
          </a:p>
        </p:txBody>
      </p:sp>
      <p:pic>
        <p:nvPicPr>
          <p:cNvPr id="15" name="Picture 14" descr="A diagram of a model&#10;&#10;AI-generated content may be incorrect.">
            <a:extLst>
              <a:ext uri="{FF2B5EF4-FFF2-40B4-BE49-F238E27FC236}">
                <a16:creationId xmlns:a16="http://schemas.microsoft.com/office/drawing/2014/main" id="{3ACA2478-87E3-A70A-F2DC-D897E588AFA8}"/>
              </a:ext>
            </a:extLst>
          </p:cNvPr>
          <p:cNvPicPr>
            <a:picLocks noChangeAspect="1"/>
          </p:cNvPicPr>
          <p:nvPr/>
        </p:nvPicPr>
        <p:blipFill>
          <a:blip r:embed="rId2"/>
          <a:stretch>
            <a:fillRect/>
          </a:stretch>
        </p:blipFill>
        <p:spPr>
          <a:xfrm>
            <a:off x="122842" y="2753440"/>
            <a:ext cx="8503920" cy="2106577"/>
          </a:xfrm>
          <a:prstGeom prst="rect">
            <a:avLst/>
          </a:prstGeom>
        </p:spPr>
      </p:pic>
    </p:spTree>
    <p:extLst>
      <p:ext uri="{BB962C8B-B14F-4D97-AF65-F5344CB8AC3E}">
        <p14:creationId xmlns:p14="http://schemas.microsoft.com/office/powerpoint/2010/main" val="3208767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6CB5-3D9C-F203-5EF0-44E1044D7F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2DAAEC-4367-3F20-3732-9D8CBAF040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3" name="TextBox 2">
            <a:extLst>
              <a:ext uri="{FF2B5EF4-FFF2-40B4-BE49-F238E27FC236}">
                <a16:creationId xmlns:a16="http://schemas.microsoft.com/office/drawing/2014/main" id="{DD1C316D-9240-C858-14E9-217D091CFDFD}"/>
              </a:ext>
            </a:extLst>
          </p:cNvPr>
          <p:cNvSpPr txBox="1"/>
          <p:nvPr/>
        </p:nvSpPr>
        <p:spPr>
          <a:xfrm>
            <a:off x="103632" y="163104"/>
            <a:ext cx="7028688" cy="400110"/>
          </a:xfrm>
          <a:prstGeom prst="rect">
            <a:avLst/>
          </a:prstGeom>
          <a:noFill/>
        </p:spPr>
        <p:txBody>
          <a:bodyPr wrap="square">
            <a:spAutoFit/>
          </a:bodyPr>
          <a:lstStyle/>
          <a:p>
            <a:r>
              <a:rPr lang="en-GB" sz="2000" dirty="0"/>
              <a:t>Grid World – Choosing the best action</a:t>
            </a:r>
            <a:endParaRPr lang="en-IN" sz="2000" dirty="0"/>
          </a:p>
        </p:txBody>
      </p:sp>
      <p:sp>
        <p:nvSpPr>
          <p:cNvPr id="11" name="TextBox 10">
            <a:extLst>
              <a:ext uri="{FF2B5EF4-FFF2-40B4-BE49-F238E27FC236}">
                <a16:creationId xmlns:a16="http://schemas.microsoft.com/office/drawing/2014/main" id="{226A90CA-D1CC-9662-F0DF-8C555AF4A8AC}"/>
              </a:ext>
            </a:extLst>
          </p:cNvPr>
          <p:cNvSpPr txBox="1"/>
          <p:nvPr/>
        </p:nvSpPr>
        <p:spPr>
          <a:xfrm>
            <a:off x="103632" y="812082"/>
            <a:ext cx="9040368" cy="738664"/>
          </a:xfrm>
          <a:prstGeom prst="rect">
            <a:avLst/>
          </a:prstGeom>
          <a:noFill/>
        </p:spPr>
        <p:txBody>
          <a:bodyPr wrap="square">
            <a:spAutoFit/>
          </a:bodyPr>
          <a:lstStyle/>
          <a:p>
            <a:r>
              <a:rPr lang="en-GB" dirty="0">
                <a:solidFill>
                  <a:srgbClr val="1A1A1A"/>
                </a:solidFill>
                <a:latin typeface="Poppins" panose="00000500000000000000" pitchFamily="2" charset="0"/>
              </a:rPr>
              <a:t>Once the action is selected A(t), we will end up in a new state S(t+1) with observed reward R(t+1). The prediction of the expected value we got at S(t) is the predicted Q(S(t),A(t)).We now want to update our network with the actual reward it received for taking the action it recommended</a:t>
            </a:r>
          </a:p>
        </p:txBody>
      </p:sp>
      <p:sp>
        <p:nvSpPr>
          <p:cNvPr id="13" name="TextBox 12">
            <a:extLst>
              <a:ext uri="{FF2B5EF4-FFF2-40B4-BE49-F238E27FC236}">
                <a16:creationId xmlns:a16="http://schemas.microsoft.com/office/drawing/2014/main" id="{BBFD1729-F33A-A774-630C-CFEBBDECB463}"/>
              </a:ext>
            </a:extLst>
          </p:cNvPr>
          <p:cNvSpPr txBox="1"/>
          <p:nvPr/>
        </p:nvSpPr>
        <p:spPr>
          <a:xfrm>
            <a:off x="180754" y="3775549"/>
            <a:ext cx="8674608" cy="1169551"/>
          </a:xfrm>
          <a:prstGeom prst="rect">
            <a:avLst/>
          </a:prstGeom>
          <a:noFill/>
        </p:spPr>
        <p:txBody>
          <a:bodyPr wrap="square">
            <a:spAutoFit/>
          </a:bodyPr>
          <a:lstStyle/>
          <a:p>
            <a:r>
              <a:rPr lang="en-GB" dirty="0">
                <a:solidFill>
                  <a:schemeClr val="tx1"/>
                </a:solidFill>
                <a:latin typeface="Poppins" panose="00000500000000000000" pitchFamily="2" charset="0"/>
              </a:rPr>
              <a:t> In an epsilon-greedy action selection method, we set the epsilon parameter to some value, e.g., 0.1, and with that probability we will randomly select an action (completely ignoring the predicted Q values) or with probability 1 — epsilon = 0.9, we will select the action associated with the highest predicted Q value. An additional helpful technique is to start with a high epsilon value, such as 1, and then slowly decrement it over the training iterations.</a:t>
            </a:r>
            <a:endParaRPr lang="en-IN" dirty="0">
              <a:solidFill>
                <a:schemeClr val="tx1"/>
              </a:solidFill>
              <a:latin typeface="Poppins" panose="00000500000000000000" pitchFamily="2" charset="0"/>
            </a:endParaRPr>
          </a:p>
        </p:txBody>
      </p:sp>
      <p:pic>
        <p:nvPicPr>
          <p:cNvPr id="15" name="Picture 14" descr="A diagram of a model&#10;&#10;AI-generated content may be incorrect.">
            <a:extLst>
              <a:ext uri="{FF2B5EF4-FFF2-40B4-BE49-F238E27FC236}">
                <a16:creationId xmlns:a16="http://schemas.microsoft.com/office/drawing/2014/main" id="{04B70BC8-49B2-1702-8B00-90850E32B606}"/>
              </a:ext>
            </a:extLst>
          </p:cNvPr>
          <p:cNvPicPr>
            <a:picLocks noChangeAspect="1"/>
          </p:cNvPicPr>
          <p:nvPr/>
        </p:nvPicPr>
        <p:blipFill>
          <a:blip r:embed="rId2"/>
          <a:stretch>
            <a:fillRect/>
          </a:stretch>
        </p:blipFill>
        <p:spPr>
          <a:xfrm>
            <a:off x="180754" y="1550746"/>
            <a:ext cx="8503920" cy="2106577"/>
          </a:xfrm>
          <a:prstGeom prst="rect">
            <a:avLst/>
          </a:prstGeom>
        </p:spPr>
      </p:pic>
    </p:spTree>
    <p:extLst>
      <p:ext uri="{BB962C8B-B14F-4D97-AF65-F5344CB8AC3E}">
        <p14:creationId xmlns:p14="http://schemas.microsoft.com/office/powerpoint/2010/main" val="1934904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CBF00-05A5-9A34-7978-A6CC442630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CBC1D4-6A93-A05C-3E5B-97E22478ED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3" name="TextBox 2">
            <a:extLst>
              <a:ext uri="{FF2B5EF4-FFF2-40B4-BE49-F238E27FC236}">
                <a16:creationId xmlns:a16="http://schemas.microsoft.com/office/drawing/2014/main" id="{82E11877-DD13-B5AC-42EF-920B961BA396}"/>
              </a:ext>
            </a:extLst>
          </p:cNvPr>
          <p:cNvSpPr txBox="1"/>
          <p:nvPr/>
        </p:nvSpPr>
        <p:spPr>
          <a:xfrm>
            <a:off x="103632" y="163104"/>
            <a:ext cx="7028688" cy="400110"/>
          </a:xfrm>
          <a:prstGeom prst="rect">
            <a:avLst/>
          </a:prstGeom>
          <a:noFill/>
        </p:spPr>
        <p:txBody>
          <a:bodyPr wrap="square">
            <a:spAutoFit/>
          </a:bodyPr>
          <a:lstStyle/>
          <a:p>
            <a:r>
              <a:rPr lang="en-GB" sz="2000" dirty="0"/>
              <a:t>Grid World – Update network</a:t>
            </a:r>
            <a:endParaRPr lang="en-IN" sz="2000" dirty="0"/>
          </a:p>
        </p:txBody>
      </p:sp>
      <p:sp>
        <p:nvSpPr>
          <p:cNvPr id="11" name="TextBox 10">
            <a:extLst>
              <a:ext uri="{FF2B5EF4-FFF2-40B4-BE49-F238E27FC236}">
                <a16:creationId xmlns:a16="http://schemas.microsoft.com/office/drawing/2014/main" id="{E82B2365-C5B2-BF21-74AF-106E9F0B56C1}"/>
              </a:ext>
            </a:extLst>
          </p:cNvPr>
          <p:cNvSpPr txBox="1"/>
          <p:nvPr/>
        </p:nvSpPr>
        <p:spPr>
          <a:xfrm>
            <a:off x="103632" y="812082"/>
            <a:ext cx="9040368" cy="1384995"/>
          </a:xfrm>
          <a:prstGeom prst="rect">
            <a:avLst/>
          </a:prstGeom>
          <a:noFill/>
        </p:spPr>
        <p:txBody>
          <a:bodyPr wrap="square">
            <a:spAutoFit/>
          </a:bodyPr>
          <a:lstStyle/>
          <a:p>
            <a:r>
              <a:rPr lang="en-GB" dirty="0">
                <a:solidFill>
                  <a:srgbClr val="1A1A1A"/>
                </a:solidFill>
                <a:latin typeface="Poppins" panose="00000500000000000000" pitchFamily="2" charset="0"/>
              </a:rPr>
              <a:t>Now we run the network at s(t+1) and get the expected value which we call as Q(S(t+1),a) and figure out the action we need to take. To be clear, this is a single value that reflects the highest predicted Q value, given our new state and all possible actions.</a:t>
            </a:r>
            <a:br>
              <a:rPr lang="en-GB" dirty="0">
                <a:solidFill>
                  <a:srgbClr val="1A1A1A"/>
                </a:solidFill>
                <a:latin typeface="Poppins" panose="00000500000000000000" pitchFamily="2" charset="0"/>
              </a:rPr>
            </a:br>
            <a:br>
              <a:rPr lang="en-GB" dirty="0">
                <a:solidFill>
                  <a:srgbClr val="1A1A1A"/>
                </a:solidFill>
                <a:latin typeface="Poppins" panose="00000500000000000000" pitchFamily="2" charset="0"/>
              </a:rPr>
            </a:br>
            <a:r>
              <a:rPr lang="en-GB" dirty="0">
                <a:solidFill>
                  <a:srgbClr val="1A1A1A"/>
                </a:solidFill>
                <a:latin typeface="Poppins" panose="00000500000000000000" pitchFamily="2" charset="0"/>
              </a:rPr>
              <a:t>We’ll perform one iteration of training using some loss function, such as mean-squared error, to minimize the difference between the predicted value from our network and the target prediction:</a:t>
            </a:r>
          </a:p>
        </p:txBody>
      </p:sp>
      <p:pic>
        <p:nvPicPr>
          <p:cNvPr id="5" name="Picture 4">
            <a:extLst>
              <a:ext uri="{FF2B5EF4-FFF2-40B4-BE49-F238E27FC236}">
                <a16:creationId xmlns:a16="http://schemas.microsoft.com/office/drawing/2014/main" id="{746F03C1-B2F4-5DA3-51BE-DB04C701FB03}"/>
              </a:ext>
            </a:extLst>
          </p:cNvPr>
          <p:cNvPicPr>
            <a:picLocks noChangeAspect="1"/>
          </p:cNvPicPr>
          <p:nvPr/>
        </p:nvPicPr>
        <p:blipFill>
          <a:blip r:embed="rId2"/>
          <a:stretch>
            <a:fillRect/>
          </a:stretch>
        </p:blipFill>
        <p:spPr>
          <a:xfrm>
            <a:off x="619074" y="2381206"/>
            <a:ext cx="7621736" cy="381087"/>
          </a:xfrm>
          <a:prstGeom prst="rect">
            <a:avLst/>
          </a:prstGeom>
        </p:spPr>
      </p:pic>
      <p:pic>
        <p:nvPicPr>
          <p:cNvPr id="6" name="Picture 5" descr="A diagram of a model&#10;&#10;AI-generated content may be incorrect.">
            <a:extLst>
              <a:ext uri="{FF2B5EF4-FFF2-40B4-BE49-F238E27FC236}">
                <a16:creationId xmlns:a16="http://schemas.microsoft.com/office/drawing/2014/main" id="{10D2F461-83D5-2B27-9CDC-47BAC4A5DBFA}"/>
              </a:ext>
            </a:extLst>
          </p:cNvPr>
          <p:cNvPicPr>
            <a:picLocks noChangeAspect="1"/>
          </p:cNvPicPr>
          <p:nvPr/>
        </p:nvPicPr>
        <p:blipFill>
          <a:blip r:embed="rId3"/>
          <a:stretch>
            <a:fillRect/>
          </a:stretch>
        </p:blipFill>
        <p:spPr>
          <a:xfrm>
            <a:off x="409630" y="3016305"/>
            <a:ext cx="8503920" cy="2106577"/>
          </a:xfrm>
          <a:prstGeom prst="rect">
            <a:avLst/>
          </a:prstGeom>
        </p:spPr>
      </p:pic>
    </p:spTree>
    <p:extLst>
      <p:ext uri="{BB962C8B-B14F-4D97-AF65-F5344CB8AC3E}">
        <p14:creationId xmlns:p14="http://schemas.microsoft.com/office/powerpoint/2010/main" val="2573592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12AA-8B6E-4A47-C9A2-8115AC4E931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F9EA91-0623-1C1F-EE53-FAE74CE882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
        <p:nvSpPr>
          <p:cNvPr id="3" name="TextBox 2">
            <a:extLst>
              <a:ext uri="{FF2B5EF4-FFF2-40B4-BE49-F238E27FC236}">
                <a16:creationId xmlns:a16="http://schemas.microsoft.com/office/drawing/2014/main" id="{B85638DC-4A67-50B1-DDA5-0C3F6C587F37}"/>
              </a:ext>
            </a:extLst>
          </p:cNvPr>
          <p:cNvSpPr txBox="1"/>
          <p:nvPr/>
        </p:nvSpPr>
        <p:spPr>
          <a:xfrm>
            <a:off x="103632" y="163104"/>
            <a:ext cx="7028688" cy="400110"/>
          </a:xfrm>
          <a:prstGeom prst="rect">
            <a:avLst/>
          </a:prstGeom>
          <a:noFill/>
        </p:spPr>
        <p:txBody>
          <a:bodyPr wrap="square">
            <a:spAutoFit/>
          </a:bodyPr>
          <a:lstStyle/>
          <a:p>
            <a:r>
              <a:rPr lang="en-GB" sz="2000" dirty="0"/>
              <a:t>Problem - Catastrophic forgetting</a:t>
            </a:r>
            <a:endParaRPr lang="en-IN" sz="2000" dirty="0"/>
          </a:p>
        </p:txBody>
      </p:sp>
      <p:sp>
        <p:nvSpPr>
          <p:cNvPr id="11" name="TextBox 10">
            <a:extLst>
              <a:ext uri="{FF2B5EF4-FFF2-40B4-BE49-F238E27FC236}">
                <a16:creationId xmlns:a16="http://schemas.microsoft.com/office/drawing/2014/main" id="{565FC4F6-5C72-A67F-2248-8E32A03D2C46}"/>
              </a:ext>
            </a:extLst>
          </p:cNvPr>
          <p:cNvSpPr txBox="1"/>
          <p:nvPr/>
        </p:nvSpPr>
        <p:spPr>
          <a:xfrm>
            <a:off x="103632" y="1663809"/>
            <a:ext cx="9040368" cy="2585323"/>
          </a:xfrm>
          <a:prstGeom prst="rect">
            <a:avLst/>
          </a:prstGeom>
          <a:noFill/>
        </p:spPr>
        <p:txBody>
          <a:bodyPr wrap="square">
            <a:spAutoFit/>
          </a:bodyPr>
          <a:lstStyle/>
          <a:p>
            <a:pPr marL="285750" indent="-285750">
              <a:buFont typeface="Arial" panose="020B0604020202020204" pitchFamily="34" charset="0"/>
              <a:buChar char="•"/>
            </a:pPr>
            <a:r>
              <a:rPr lang="en-GB" sz="1800" dirty="0">
                <a:solidFill>
                  <a:srgbClr val="1A1A1A"/>
                </a:solidFill>
                <a:latin typeface="Poppins" panose="00000500000000000000" pitchFamily="2" charset="0"/>
              </a:rPr>
              <a:t>The idea of catastrophic forgetting is that when two game states are very similar and yet lead to very different outcomes, the Q function will get “confused” and won’t be able to learn what to do. </a:t>
            </a:r>
          </a:p>
          <a:p>
            <a:pPr marL="285750" indent="-285750">
              <a:buFont typeface="Arial" panose="020B0604020202020204" pitchFamily="34" charset="0"/>
              <a:buChar char="•"/>
            </a:pPr>
            <a:endParaRPr lang="en-GB" sz="1800" dirty="0">
              <a:solidFill>
                <a:srgbClr val="1A1A1A"/>
              </a:solidFill>
              <a:latin typeface="Poppins" panose="00000500000000000000" pitchFamily="2" charset="0"/>
            </a:endParaRPr>
          </a:p>
          <a:p>
            <a:pPr marL="285750" indent="-285750">
              <a:buFont typeface="Arial" panose="020B0604020202020204" pitchFamily="34" charset="0"/>
              <a:buChar char="•"/>
            </a:pPr>
            <a:r>
              <a:rPr lang="en-GB" sz="1800" dirty="0">
                <a:solidFill>
                  <a:srgbClr val="1A1A1A"/>
                </a:solidFill>
                <a:latin typeface="Poppins" panose="00000500000000000000" pitchFamily="2" charset="0"/>
              </a:rPr>
              <a:t>We were able to train our model on a static environment where, every time the model saw objects, player and goal in the same position. But when agent was trained on more complicated initialization where environment was randomly initialized </a:t>
            </a:r>
            <a:r>
              <a:rPr lang="en-GB" sz="1800" dirty="0" err="1">
                <a:solidFill>
                  <a:srgbClr val="1A1A1A"/>
                </a:solidFill>
                <a:latin typeface="Poppins" panose="00000500000000000000" pitchFamily="2" charset="0"/>
              </a:rPr>
              <a:t>everytime</a:t>
            </a:r>
            <a:r>
              <a:rPr lang="en-GB" sz="1800" dirty="0">
                <a:solidFill>
                  <a:srgbClr val="1A1A1A"/>
                </a:solidFill>
                <a:latin typeface="Poppins" panose="00000500000000000000" pitchFamily="2" charset="0"/>
              </a:rPr>
              <a:t> a new episode is created, it failed to learn.</a:t>
            </a:r>
          </a:p>
        </p:txBody>
      </p:sp>
    </p:spTree>
    <p:extLst>
      <p:ext uri="{BB962C8B-B14F-4D97-AF65-F5344CB8AC3E}">
        <p14:creationId xmlns:p14="http://schemas.microsoft.com/office/powerpoint/2010/main" val="2951225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B3588-DC23-085D-1397-B142E00018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FB9B3A-D9E3-A376-3E15-81832C6401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3" name="TextBox 2">
            <a:extLst>
              <a:ext uri="{FF2B5EF4-FFF2-40B4-BE49-F238E27FC236}">
                <a16:creationId xmlns:a16="http://schemas.microsoft.com/office/drawing/2014/main" id="{CF459EB1-E76C-6849-3CCC-B59C201B578A}"/>
              </a:ext>
            </a:extLst>
          </p:cNvPr>
          <p:cNvSpPr txBox="1"/>
          <p:nvPr/>
        </p:nvSpPr>
        <p:spPr>
          <a:xfrm>
            <a:off x="103632" y="163104"/>
            <a:ext cx="7028688" cy="400110"/>
          </a:xfrm>
          <a:prstGeom prst="rect">
            <a:avLst/>
          </a:prstGeom>
          <a:noFill/>
        </p:spPr>
        <p:txBody>
          <a:bodyPr wrap="square">
            <a:spAutoFit/>
          </a:bodyPr>
          <a:lstStyle/>
          <a:p>
            <a:r>
              <a:rPr lang="en-GB" sz="2000" dirty="0"/>
              <a:t>Problem - Catastrophic forgetting</a:t>
            </a:r>
            <a:endParaRPr lang="en-IN" sz="2000" dirty="0"/>
          </a:p>
        </p:txBody>
      </p:sp>
      <p:sp>
        <p:nvSpPr>
          <p:cNvPr id="11" name="TextBox 10">
            <a:extLst>
              <a:ext uri="{FF2B5EF4-FFF2-40B4-BE49-F238E27FC236}">
                <a16:creationId xmlns:a16="http://schemas.microsoft.com/office/drawing/2014/main" id="{D8AF1C84-166D-413B-9B88-E6E04E62DBFC}"/>
              </a:ext>
            </a:extLst>
          </p:cNvPr>
          <p:cNvSpPr txBox="1"/>
          <p:nvPr/>
        </p:nvSpPr>
        <p:spPr>
          <a:xfrm>
            <a:off x="103632" y="677970"/>
            <a:ext cx="3200400" cy="2462213"/>
          </a:xfrm>
          <a:prstGeom prst="rect">
            <a:avLst/>
          </a:prstGeom>
          <a:noFill/>
        </p:spPr>
        <p:txBody>
          <a:bodyPr wrap="square">
            <a:spAutoFit/>
          </a:bodyPr>
          <a:lstStyle/>
          <a:p>
            <a:r>
              <a:rPr lang="en-GB" dirty="0">
                <a:solidFill>
                  <a:srgbClr val="1A1A1A"/>
                </a:solidFill>
                <a:latin typeface="Poppins" panose="00000500000000000000" pitchFamily="2" charset="0"/>
              </a:rPr>
              <a:t>In this example, the catastrophic forgetting happens because the Q function learns from game 1 that moving right leads to a +1 reward, but in game 2, which looks very similar, it gets a reward of –1 after moving right. As a result, the algorithm forgets what it previously learned about game 1, resulting in essentially no significant learning at all.</a:t>
            </a:r>
          </a:p>
        </p:txBody>
      </p:sp>
      <p:pic>
        <p:nvPicPr>
          <p:cNvPr id="5" name="Picture 4" descr="A screenshot of a diagram&#10;&#10;AI-generated content may be incorrect.">
            <a:extLst>
              <a:ext uri="{FF2B5EF4-FFF2-40B4-BE49-F238E27FC236}">
                <a16:creationId xmlns:a16="http://schemas.microsoft.com/office/drawing/2014/main" id="{603D46A2-DC91-1D42-89D7-3DCEBAC46B5D}"/>
              </a:ext>
            </a:extLst>
          </p:cNvPr>
          <p:cNvPicPr>
            <a:picLocks noChangeAspect="1"/>
          </p:cNvPicPr>
          <p:nvPr/>
        </p:nvPicPr>
        <p:blipFill>
          <a:blip r:embed="rId2"/>
          <a:stretch>
            <a:fillRect/>
          </a:stretch>
        </p:blipFill>
        <p:spPr>
          <a:xfrm>
            <a:off x="3218688" y="600502"/>
            <a:ext cx="5925312" cy="4542998"/>
          </a:xfrm>
          <a:prstGeom prst="rect">
            <a:avLst/>
          </a:prstGeom>
        </p:spPr>
      </p:pic>
    </p:spTree>
    <p:extLst>
      <p:ext uri="{BB962C8B-B14F-4D97-AF65-F5344CB8AC3E}">
        <p14:creationId xmlns:p14="http://schemas.microsoft.com/office/powerpoint/2010/main" val="491426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C5803-049D-5C93-8D89-7C8183E74B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188E26-9577-9923-DCD2-06BC1D90B8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3" name="TextBox 2">
            <a:extLst>
              <a:ext uri="{FF2B5EF4-FFF2-40B4-BE49-F238E27FC236}">
                <a16:creationId xmlns:a16="http://schemas.microsoft.com/office/drawing/2014/main" id="{BD66DD3A-876F-A918-3721-A674590FE5CC}"/>
              </a:ext>
            </a:extLst>
          </p:cNvPr>
          <p:cNvSpPr txBox="1"/>
          <p:nvPr/>
        </p:nvSpPr>
        <p:spPr>
          <a:xfrm>
            <a:off x="103632" y="163104"/>
            <a:ext cx="7028688" cy="400110"/>
          </a:xfrm>
          <a:prstGeom prst="rect">
            <a:avLst/>
          </a:prstGeom>
          <a:noFill/>
        </p:spPr>
        <p:txBody>
          <a:bodyPr wrap="square">
            <a:spAutoFit/>
          </a:bodyPr>
          <a:lstStyle/>
          <a:p>
            <a:r>
              <a:rPr lang="en-GB" sz="2000" dirty="0"/>
              <a:t>Problem - Catastrophic forgetting</a:t>
            </a:r>
            <a:endParaRPr lang="en-IN" sz="2000" dirty="0"/>
          </a:p>
        </p:txBody>
      </p:sp>
      <p:sp>
        <p:nvSpPr>
          <p:cNvPr id="11" name="TextBox 10">
            <a:extLst>
              <a:ext uri="{FF2B5EF4-FFF2-40B4-BE49-F238E27FC236}">
                <a16:creationId xmlns:a16="http://schemas.microsoft.com/office/drawing/2014/main" id="{1BF20240-D210-DA47-258C-A8F24D34002C}"/>
              </a:ext>
            </a:extLst>
          </p:cNvPr>
          <p:cNvSpPr txBox="1"/>
          <p:nvPr/>
        </p:nvSpPr>
        <p:spPr>
          <a:xfrm>
            <a:off x="103632" y="993249"/>
            <a:ext cx="9040368" cy="2862322"/>
          </a:xfrm>
          <a:prstGeom prst="rect">
            <a:avLst/>
          </a:prstGeom>
          <a:noFill/>
        </p:spPr>
        <p:txBody>
          <a:bodyPr wrap="square">
            <a:spAutoFit/>
          </a:bodyPr>
          <a:lstStyle/>
          <a:p>
            <a:pPr marL="285750" indent="-285750">
              <a:buFont typeface="Arial" panose="020B0604020202020204" pitchFamily="34" charset="0"/>
              <a:buChar char="•"/>
            </a:pPr>
            <a:r>
              <a:rPr lang="en-GB" sz="1800" dirty="0">
                <a:solidFill>
                  <a:srgbClr val="1A1A1A"/>
                </a:solidFill>
                <a:latin typeface="Poppins" panose="00000500000000000000" pitchFamily="2" charset="0"/>
              </a:rPr>
              <a:t>The reason for Catastrophic forgetting is that we are updating the weights after every move of the game. </a:t>
            </a:r>
          </a:p>
          <a:p>
            <a:pPr marL="285750" indent="-285750">
              <a:buFont typeface="Arial" panose="020B0604020202020204" pitchFamily="34" charset="0"/>
              <a:buChar char="•"/>
            </a:pPr>
            <a:endParaRPr lang="en-GB" sz="1800" dirty="0">
              <a:solidFill>
                <a:srgbClr val="1A1A1A"/>
              </a:solidFill>
              <a:latin typeface="Poppins" panose="00000500000000000000" pitchFamily="2" charset="0"/>
            </a:endParaRPr>
          </a:p>
          <a:p>
            <a:pPr marL="285750" indent="-285750">
              <a:buFont typeface="Arial" panose="020B0604020202020204" pitchFamily="34" charset="0"/>
              <a:buChar char="•"/>
            </a:pPr>
            <a:r>
              <a:rPr lang="en-GB" sz="1800" dirty="0">
                <a:solidFill>
                  <a:srgbClr val="1A1A1A"/>
                </a:solidFill>
                <a:latin typeface="Poppins" panose="00000500000000000000" pitchFamily="2" charset="0"/>
              </a:rPr>
              <a:t>We generally don’t have this problem in the supervised learning realm, because we do randomized batch learning where we don’t update our weights until we’ve iterated through some random subset of training data and computed the sum or average gradient for the batch. </a:t>
            </a:r>
          </a:p>
          <a:p>
            <a:pPr marL="285750" indent="-285750">
              <a:buFont typeface="Arial" panose="020B0604020202020204" pitchFamily="34" charset="0"/>
              <a:buChar char="•"/>
            </a:pPr>
            <a:endParaRPr lang="en-GB" sz="1800" dirty="0">
              <a:solidFill>
                <a:srgbClr val="1A1A1A"/>
              </a:solidFill>
              <a:latin typeface="Poppins" panose="00000500000000000000" pitchFamily="2" charset="0"/>
            </a:endParaRPr>
          </a:p>
          <a:p>
            <a:pPr marL="285750" indent="-285750">
              <a:buFont typeface="Arial" panose="020B0604020202020204" pitchFamily="34" charset="0"/>
              <a:buChar char="•"/>
            </a:pPr>
            <a:r>
              <a:rPr lang="en-GB" sz="1800" dirty="0">
                <a:solidFill>
                  <a:srgbClr val="1A1A1A"/>
                </a:solidFill>
                <a:latin typeface="Poppins" panose="00000500000000000000" pitchFamily="2" charset="0"/>
              </a:rPr>
              <a:t>This averages over the targets and stabilizes the learning.</a:t>
            </a:r>
          </a:p>
          <a:p>
            <a:pPr marL="285750" indent="-285750">
              <a:buFont typeface="Arial" panose="020B0604020202020204" pitchFamily="34" charset="0"/>
              <a:buChar char="•"/>
            </a:pPr>
            <a:endParaRPr lang="en-GB" sz="1800" dirty="0">
              <a:solidFill>
                <a:srgbClr val="1A1A1A"/>
              </a:solidFill>
              <a:latin typeface="Poppins" panose="00000500000000000000" pitchFamily="2" charset="0"/>
            </a:endParaRPr>
          </a:p>
        </p:txBody>
      </p:sp>
    </p:spTree>
    <p:extLst>
      <p:ext uri="{BB962C8B-B14F-4D97-AF65-F5344CB8AC3E}">
        <p14:creationId xmlns:p14="http://schemas.microsoft.com/office/powerpoint/2010/main" val="18352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4991-C6DE-826B-ABF1-D2B37375CD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2EAB5-9A9C-0734-2C2F-7F8BE8389A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3" name="TextBox 2">
            <a:extLst>
              <a:ext uri="{FF2B5EF4-FFF2-40B4-BE49-F238E27FC236}">
                <a16:creationId xmlns:a16="http://schemas.microsoft.com/office/drawing/2014/main" id="{4F71C71A-7FDB-B0A9-91CA-C26F26294D27}"/>
              </a:ext>
            </a:extLst>
          </p:cNvPr>
          <p:cNvSpPr txBox="1"/>
          <p:nvPr/>
        </p:nvSpPr>
        <p:spPr>
          <a:xfrm>
            <a:off x="103632" y="163104"/>
            <a:ext cx="7028688" cy="400110"/>
          </a:xfrm>
          <a:prstGeom prst="rect">
            <a:avLst/>
          </a:prstGeom>
          <a:noFill/>
        </p:spPr>
        <p:txBody>
          <a:bodyPr wrap="square">
            <a:spAutoFit/>
          </a:bodyPr>
          <a:lstStyle/>
          <a:p>
            <a:r>
              <a:rPr lang="en-GB" sz="2000" dirty="0"/>
              <a:t>Solution - Experience replay</a:t>
            </a:r>
            <a:endParaRPr lang="en-IN" sz="2000" dirty="0"/>
          </a:p>
        </p:txBody>
      </p:sp>
      <p:sp>
        <p:nvSpPr>
          <p:cNvPr id="11" name="TextBox 10">
            <a:extLst>
              <a:ext uri="{FF2B5EF4-FFF2-40B4-BE49-F238E27FC236}">
                <a16:creationId xmlns:a16="http://schemas.microsoft.com/office/drawing/2014/main" id="{D1153A68-A13D-AFAF-E20F-651F98C48E0D}"/>
              </a:ext>
            </a:extLst>
          </p:cNvPr>
          <p:cNvSpPr txBox="1"/>
          <p:nvPr/>
        </p:nvSpPr>
        <p:spPr>
          <a:xfrm>
            <a:off x="103632" y="613700"/>
            <a:ext cx="9040368" cy="369332"/>
          </a:xfrm>
          <a:prstGeom prst="rect">
            <a:avLst/>
          </a:prstGeom>
          <a:noFill/>
        </p:spPr>
        <p:txBody>
          <a:bodyPr wrap="square">
            <a:spAutoFit/>
          </a:bodyPr>
          <a:lstStyle/>
          <a:p>
            <a:pPr marL="285750" indent="-285750">
              <a:buFont typeface="Arial" panose="020B0604020202020204" pitchFamily="34" charset="0"/>
              <a:buChar char="•"/>
            </a:pPr>
            <a:r>
              <a:rPr lang="en-GB" sz="1800" dirty="0">
                <a:solidFill>
                  <a:srgbClr val="1A1A1A"/>
                </a:solidFill>
                <a:latin typeface="Poppins" panose="00000500000000000000" pitchFamily="2" charset="0"/>
              </a:rPr>
              <a:t>Experience replay gives us batch updating in an online learning schema.</a:t>
            </a:r>
          </a:p>
        </p:txBody>
      </p:sp>
      <p:pic>
        <p:nvPicPr>
          <p:cNvPr id="5" name="Picture 4" descr="A diagram of a process&#10;&#10;AI-generated content may be incorrect.">
            <a:extLst>
              <a:ext uri="{FF2B5EF4-FFF2-40B4-BE49-F238E27FC236}">
                <a16:creationId xmlns:a16="http://schemas.microsoft.com/office/drawing/2014/main" id="{58698645-F653-2CE3-E474-F025D9D4AE63}"/>
              </a:ext>
            </a:extLst>
          </p:cNvPr>
          <p:cNvPicPr>
            <a:picLocks noChangeAspect="1"/>
          </p:cNvPicPr>
          <p:nvPr/>
        </p:nvPicPr>
        <p:blipFill>
          <a:blip r:embed="rId2"/>
          <a:stretch>
            <a:fillRect/>
          </a:stretch>
        </p:blipFill>
        <p:spPr>
          <a:xfrm>
            <a:off x="284446" y="912029"/>
            <a:ext cx="8039642" cy="3316615"/>
          </a:xfrm>
          <a:prstGeom prst="rect">
            <a:avLst/>
          </a:prstGeom>
        </p:spPr>
      </p:pic>
      <p:sp>
        <p:nvSpPr>
          <p:cNvPr id="8" name="TextBox 7">
            <a:extLst>
              <a:ext uri="{FF2B5EF4-FFF2-40B4-BE49-F238E27FC236}">
                <a16:creationId xmlns:a16="http://schemas.microsoft.com/office/drawing/2014/main" id="{8A1672A8-A6DF-C885-AA3E-C02BD6669252}"/>
              </a:ext>
            </a:extLst>
          </p:cNvPr>
          <p:cNvSpPr txBox="1"/>
          <p:nvPr/>
        </p:nvSpPr>
        <p:spPr>
          <a:xfrm>
            <a:off x="287494" y="4189393"/>
            <a:ext cx="8039642" cy="954107"/>
          </a:xfrm>
          <a:prstGeom prst="rect">
            <a:avLst/>
          </a:prstGeom>
          <a:noFill/>
        </p:spPr>
        <p:txBody>
          <a:bodyPr wrap="square">
            <a:spAutoFit/>
          </a:bodyPr>
          <a:lstStyle/>
          <a:p>
            <a:r>
              <a:rPr lang="en-GB" dirty="0"/>
              <a:t>The above figure shows the general overview of experience replay, a method for mitigating a major problem with online training algorithms: catastrophic forgetting. The idea is to employ mini-batching by storing past experiences and then using a random subset of these experiences to update the Q-network, rather than using just the single most recent experience.</a:t>
            </a:r>
            <a:endParaRPr lang="en-IN" dirty="0"/>
          </a:p>
        </p:txBody>
      </p:sp>
    </p:spTree>
    <p:extLst>
      <p:ext uri="{BB962C8B-B14F-4D97-AF65-F5344CB8AC3E}">
        <p14:creationId xmlns:p14="http://schemas.microsoft.com/office/powerpoint/2010/main" val="2373385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749D-9A95-7217-91D6-EA043B50C4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4C2EEE-ECE8-9913-D78D-C07C722FF7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3" name="TextBox 2">
            <a:extLst>
              <a:ext uri="{FF2B5EF4-FFF2-40B4-BE49-F238E27FC236}">
                <a16:creationId xmlns:a16="http://schemas.microsoft.com/office/drawing/2014/main" id="{95772529-90AB-A0F4-AF13-872472BDB999}"/>
              </a:ext>
            </a:extLst>
          </p:cNvPr>
          <p:cNvSpPr txBox="1"/>
          <p:nvPr/>
        </p:nvSpPr>
        <p:spPr>
          <a:xfrm>
            <a:off x="103632" y="163104"/>
            <a:ext cx="7028688" cy="400110"/>
          </a:xfrm>
          <a:prstGeom prst="rect">
            <a:avLst/>
          </a:prstGeom>
          <a:noFill/>
        </p:spPr>
        <p:txBody>
          <a:bodyPr wrap="square">
            <a:spAutoFit/>
          </a:bodyPr>
          <a:lstStyle/>
          <a:p>
            <a:r>
              <a:rPr lang="en-GB" sz="2000" dirty="0"/>
              <a:t>Solution - Experience replay</a:t>
            </a:r>
            <a:endParaRPr lang="en-IN" sz="2000" dirty="0"/>
          </a:p>
        </p:txBody>
      </p:sp>
      <p:sp>
        <p:nvSpPr>
          <p:cNvPr id="11" name="TextBox 10">
            <a:extLst>
              <a:ext uri="{FF2B5EF4-FFF2-40B4-BE49-F238E27FC236}">
                <a16:creationId xmlns:a16="http://schemas.microsoft.com/office/drawing/2014/main" id="{128DBE68-FCCE-C9AE-0E42-C401A2851453}"/>
              </a:ext>
            </a:extLst>
          </p:cNvPr>
          <p:cNvSpPr txBox="1"/>
          <p:nvPr/>
        </p:nvSpPr>
        <p:spPr>
          <a:xfrm>
            <a:off x="51816" y="692899"/>
            <a:ext cx="9040368" cy="3970318"/>
          </a:xfrm>
          <a:prstGeom prst="rect">
            <a:avLst/>
          </a:prstGeom>
          <a:noFill/>
        </p:spPr>
        <p:txBody>
          <a:bodyPr wrap="square">
            <a:spAutoFit/>
          </a:bodyPr>
          <a:lstStyle/>
          <a:p>
            <a:pPr marL="285750" indent="-285750">
              <a:buFont typeface="Arial" panose="020B0604020202020204" pitchFamily="34" charset="0"/>
              <a:buChar char="•"/>
            </a:pPr>
            <a:r>
              <a:rPr lang="en-GB" sz="1800" dirty="0">
                <a:solidFill>
                  <a:srgbClr val="1A1A1A"/>
                </a:solidFill>
                <a:latin typeface="Poppins" panose="00000500000000000000" pitchFamily="2" charset="0"/>
              </a:rPr>
              <a:t>The steps involved in experience replay are</a:t>
            </a:r>
          </a:p>
          <a:p>
            <a:pPr marL="285750" indent="-285750">
              <a:buFont typeface="Arial" panose="020B0604020202020204" pitchFamily="34" charset="0"/>
              <a:buChar char="•"/>
            </a:pPr>
            <a:endParaRPr lang="en-GB" sz="1800" dirty="0">
              <a:solidFill>
                <a:srgbClr val="1A1A1A"/>
              </a:solidFill>
              <a:latin typeface="Poppins" panose="00000500000000000000" pitchFamily="2" charset="0"/>
            </a:endParaRPr>
          </a:p>
          <a:p>
            <a:pPr marL="285750" indent="-285750">
              <a:buFont typeface="Arial" panose="020B0604020202020204" pitchFamily="34" charset="0"/>
              <a:buChar char="•"/>
            </a:pPr>
            <a:r>
              <a:rPr lang="en-GB" sz="1800" dirty="0">
                <a:solidFill>
                  <a:srgbClr val="1A1A1A"/>
                </a:solidFill>
                <a:latin typeface="Poppins" panose="00000500000000000000" pitchFamily="2" charset="0"/>
              </a:rPr>
              <a:t>In state s, take action a, and observe the new state s(t+1) and reward r(t+1).</a:t>
            </a:r>
          </a:p>
          <a:p>
            <a:pPr marL="285750" indent="-285750">
              <a:buFont typeface="Arial" panose="020B0604020202020204" pitchFamily="34" charset="0"/>
              <a:buChar char="•"/>
            </a:pPr>
            <a:r>
              <a:rPr lang="en-GB" sz="1800" dirty="0">
                <a:solidFill>
                  <a:srgbClr val="1A1A1A"/>
                </a:solidFill>
                <a:latin typeface="Poppins" panose="00000500000000000000" pitchFamily="2" charset="0"/>
              </a:rPr>
              <a:t>Store this as a tuple (s, a, s(t+1), r(t+1)) in a list.</a:t>
            </a:r>
          </a:p>
          <a:p>
            <a:pPr marL="285750" indent="-285750">
              <a:buFont typeface="Arial" panose="020B0604020202020204" pitchFamily="34" charset="0"/>
              <a:buChar char="•"/>
            </a:pPr>
            <a:r>
              <a:rPr lang="en-GB" sz="1800" dirty="0">
                <a:solidFill>
                  <a:srgbClr val="1A1A1A"/>
                </a:solidFill>
                <a:latin typeface="Poppins" panose="00000500000000000000" pitchFamily="2" charset="0"/>
              </a:rPr>
              <a:t>Continue to store each experience in this list until you have filled the list to a specific length (this is up to you to define).</a:t>
            </a:r>
          </a:p>
          <a:p>
            <a:pPr marL="285750" indent="-285750">
              <a:buFont typeface="Arial" panose="020B0604020202020204" pitchFamily="34" charset="0"/>
              <a:buChar char="•"/>
            </a:pPr>
            <a:r>
              <a:rPr lang="en-GB" sz="1800" dirty="0">
                <a:solidFill>
                  <a:srgbClr val="1A1A1A"/>
                </a:solidFill>
                <a:latin typeface="Poppins" panose="00000500000000000000" pitchFamily="2" charset="0"/>
              </a:rPr>
              <a:t>Once the experience replay memory is filled, randomly select a subset (again, you need to define the subset size).</a:t>
            </a:r>
          </a:p>
          <a:p>
            <a:pPr marL="285750" indent="-285750">
              <a:buFont typeface="Arial" panose="020B0604020202020204" pitchFamily="34" charset="0"/>
              <a:buChar char="•"/>
            </a:pPr>
            <a:r>
              <a:rPr lang="en-GB" sz="1800" dirty="0">
                <a:solidFill>
                  <a:srgbClr val="1A1A1A"/>
                </a:solidFill>
                <a:latin typeface="Poppins" panose="00000500000000000000" pitchFamily="2" charset="0"/>
              </a:rPr>
              <a:t>Iterate through this subset and calculate value updates for each subset; store these in a target array (such as Y) and store the state, s, of each memory in X.</a:t>
            </a:r>
          </a:p>
          <a:p>
            <a:pPr marL="285750" indent="-285750">
              <a:buFont typeface="Arial" panose="020B0604020202020204" pitchFamily="34" charset="0"/>
              <a:buChar char="•"/>
            </a:pPr>
            <a:r>
              <a:rPr lang="en-GB" sz="1800" dirty="0">
                <a:solidFill>
                  <a:srgbClr val="1A1A1A"/>
                </a:solidFill>
                <a:latin typeface="Poppins" panose="00000500000000000000" pitchFamily="2" charset="0"/>
              </a:rPr>
              <a:t>Use X and Y as a mini-batch for batch training. For subsequent epochs where the array is full, just overwrite old values in your experience replay memory array.</a:t>
            </a:r>
          </a:p>
        </p:txBody>
      </p:sp>
    </p:spTree>
    <p:extLst>
      <p:ext uri="{BB962C8B-B14F-4D97-AF65-F5344CB8AC3E}">
        <p14:creationId xmlns:p14="http://schemas.microsoft.com/office/powerpoint/2010/main" val="3305303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259454EF-A161-4712-A637-B9D5410DF4DB}"/>
            </a:ext>
          </a:extLst>
        </p:cNvPr>
        <p:cNvGrpSpPr/>
        <p:nvPr/>
      </p:nvGrpSpPr>
      <p:grpSpPr>
        <a:xfrm>
          <a:off x="0" y="0"/>
          <a:ext cx="0" cy="0"/>
          <a:chOff x="0" y="0"/>
          <a:chExt cx="0" cy="0"/>
        </a:xfrm>
      </p:grpSpPr>
      <p:sp>
        <p:nvSpPr>
          <p:cNvPr id="151" name="Google Shape;151;p28">
            <a:extLst>
              <a:ext uri="{FF2B5EF4-FFF2-40B4-BE49-F238E27FC236}">
                <a16:creationId xmlns:a16="http://schemas.microsoft.com/office/drawing/2014/main" id="{86E5D6FF-61CF-7DC9-8EF9-6C499C532C39}"/>
              </a:ext>
            </a:extLst>
          </p:cNvPr>
          <p:cNvSpPr txBox="1">
            <a:spLocks noGrp="1"/>
          </p:cNvSpPr>
          <p:nvPr>
            <p:ph type="ctrTitle"/>
          </p:nvPr>
        </p:nvSpPr>
        <p:spPr>
          <a:xfrm>
            <a:off x="311699" y="744575"/>
            <a:ext cx="6207435"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br>
              <a:rPr lang="en" sz="3800" dirty="0">
                <a:latin typeface="Nunito"/>
                <a:ea typeface="Nunito"/>
                <a:cs typeface="Nunito"/>
                <a:sym typeface="Nunito"/>
              </a:rPr>
            </a:br>
            <a:br>
              <a:rPr lang="en" sz="3800" dirty="0">
                <a:latin typeface="Nunito"/>
                <a:ea typeface="Nunito"/>
                <a:cs typeface="Nunito"/>
                <a:sym typeface="Nunito"/>
              </a:rPr>
            </a:br>
            <a:r>
              <a:rPr lang="en-IN" sz="2400" dirty="0">
                <a:solidFill>
                  <a:schemeClr val="accent1">
                    <a:lumMod val="75000"/>
                  </a:schemeClr>
                </a:solidFill>
                <a:latin typeface="Nunito"/>
                <a:ea typeface="Nunito"/>
                <a:cs typeface="Nunito"/>
                <a:sym typeface="Nunito"/>
              </a:rPr>
              <a:t>Policy Gradients</a:t>
            </a:r>
            <a:endParaRPr sz="2400" dirty="0">
              <a:solidFill>
                <a:schemeClr val="accent1">
                  <a:lumMod val="75000"/>
                </a:schemeClr>
              </a:solidFill>
              <a:latin typeface="Nunito"/>
              <a:ea typeface="Nunito"/>
              <a:cs typeface="Nunito"/>
              <a:sym typeface="Nunito"/>
            </a:endParaRPr>
          </a:p>
        </p:txBody>
      </p:sp>
      <p:sp>
        <p:nvSpPr>
          <p:cNvPr id="2" name="Slide Number Placeholder 1">
            <a:extLst>
              <a:ext uri="{FF2B5EF4-FFF2-40B4-BE49-F238E27FC236}">
                <a16:creationId xmlns:a16="http://schemas.microsoft.com/office/drawing/2014/main" id="{43D5A07F-7730-B466-FDF9-819BC5B351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1761537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F8A56-20BC-A0D5-206C-CAD314EDD4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691E6B-176D-9526-F6D4-35B4E5CCFD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8" name="TextBox 7">
            <a:extLst>
              <a:ext uri="{FF2B5EF4-FFF2-40B4-BE49-F238E27FC236}">
                <a16:creationId xmlns:a16="http://schemas.microsoft.com/office/drawing/2014/main" id="{ED46664C-1CAF-AB07-3224-72A737BDFE9F}"/>
              </a:ext>
            </a:extLst>
          </p:cNvPr>
          <p:cNvSpPr txBox="1"/>
          <p:nvPr/>
        </p:nvSpPr>
        <p:spPr>
          <a:xfrm>
            <a:off x="103632" y="163104"/>
            <a:ext cx="7028688" cy="400110"/>
          </a:xfrm>
          <a:prstGeom prst="rect">
            <a:avLst/>
          </a:prstGeom>
          <a:noFill/>
        </p:spPr>
        <p:txBody>
          <a:bodyPr wrap="square">
            <a:spAutoFit/>
          </a:bodyPr>
          <a:lstStyle/>
          <a:p>
            <a:r>
              <a:rPr lang="en-GB" sz="2000" dirty="0"/>
              <a:t>Policy Gradients</a:t>
            </a:r>
            <a:endParaRPr lang="en-IN" sz="2000" dirty="0"/>
          </a:p>
        </p:txBody>
      </p:sp>
      <p:sp>
        <p:nvSpPr>
          <p:cNvPr id="10" name="TextBox 9">
            <a:extLst>
              <a:ext uri="{FF2B5EF4-FFF2-40B4-BE49-F238E27FC236}">
                <a16:creationId xmlns:a16="http://schemas.microsoft.com/office/drawing/2014/main" id="{61731582-9DA6-C54D-D6A9-3CF91AEC9CC1}"/>
              </a:ext>
            </a:extLst>
          </p:cNvPr>
          <p:cNvSpPr txBox="1"/>
          <p:nvPr/>
        </p:nvSpPr>
        <p:spPr>
          <a:xfrm>
            <a:off x="266367" y="760211"/>
            <a:ext cx="8297187" cy="3970318"/>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In Q learning, for a given state we calculate the Q value for every action in the action space and we pick the max value and it’s corresponding action ( so choosing actions depends on the Q value )</a:t>
            </a:r>
          </a:p>
          <a:p>
            <a:pPr algn="just">
              <a:buNone/>
            </a:pPr>
            <a:endParaRPr lang="en-GB" b="0" i="0" dirty="0">
              <a:solidFill>
                <a:srgbClr val="1A1A1A"/>
              </a:solidFill>
              <a:effectLst/>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This method is called a Value-based method and there is another method called a Policy based method.</a:t>
            </a:r>
          </a:p>
          <a:p>
            <a:pPr algn="just">
              <a:buNone/>
            </a:pPr>
            <a:endParaRPr lang="en-GB" dirty="0">
              <a:solidFill>
                <a:srgbClr val="1A1A1A"/>
              </a:solidFill>
              <a:latin typeface="Poppins" panose="00000500000000000000" pitchFamily="2" charset="0"/>
            </a:endParaRPr>
          </a:p>
          <a:p>
            <a:pPr algn="just">
              <a:buNone/>
            </a:pPr>
            <a:r>
              <a:rPr lang="en-GB" b="1" dirty="0">
                <a:solidFill>
                  <a:srgbClr val="1A1A1A"/>
                </a:solidFill>
                <a:latin typeface="Poppins" panose="00000500000000000000" pitchFamily="2" charset="0"/>
              </a:rPr>
              <a:t>Question: why use policy based methods ??</a:t>
            </a:r>
          </a:p>
          <a:p>
            <a:pPr algn="just">
              <a:buNone/>
            </a:pPr>
            <a:endParaRPr lang="en-GB" b="1" dirty="0">
              <a:solidFill>
                <a:srgbClr val="1A1A1A"/>
              </a:solidFill>
              <a:latin typeface="Poppins" panose="00000500000000000000" pitchFamily="2" charset="0"/>
            </a:endParaRPr>
          </a:p>
          <a:p>
            <a:pPr algn="just">
              <a:buNone/>
            </a:pPr>
            <a:r>
              <a:rPr lang="en-GB" dirty="0">
                <a:solidFill>
                  <a:srgbClr val="1A1A1A"/>
                </a:solidFill>
                <a:latin typeface="Poppins" panose="00000500000000000000" pitchFamily="2" charset="0"/>
              </a:rPr>
              <a:t>There are couple of reasons:</a:t>
            </a:r>
          </a:p>
          <a:p>
            <a:pPr algn="just">
              <a:buNone/>
            </a:pPr>
            <a:endParaRPr lang="en-GB" dirty="0">
              <a:solidFill>
                <a:srgbClr val="1A1A1A"/>
              </a:solidFill>
              <a:latin typeface="Poppins" panose="00000500000000000000" pitchFamily="2" charset="0"/>
            </a:endParaRPr>
          </a:p>
          <a:p>
            <a:pPr algn="just">
              <a:buNone/>
            </a:pPr>
            <a:r>
              <a:rPr lang="en-GB" dirty="0">
                <a:solidFill>
                  <a:srgbClr val="1A1A1A"/>
                </a:solidFill>
                <a:latin typeface="Poppins" panose="00000500000000000000" pitchFamily="2" charset="0"/>
              </a:rPr>
              <a:t>The ultimate goal of RL is to find an optimal policy ( it can be done using the value function, so far we have seen it, and it can also be done without the value function)</a:t>
            </a:r>
          </a:p>
          <a:p>
            <a:pPr algn="just">
              <a:buNone/>
            </a:pPr>
            <a:endParaRPr lang="en-GB" dirty="0">
              <a:solidFill>
                <a:srgbClr val="1A1A1A"/>
              </a:solidFill>
              <a:latin typeface="Poppins" panose="00000500000000000000" pitchFamily="2" charset="0"/>
            </a:endParaRPr>
          </a:p>
          <a:p>
            <a:pPr algn="just">
              <a:buNone/>
            </a:pPr>
            <a:r>
              <a:rPr lang="en-GB" dirty="0">
                <a:solidFill>
                  <a:srgbClr val="1A1A1A"/>
                </a:solidFill>
                <a:latin typeface="Poppins" panose="00000500000000000000" pitchFamily="2" charset="0"/>
              </a:rPr>
              <a:t>In the value learning above approach, we calculate the Q values for all possible actions in the action space (we only got less actions so we could follow the above approach but in real world , the number of actions can be a lot or can’t be imaginable)</a:t>
            </a:r>
          </a:p>
          <a:p>
            <a:pPr algn="just">
              <a:buNone/>
            </a:pPr>
            <a:endParaRPr lang="en-GB" b="0" i="0" dirty="0">
              <a:solidFill>
                <a:srgbClr val="1A1A1A"/>
              </a:solidFill>
              <a:effectLst/>
              <a:latin typeface="Poppins" panose="00000500000000000000" pitchFamily="2" charset="0"/>
            </a:endParaRPr>
          </a:p>
        </p:txBody>
      </p:sp>
    </p:spTree>
    <p:extLst>
      <p:ext uri="{BB962C8B-B14F-4D97-AF65-F5344CB8AC3E}">
        <p14:creationId xmlns:p14="http://schemas.microsoft.com/office/powerpoint/2010/main" val="3834378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E29A-83C2-266B-A493-0F356B3048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4C4136-7946-D74E-3A7E-8982A60BDD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8" name="TextBox 7">
            <a:extLst>
              <a:ext uri="{FF2B5EF4-FFF2-40B4-BE49-F238E27FC236}">
                <a16:creationId xmlns:a16="http://schemas.microsoft.com/office/drawing/2014/main" id="{89E78D51-98B7-6E52-32E6-7B228396CB4B}"/>
              </a:ext>
            </a:extLst>
          </p:cNvPr>
          <p:cNvSpPr txBox="1"/>
          <p:nvPr/>
        </p:nvSpPr>
        <p:spPr>
          <a:xfrm>
            <a:off x="103632" y="163104"/>
            <a:ext cx="7028688" cy="400110"/>
          </a:xfrm>
          <a:prstGeom prst="rect">
            <a:avLst/>
          </a:prstGeom>
          <a:noFill/>
        </p:spPr>
        <p:txBody>
          <a:bodyPr wrap="square">
            <a:spAutoFit/>
          </a:bodyPr>
          <a:lstStyle/>
          <a:p>
            <a:r>
              <a:rPr lang="en-GB" sz="2000" dirty="0"/>
              <a:t>Policy Gradients</a:t>
            </a:r>
            <a:endParaRPr lang="en-IN" sz="2000" dirty="0"/>
          </a:p>
        </p:txBody>
      </p:sp>
      <p:sp>
        <p:nvSpPr>
          <p:cNvPr id="10" name="TextBox 9">
            <a:extLst>
              <a:ext uri="{FF2B5EF4-FFF2-40B4-BE49-F238E27FC236}">
                <a16:creationId xmlns:a16="http://schemas.microsoft.com/office/drawing/2014/main" id="{D07E040B-0E82-6760-4560-4A403B8609BF}"/>
              </a:ext>
            </a:extLst>
          </p:cNvPr>
          <p:cNvSpPr txBox="1"/>
          <p:nvPr/>
        </p:nvSpPr>
        <p:spPr>
          <a:xfrm>
            <a:off x="266367" y="760211"/>
            <a:ext cx="4246519" cy="2677656"/>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Ex: Robot walking - This one is continuous and high dimensional action space.</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So, we need to learn the optimal policy for higher action space which policy-based methods do exactly.</a:t>
            </a:r>
          </a:p>
          <a:p>
            <a:pPr>
              <a:buNone/>
            </a:pPr>
            <a:endParaRPr lang="en-GB" dirty="0">
              <a:solidFill>
                <a:srgbClr val="1A1A1A"/>
              </a:solidFill>
              <a:latin typeface="Poppins" panose="00000500000000000000" pitchFamily="2" charset="0"/>
            </a:endParaRPr>
          </a:p>
          <a:p>
            <a:r>
              <a:rPr lang="en-GB" dirty="0">
                <a:solidFill>
                  <a:srgbClr val="1A1A1A"/>
                </a:solidFill>
                <a:latin typeface="Poppins" panose="00000500000000000000" pitchFamily="2" charset="0"/>
              </a:rPr>
              <a:t>In policy-based methods, we directly learn our policy function π without worrying about a value function.</a:t>
            </a:r>
          </a:p>
          <a:p>
            <a:pPr>
              <a:buNone/>
            </a:pPr>
            <a:endParaRPr lang="en-GB" b="0" i="0" dirty="0">
              <a:solidFill>
                <a:srgbClr val="1A1A1A"/>
              </a:solidFill>
              <a:effectLst/>
              <a:latin typeface="Poppins" panose="00000500000000000000" pitchFamily="2" charset="0"/>
            </a:endParaRPr>
          </a:p>
          <a:p>
            <a:pPr>
              <a:buNone/>
            </a:pPr>
            <a:endParaRPr lang="en-GB" b="0" i="0" dirty="0">
              <a:solidFill>
                <a:srgbClr val="1A1A1A"/>
              </a:solidFill>
              <a:effectLst/>
              <a:latin typeface="Poppins" panose="00000500000000000000" pitchFamily="2" charset="0"/>
            </a:endParaRPr>
          </a:p>
        </p:txBody>
      </p:sp>
      <p:pic>
        <p:nvPicPr>
          <p:cNvPr id="4" name="Picture 3" descr="A robot in the snow&#10;&#10;AI-generated content may be incorrect.">
            <a:extLst>
              <a:ext uri="{FF2B5EF4-FFF2-40B4-BE49-F238E27FC236}">
                <a16:creationId xmlns:a16="http://schemas.microsoft.com/office/drawing/2014/main" id="{C13F79B5-2F5F-BEC1-DF67-B54176631DF1}"/>
              </a:ext>
            </a:extLst>
          </p:cNvPr>
          <p:cNvPicPr>
            <a:picLocks noChangeAspect="1"/>
          </p:cNvPicPr>
          <p:nvPr/>
        </p:nvPicPr>
        <p:blipFill>
          <a:blip r:embed="rId2"/>
          <a:stretch>
            <a:fillRect/>
          </a:stretch>
        </p:blipFill>
        <p:spPr>
          <a:xfrm>
            <a:off x="4774639" y="197528"/>
            <a:ext cx="4246519" cy="2389632"/>
          </a:xfrm>
          <a:prstGeom prst="rect">
            <a:avLst/>
          </a:prstGeom>
        </p:spPr>
      </p:pic>
      <p:sp>
        <p:nvSpPr>
          <p:cNvPr id="6" name="TextBox 5">
            <a:extLst>
              <a:ext uri="{FF2B5EF4-FFF2-40B4-BE49-F238E27FC236}">
                <a16:creationId xmlns:a16="http://schemas.microsoft.com/office/drawing/2014/main" id="{E33C836B-D248-B85E-EECF-9AB9AC63F11B}"/>
              </a:ext>
            </a:extLst>
          </p:cNvPr>
          <p:cNvSpPr txBox="1"/>
          <p:nvPr/>
        </p:nvSpPr>
        <p:spPr>
          <a:xfrm>
            <a:off x="266367" y="2784157"/>
            <a:ext cx="8611266" cy="2246769"/>
          </a:xfrm>
          <a:prstGeom prst="rect">
            <a:avLst/>
          </a:prstGeom>
          <a:noFill/>
        </p:spPr>
        <p:txBody>
          <a:bodyPr wrap="square">
            <a:spAutoFit/>
          </a:bodyPr>
          <a:lstStyle/>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Which means we can choose actions without calculate the Q(S,A) values.</a:t>
            </a:r>
          </a:p>
          <a:p>
            <a:pPr>
              <a:buNone/>
            </a:pPr>
            <a:endParaRPr lang="en-GB" b="0" i="0" dirty="0">
              <a:solidFill>
                <a:srgbClr val="1A1A1A"/>
              </a:solidFill>
              <a:effectLst/>
              <a:latin typeface="Poppins" panose="00000500000000000000" pitchFamily="2" charset="0"/>
            </a:endParaRPr>
          </a:p>
          <a:p>
            <a:pPr>
              <a:buNone/>
            </a:pPr>
            <a:r>
              <a:rPr lang="en-GB" b="1" i="0" dirty="0">
                <a:solidFill>
                  <a:srgbClr val="1A1A1A"/>
                </a:solidFill>
                <a:effectLst/>
                <a:latin typeface="Poppins" panose="00000500000000000000" pitchFamily="2" charset="0"/>
              </a:rPr>
              <a:t>Deep-Q-learning is a value based method while Policy Gradient is a policy based method.</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There are couple of advantages using the policy gradient methods:</a:t>
            </a:r>
          </a:p>
          <a:p>
            <a:pPr>
              <a:buNone/>
            </a:pPr>
            <a:endParaRPr lang="en-GB" b="0" i="0" dirty="0">
              <a:solidFill>
                <a:srgbClr val="1A1A1A"/>
              </a:solidFill>
              <a:effectLst/>
              <a:latin typeface="Poppins" panose="00000500000000000000" pitchFamily="2" charset="0"/>
            </a:endParaRPr>
          </a:p>
          <a:p>
            <a:pPr marL="285750" indent="-285750">
              <a:buFont typeface="Arial" panose="020B0604020202020204" pitchFamily="34" charset="0"/>
              <a:buChar char="•"/>
            </a:pPr>
            <a:r>
              <a:rPr lang="en-GB" b="0" i="0" dirty="0">
                <a:solidFill>
                  <a:srgbClr val="1A1A1A"/>
                </a:solidFill>
                <a:effectLst/>
                <a:latin typeface="Poppins" panose="00000500000000000000" pitchFamily="2" charset="0"/>
              </a:rPr>
              <a:t>It can learn the stochastic policy which is useful for handling the exploration/exploitation trade off.</a:t>
            </a:r>
          </a:p>
          <a:p>
            <a:pPr marL="285750" indent="-285750">
              <a:buFont typeface="Arial" panose="020B0604020202020204" pitchFamily="34" charset="0"/>
              <a:buChar char="•"/>
            </a:pPr>
            <a:r>
              <a:rPr lang="en-GB" b="0" i="0" dirty="0">
                <a:solidFill>
                  <a:srgbClr val="1A1A1A"/>
                </a:solidFill>
                <a:effectLst/>
                <a:latin typeface="Poppins" panose="00000500000000000000" pitchFamily="2" charset="0"/>
              </a:rPr>
              <a:t>Often the policy is simpler to learn than </a:t>
            </a:r>
            <a:r>
              <a:rPr lang="en-GB" dirty="0">
                <a:solidFill>
                  <a:srgbClr val="1A1A1A"/>
                </a:solidFill>
                <a:latin typeface="Poppins" panose="00000500000000000000" pitchFamily="2" charset="0"/>
              </a:rPr>
              <a:t>value function</a:t>
            </a:r>
            <a:r>
              <a:rPr lang="en-GB" b="0" i="0" dirty="0">
                <a:solidFill>
                  <a:srgbClr val="1A1A1A"/>
                </a:solidFill>
                <a:effectLst/>
                <a:latin typeface="Poppins" panose="00000500000000000000" pitchFamily="2" charset="0"/>
              </a:rPr>
              <a:t>.</a:t>
            </a:r>
            <a:endParaRPr lang="en-IN" dirty="0"/>
          </a:p>
        </p:txBody>
      </p:sp>
    </p:spTree>
    <p:extLst>
      <p:ext uri="{BB962C8B-B14F-4D97-AF65-F5344CB8AC3E}">
        <p14:creationId xmlns:p14="http://schemas.microsoft.com/office/powerpoint/2010/main" val="1582678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8A872-87FC-F75C-3AEA-3C2F971DC1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4682DA-52F6-C1DE-74C3-0B1A4BCF28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8" name="TextBox 7">
            <a:extLst>
              <a:ext uri="{FF2B5EF4-FFF2-40B4-BE49-F238E27FC236}">
                <a16:creationId xmlns:a16="http://schemas.microsoft.com/office/drawing/2014/main" id="{58B11067-B106-4B9A-B69D-F13131739E73}"/>
              </a:ext>
            </a:extLst>
          </p:cNvPr>
          <p:cNvSpPr txBox="1"/>
          <p:nvPr/>
        </p:nvSpPr>
        <p:spPr>
          <a:xfrm>
            <a:off x="103632" y="163104"/>
            <a:ext cx="7028688" cy="400110"/>
          </a:xfrm>
          <a:prstGeom prst="rect">
            <a:avLst/>
          </a:prstGeom>
          <a:noFill/>
        </p:spPr>
        <p:txBody>
          <a:bodyPr wrap="square">
            <a:spAutoFit/>
          </a:bodyPr>
          <a:lstStyle/>
          <a:p>
            <a:r>
              <a:rPr lang="en-GB" sz="2000" dirty="0"/>
              <a:t>How does policy gradient work?</a:t>
            </a:r>
            <a:endParaRPr lang="en-IN" sz="2000" dirty="0"/>
          </a:p>
        </p:txBody>
      </p:sp>
      <p:sp>
        <p:nvSpPr>
          <p:cNvPr id="10" name="TextBox 9">
            <a:extLst>
              <a:ext uri="{FF2B5EF4-FFF2-40B4-BE49-F238E27FC236}">
                <a16:creationId xmlns:a16="http://schemas.microsoft.com/office/drawing/2014/main" id="{A9C68C1D-63A0-83A6-0EF1-1190A246D158}"/>
              </a:ext>
            </a:extLst>
          </p:cNvPr>
          <p:cNvSpPr txBox="1"/>
          <p:nvPr/>
        </p:nvSpPr>
        <p:spPr>
          <a:xfrm>
            <a:off x="266367" y="760211"/>
            <a:ext cx="5534213" cy="3108543"/>
          </a:xfrm>
          <a:prstGeom prst="rect">
            <a:avLst/>
          </a:prstGeom>
          <a:noFill/>
        </p:spPr>
        <p:txBody>
          <a:bodyPr wrap="square">
            <a:spAutoFit/>
          </a:bodyPr>
          <a:lstStyle/>
          <a:p>
            <a:pPr algn="just">
              <a:buNone/>
            </a:pPr>
            <a:r>
              <a:rPr lang="en-GB" b="0" i="0" dirty="0">
                <a:solidFill>
                  <a:srgbClr val="1A1A1A"/>
                </a:solidFill>
                <a:effectLst/>
                <a:latin typeface="Poppins" panose="00000500000000000000" pitchFamily="2" charset="0"/>
              </a:rPr>
              <a:t>as we know in policy gradients , we directly learn the policy function π which gives the probability distribution of actions.</a:t>
            </a:r>
          </a:p>
          <a:p>
            <a:pPr algn="just">
              <a:buNone/>
            </a:pPr>
            <a:endParaRPr lang="en-GB" b="0" i="0" dirty="0">
              <a:solidFill>
                <a:srgbClr val="1A1A1A"/>
              </a:solidFill>
              <a:effectLst/>
              <a:latin typeface="Poppins" panose="00000500000000000000" pitchFamily="2" charset="0"/>
            </a:endParaRPr>
          </a:p>
          <a:p>
            <a:pPr algn="just">
              <a:buNone/>
            </a:pPr>
            <a:r>
              <a:rPr lang="en-GB" b="1" i="0" dirty="0">
                <a:solidFill>
                  <a:srgbClr val="1A1A1A"/>
                </a:solidFill>
                <a:effectLst/>
                <a:latin typeface="Poppins" panose="00000500000000000000" pitchFamily="2" charset="0"/>
              </a:rPr>
              <a:t>π (A|S) → Probability of taking action A given state S.</a:t>
            </a:r>
          </a:p>
          <a:p>
            <a:pPr algn="just">
              <a:buNone/>
            </a:pPr>
            <a:endParaRPr lang="en-GB" b="0" i="0" dirty="0">
              <a:solidFill>
                <a:srgbClr val="1A1A1A"/>
              </a:solidFill>
              <a:effectLst/>
              <a:latin typeface="Poppins" panose="00000500000000000000" pitchFamily="2" charset="0"/>
            </a:endParaRPr>
          </a:p>
          <a:p>
            <a:pPr algn="just">
              <a:buNone/>
            </a:pPr>
            <a:r>
              <a:rPr lang="en-GB" b="0" i="0" dirty="0">
                <a:solidFill>
                  <a:srgbClr val="1A1A1A"/>
                </a:solidFill>
                <a:effectLst/>
                <a:latin typeface="Poppins" panose="00000500000000000000" pitchFamily="2" charset="0"/>
              </a:rPr>
              <a:t>we use function approximation ( ex: neural net) to find this policy function π</a:t>
            </a:r>
          </a:p>
          <a:p>
            <a:pPr algn="just">
              <a:buNone/>
            </a:pPr>
            <a:endParaRPr lang="en-GB" b="0" i="0" dirty="0">
              <a:solidFill>
                <a:srgbClr val="1A1A1A"/>
              </a:solidFill>
              <a:effectLst/>
              <a:latin typeface="Poppins" panose="00000500000000000000" pitchFamily="2" charset="0"/>
            </a:endParaRPr>
          </a:p>
          <a:p>
            <a:pPr algn="just">
              <a:buNone/>
            </a:pPr>
            <a:r>
              <a:rPr lang="en-GB" b="1" i="0" dirty="0">
                <a:solidFill>
                  <a:srgbClr val="1A1A1A"/>
                </a:solidFill>
                <a:effectLst/>
                <a:latin typeface="Poppins" panose="00000500000000000000" pitchFamily="2" charset="0"/>
              </a:rPr>
              <a:t>π (</a:t>
            </a:r>
            <a:r>
              <a:rPr lang="en-GB" b="1" i="0" dirty="0" err="1">
                <a:solidFill>
                  <a:srgbClr val="1A1A1A"/>
                </a:solidFill>
                <a:effectLst/>
                <a:latin typeface="Poppins" panose="00000500000000000000" pitchFamily="2" charset="0"/>
              </a:rPr>
              <a:t>A|S;θ</a:t>
            </a:r>
            <a:r>
              <a:rPr lang="en-GB" b="1" i="0" dirty="0">
                <a:solidFill>
                  <a:srgbClr val="1A1A1A"/>
                </a:solidFill>
                <a:effectLst/>
                <a:latin typeface="Poppins" panose="00000500000000000000" pitchFamily="2" charset="0"/>
              </a:rPr>
              <a:t>) → Probability of taking action A given state S with parameters θ.</a:t>
            </a:r>
          </a:p>
          <a:p>
            <a:pPr algn="just">
              <a:buNone/>
            </a:pPr>
            <a:endParaRPr lang="en-GB" b="0" i="0" dirty="0">
              <a:solidFill>
                <a:srgbClr val="1A1A1A"/>
              </a:solidFill>
              <a:effectLst/>
              <a:latin typeface="Poppins" panose="00000500000000000000" pitchFamily="2" charset="0"/>
            </a:endParaRPr>
          </a:p>
          <a:p>
            <a:pPr algn="just">
              <a:buNone/>
            </a:pPr>
            <a:r>
              <a:rPr lang="en-GB" b="0" i="0" dirty="0">
                <a:solidFill>
                  <a:srgbClr val="1A1A1A"/>
                </a:solidFill>
                <a:effectLst/>
                <a:latin typeface="Poppins" panose="00000500000000000000" pitchFamily="2" charset="0"/>
              </a:rPr>
              <a:t>The diagram is similar to DQN but this is a classification problem while DQN is a regression problem.</a:t>
            </a:r>
          </a:p>
        </p:txBody>
      </p:sp>
      <p:pic>
        <p:nvPicPr>
          <p:cNvPr id="4" name="Picture 3" descr="A diagram of a network&#10;&#10;AI-generated content may be incorrect.">
            <a:extLst>
              <a:ext uri="{FF2B5EF4-FFF2-40B4-BE49-F238E27FC236}">
                <a16:creationId xmlns:a16="http://schemas.microsoft.com/office/drawing/2014/main" id="{A016F805-669F-200E-C46B-41690312C140}"/>
              </a:ext>
            </a:extLst>
          </p:cNvPr>
          <p:cNvPicPr>
            <a:picLocks noChangeAspect="1"/>
          </p:cNvPicPr>
          <p:nvPr/>
        </p:nvPicPr>
        <p:blipFill>
          <a:blip r:embed="rId2"/>
          <a:stretch>
            <a:fillRect/>
          </a:stretch>
        </p:blipFill>
        <p:spPr>
          <a:xfrm>
            <a:off x="5800580" y="609152"/>
            <a:ext cx="3220578" cy="2764329"/>
          </a:xfrm>
          <a:prstGeom prst="rect">
            <a:avLst/>
          </a:prstGeom>
        </p:spPr>
      </p:pic>
      <p:sp>
        <p:nvSpPr>
          <p:cNvPr id="9" name="TextBox 8">
            <a:extLst>
              <a:ext uri="{FF2B5EF4-FFF2-40B4-BE49-F238E27FC236}">
                <a16:creationId xmlns:a16="http://schemas.microsoft.com/office/drawing/2014/main" id="{6444D330-FD55-036D-849F-84F08ED4AD58}"/>
              </a:ext>
            </a:extLst>
          </p:cNvPr>
          <p:cNvSpPr txBox="1"/>
          <p:nvPr/>
        </p:nvSpPr>
        <p:spPr>
          <a:xfrm>
            <a:off x="266367" y="3864460"/>
            <a:ext cx="8206091" cy="307777"/>
          </a:xfrm>
          <a:prstGeom prst="rect">
            <a:avLst/>
          </a:prstGeom>
          <a:noFill/>
        </p:spPr>
        <p:txBody>
          <a:bodyPr wrap="square">
            <a:spAutoFit/>
          </a:bodyPr>
          <a:lstStyle/>
          <a:p>
            <a:r>
              <a:rPr lang="en-GB" dirty="0">
                <a:solidFill>
                  <a:srgbClr val="1A1A1A"/>
                </a:solidFill>
                <a:latin typeface="Poppins" panose="00000500000000000000" pitchFamily="2" charset="0"/>
              </a:rPr>
              <a:t>The network takes state as an input and produces the probability distribution of actions.</a:t>
            </a:r>
            <a:endParaRPr lang="en-IN" dirty="0">
              <a:solidFill>
                <a:srgbClr val="1A1A1A"/>
              </a:solidFill>
              <a:latin typeface="Poppins" panose="00000500000000000000" pitchFamily="2" charset="0"/>
            </a:endParaRPr>
          </a:p>
        </p:txBody>
      </p:sp>
      <p:sp>
        <p:nvSpPr>
          <p:cNvPr id="12" name="TextBox 11">
            <a:extLst>
              <a:ext uri="{FF2B5EF4-FFF2-40B4-BE49-F238E27FC236}">
                <a16:creationId xmlns:a16="http://schemas.microsoft.com/office/drawing/2014/main" id="{99228B76-AEA3-D1C7-AE2E-756EFD5F929B}"/>
              </a:ext>
            </a:extLst>
          </p:cNvPr>
          <p:cNvSpPr txBox="1"/>
          <p:nvPr/>
        </p:nvSpPr>
        <p:spPr>
          <a:xfrm>
            <a:off x="266367" y="4121353"/>
            <a:ext cx="8316841" cy="738664"/>
          </a:xfrm>
          <a:prstGeom prst="rect">
            <a:avLst/>
          </a:prstGeom>
          <a:noFill/>
        </p:spPr>
        <p:txBody>
          <a:bodyPr wrap="square">
            <a:spAutoFit/>
          </a:bodyPr>
          <a:lstStyle/>
          <a:p>
            <a:r>
              <a:rPr lang="en-GB" b="1" dirty="0">
                <a:solidFill>
                  <a:srgbClr val="1A1A1A"/>
                </a:solidFill>
                <a:latin typeface="Poppins" panose="00000500000000000000" pitchFamily="2" charset="0"/>
              </a:rPr>
              <a:t>The process in simple terms </a:t>
            </a:r>
            <a:r>
              <a:rPr lang="en-GB" dirty="0">
                <a:solidFill>
                  <a:srgbClr val="1A1A1A"/>
                </a:solidFill>
                <a:latin typeface="Poppins" panose="00000500000000000000" pitchFamily="2" charset="0"/>
              </a:rPr>
              <a:t>→ we give a state ,get the action probs, take the action given by pi in the env, observe next state &amp; reward, repeat it till the end of the game and if end, update the parameters in the network based on the rewards we collected (backprop).</a:t>
            </a:r>
            <a:endParaRPr lang="en-IN" dirty="0">
              <a:solidFill>
                <a:srgbClr val="1A1A1A"/>
              </a:solidFill>
              <a:latin typeface="Poppins" panose="00000500000000000000" pitchFamily="2" charset="0"/>
            </a:endParaRPr>
          </a:p>
        </p:txBody>
      </p:sp>
    </p:spTree>
    <p:extLst>
      <p:ext uri="{BB962C8B-B14F-4D97-AF65-F5344CB8AC3E}">
        <p14:creationId xmlns:p14="http://schemas.microsoft.com/office/powerpoint/2010/main" val="638718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3683-7DE6-07BB-6686-9122D02F7C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C9189C-039D-AF69-14D8-F1992826CB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8" name="TextBox 7">
            <a:extLst>
              <a:ext uri="{FF2B5EF4-FFF2-40B4-BE49-F238E27FC236}">
                <a16:creationId xmlns:a16="http://schemas.microsoft.com/office/drawing/2014/main" id="{882AEED4-F2EB-3381-E231-FB04686785E6}"/>
              </a:ext>
            </a:extLst>
          </p:cNvPr>
          <p:cNvSpPr txBox="1"/>
          <p:nvPr/>
        </p:nvSpPr>
        <p:spPr>
          <a:xfrm>
            <a:off x="103632" y="163104"/>
            <a:ext cx="7028688" cy="400110"/>
          </a:xfrm>
          <a:prstGeom prst="rect">
            <a:avLst/>
          </a:prstGeom>
          <a:noFill/>
        </p:spPr>
        <p:txBody>
          <a:bodyPr wrap="square">
            <a:spAutoFit/>
          </a:bodyPr>
          <a:lstStyle/>
          <a:p>
            <a:r>
              <a:rPr lang="en-GB" sz="2000" dirty="0"/>
              <a:t>cost function in policy gradients</a:t>
            </a:r>
            <a:endParaRPr lang="en-IN" sz="2000" dirty="0"/>
          </a:p>
        </p:txBody>
      </p:sp>
      <p:sp>
        <p:nvSpPr>
          <p:cNvPr id="10" name="TextBox 9">
            <a:extLst>
              <a:ext uri="{FF2B5EF4-FFF2-40B4-BE49-F238E27FC236}">
                <a16:creationId xmlns:a16="http://schemas.microsoft.com/office/drawing/2014/main" id="{6F542354-C816-EC69-1AE0-DE61805E0C8D}"/>
              </a:ext>
            </a:extLst>
          </p:cNvPr>
          <p:cNvSpPr txBox="1"/>
          <p:nvPr/>
        </p:nvSpPr>
        <p:spPr>
          <a:xfrm>
            <a:off x="266367" y="760211"/>
            <a:ext cx="8511873" cy="4185761"/>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DQN is a regression problem so we have used L2 loss function as cost function and we minimize that loss during the training. but Policy Gradient is a classification problem so we use log likelihood or cross entropy.</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since we don’t have labels ( for a given state this is the best action ) , we have to create “fake labels” to continue with training.</a:t>
            </a:r>
          </a:p>
          <a:p>
            <a:pPr>
              <a:buNone/>
            </a:pPr>
            <a:endParaRPr lang="en-GB" dirty="0">
              <a:solidFill>
                <a:srgbClr val="1A1A1A"/>
              </a:solidFill>
              <a:latin typeface="Poppins" panose="00000500000000000000" pitchFamily="2" charset="0"/>
            </a:endParaRPr>
          </a:p>
          <a:p>
            <a:pPr>
              <a:buNone/>
            </a:pPr>
            <a:r>
              <a:rPr lang="en-GB" b="0" i="0" dirty="0">
                <a:solidFill>
                  <a:srgbClr val="1A1A1A"/>
                </a:solidFill>
                <a:effectLst/>
                <a:latin typeface="Poppins" panose="00000500000000000000" pitchFamily="2" charset="0"/>
              </a:rPr>
              <a:t>we just sample the actions that need to be performed in the environment, we just label those actions as fake labels we happened to sample for given states as follows:</a:t>
            </a:r>
          </a:p>
          <a:p>
            <a:pPr>
              <a:buNone/>
            </a:pPr>
            <a:endParaRPr lang="en-GB" b="0" i="0" dirty="0">
              <a:solidFill>
                <a:srgbClr val="1A1A1A"/>
              </a:solidFill>
              <a:effectLst/>
              <a:latin typeface="Poppins" panose="00000500000000000000" pitchFamily="2" charset="0"/>
            </a:endParaRPr>
          </a:p>
          <a:p>
            <a:pPr algn="ctr">
              <a:buNone/>
            </a:pPr>
            <a:r>
              <a:rPr lang="el-GR" b="1" i="0" dirty="0">
                <a:solidFill>
                  <a:srgbClr val="1A1A1A"/>
                </a:solidFill>
                <a:effectLst/>
                <a:latin typeface="Poppins" panose="00000500000000000000" pitchFamily="2" charset="0"/>
              </a:rPr>
              <a:t>Σ</a:t>
            </a:r>
            <a:r>
              <a:rPr lang="en-IN" b="1" i="0" dirty="0">
                <a:solidFill>
                  <a:srgbClr val="1A1A1A"/>
                </a:solidFill>
                <a:effectLst/>
                <a:latin typeface="Poppins" panose="00000500000000000000" pitchFamily="2" charset="0"/>
              </a:rPr>
              <a:t> </a:t>
            </a:r>
            <a:r>
              <a:rPr lang="en-GB" b="1" i="0" dirty="0" err="1">
                <a:solidFill>
                  <a:srgbClr val="1A1A1A"/>
                </a:solidFill>
                <a:effectLst/>
                <a:latin typeface="Poppins" panose="00000500000000000000" pitchFamily="2" charset="0"/>
              </a:rPr>
              <a:t>logp</a:t>
            </a:r>
            <a:r>
              <a:rPr lang="en-GB" b="1" i="0" dirty="0">
                <a:solidFill>
                  <a:srgbClr val="1A1A1A"/>
                </a:solidFill>
                <a:effectLst/>
                <a:latin typeface="Poppins" panose="00000500000000000000" pitchFamily="2" charset="0"/>
              </a:rPr>
              <a:t>(</a:t>
            </a:r>
            <a:r>
              <a:rPr lang="en-GB" b="1" i="0" dirty="0" err="1">
                <a:solidFill>
                  <a:srgbClr val="1A1A1A"/>
                </a:solidFill>
                <a:effectLst/>
                <a:latin typeface="Poppins" panose="00000500000000000000" pitchFamily="2" charset="0"/>
              </a:rPr>
              <a:t>yt</a:t>
            </a:r>
            <a:r>
              <a:rPr lang="en-GB" b="1" i="0" dirty="0">
                <a:solidFill>
                  <a:srgbClr val="1A1A1A"/>
                </a:solidFill>
                <a:effectLst/>
                <a:latin typeface="Poppins" panose="00000500000000000000" pitchFamily="2" charset="0"/>
              </a:rPr>
              <a:t> | </a:t>
            </a:r>
            <a:r>
              <a:rPr lang="en-GB" b="1" i="0" dirty="0" err="1">
                <a:solidFill>
                  <a:srgbClr val="1A1A1A"/>
                </a:solidFill>
                <a:effectLst/>
                <a:latin typeface="Poppins" panose="00000500000000000000" pitchFamily="2" charset="0"/>
              </a:rPr>
              <a:t>xt</a:t>
            </a:r>
            <a:r>
              <a:rPr lang="en-GB" b="1" i="0" dirty="0">
                <a:solidFill>
                  <a:srgbClr val="1A1A1A"/>
                </a:solidFill>
                <a:effectLst/>
                <a:latin typeface="Poppins" panose="00000500000000000000" pitchFamily="2" charset="0"/>
              </a:rPr>
              <a:t> ; </a:t>
            </a:r>
            <a:r>
              <a:rPr lang="el-GR" b="1" i="0" dirty="0">
                <a:solidFill>
                  <a:srgbClr val="1A1A1A"/>
                </a:solidFill>
                <a:effectLst/>
                <a:latin typeface="Poppins" panose="00000500000000000000" pitchFamily="2" charset="0"/>
              </a:rPr>
              <a:t>ϴ)</a:t>
            </a:r>
            <a:endParaRPr lang="en-IN" b="1" i="0" dirty="0">
              <a:solidFill>
                <a:srgbClr val="1A1A1A"/>
              </a:solidFill>
              <a:effectLst/>
              <a:latin typeface="Poppins" panose="00000500000000000000" pitchFamily="2" charset="0"/>
            </a:endParaRPr>
          </a:p>
          <a:p>
            <a:pPr algn="ctr">
              <a:buNone/>
            </a:pPr>
            <a:endParaRPr lang="en-IN" b="1" dirty="0">
              <a:solidFill>
                <a:srgbClr val="1A1A1A"/>
              </a:solidFill>
              <a:latin typeface="Poppins" panose="00000500000000000000" pitchFamily="2" charset="0"/>
            </a:endParaRPr>
          </a:p>
          <a:p>
            <a:pPr algn="ctr">
              <a:buNone/>
            </a:pPr>
            <a:r>
              <a:rPr lang="en-GB" i="1" dirty="0" err="1"/>
              <a:t>xt</a:t>
            </a:r>
            <a:r>
              <a:rPr lang="en-GB" i="1" dirty="0"/>
              <a:t> and </a:t>
            </a:r>
            <a:r>
              <a:rPr lang="en-GB" i="1" dirty="0" err="1"/>
              <a:t>yt</a:t>
            </a:r>
            <a:r>
              <a:rPr lang="en-GB" i="1" dirty="0"/>
              <a:t> are training examples and labels respectively.</a:t>
            </a:r>
          </a:p>
          <a:p>
            <a:pPr algn="ctr">
              <a:buNone/>
            </a:pPr>
            <a:endParaRPr lang="en-GB" b="1" i="1" dirty="0">
              <a:solidFill>
                <a:srgbClr val="1A1A1A"/>
              </a:solidFill>
              <a:effectLst/>
              <a:latin typeface="Poppins" panose="00000500000000000000" pitchFamily="2" charset="0"/>
            </a:endParaRPr>
          </a:p>
          <a:p>
            <a:pPr>
              <a:buNone/>
            </a:pPr>
            <a:r>
              <a:rPr lang="en-GB" dirty="0">
                <a:solidFill>
                  <a:srgbClr val="1A1A1A"/>
                </a:solidFill>
                <a:effectLst/>
                <a:latin typeface="Poppins" panose="00000500000000000000" pitchFamily="2" charset="0"/>
              </a:rPr>
              <a:t>Our goal now is → to increase the log probability for actions at the last layer.</a:t>
            </a:r>
          </a:p>
          <a:p>
            <a:pPr>
              <a:buNone/>
            </a:pPr>
            <a:endParaRPr lang="en-GB" dirty="0">
              <a:solidFill>
                <a:srgbClr val="1A1A1A"/>
              </a:solidFill>
              <a:effectLst/>
              <a:latin typeface="Poppins" panose="00000500000000000000" pitchFamily="2" charset="0"/>
            </a:endParaRPr>
          </a:p>
          <a:p>
            <a:pPr marL="285750" indent="-285750">
              <a:buFont typeface="Arial" panose="020B0604020202020204" pitchFamily="34" charset="0"/>
              <a:buChar char="•"/>
            </a:pPr>
            <a:r>
              <a:rPr lang="en-GB" dirty="0">
                <a:solidFill>
                  <a:srgbClr val="1A1A1A"/>
                </a:solidFill>
                <a:effectLst/>
                <a:latin typeface="Poppins" panose="00000500000000000000" pitchFamily="2" charset="0"/>
              </a:rPr>
              <a:t>Policy gradients are similar to supervised learning except a change in the loss function.</a:t>
            </a:r>
          </a:p>
          <a:p>
            <a:pPr marL="285750" indent="-285750">
              <a:buFont typeface="Arial" panose="020B0604020202020204" pitchFamily="34" charset="0"/>
              <a:buChar char="•"/>
            </a:pPr>
            <a:r>
              <a:rPr lang="en-GB" dirty="0">
                <a:solidFill>
                  <a:srgbClr val="1A1A1A"/>
                </a:solidFill>
                <a:effectLst/>
                <a:latin typeface="Poppins" panose="00000500000000000000" pitchFamily="2" charset="0"/>
              </a:rPr>
              <a:t>The fake labels can’t be real so we focus on the outcome ( in case of a game we focus on the final reward) to improve the fake labels to get close to the actual labels.</a:t>
            </a:r>
          </a:p>
        </p:txBody>
      </p:sp>
    </p:spTree>
    <p:extLst>
      <p:ext uri="{BB962C8B-B14F-4D97-AF65-F5344CB8AC3E}">
        <p14:creationId xmlns:p14="http://schemas.microsoft.com/office/powerpoint/2010/main" val="387888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5D6A6-4CBF-BA47-7C02-9FC5F175CA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84BA3C-8F34-536D-416F-02FC8F062B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
        <p:nvSpPr>
          <p:cNvPr id="8" name="TextBox 7">
            <a:extLst>
              <a:ext uri="{FF2B5EF4-FFF2-40B4-BE49-F238E27FC236}">
                <a16:creationId xmlns:a16="http://schemas.microsoft.com/office/drawing/2014/main" id="{92B86231-2DA2-B541-04CE-F5FF0AC09088}"/>
              </a:ext>
            </a:extLst>
          </p:cNvPr>
          <p:cNvSpPr txBox="1"/>
          <p:nvPr/>
        </p:nvSpPr>
        <p:spPr>
          <a:xfrm>
            <a:off x="103632" y="163104"/>
            <a:ext cx="7028688" cy="400110"/>
          </a:xfrm>
          <a:prstGeom prst="rect">
            <a:avLst/>
          </a:prstGeom>
          <a:noFill/>
        </p:spPr>
        <p:txBody>
          <a:bodyPr wrap="square">
            <a:spAutoFit/>
          </a:bodyPr>
          <a:lstStyle/>
          <a:p>
            <a:r>
              <a:rPr lang="en-GB" sz="2000" dirty="0"/>
              <a:t>Example - policy gradients</a:t>
            </a:r>
            <a:endParaRPr lang="en-IN" sz="2000" dirty="0"/>
          </a:p>
        </p:txBody>
      </p:sp>
      <p:sp>
        <p:nvSpPr>
          <p:cNvPr id="10" name="TextBox 9">
            <a:extLst>
              <a:ext uri="{FF2B5EF4-FFF2-40B4-BE49-F238E27FC236}">
                <a16:creationId xmlns:a16="http://schemas.microsoft.com/office/drawing/2014/main" id="{61C66861-97C9-1956-78D9-24F9B7E24428}"/>
              </a:ext>
            </a:extLst>
          </p:cNvPr>
          <p:cNvSpPr txBox="1"/>
          <p:nvPr/>
        </p:nvSpPr>
        <p:spPr>
          <a:xfrm>
            <a:off x="266367" y="760211"/>
            <a:ext cx="8511873" cy="307777"/>
          </a:xfrm>
          <a:prstGeom prst="rect">
            <a:avLst/>
          </a:prstGeom>
          <a:noFill/>
        </p:spPr>
        <p:txBody>
          <a:bodyPr wrap="square">
            <a:spAutoFit/>
          </a:bodyPr>
          <a:lstStyle/>
          <a:p>
            <a:pPr>
              <a:buNone/>
            </a:pPr>
            <a:r>
              <a:rPr lang="en-GB" dirty="0">
                <a:solidFill>
                  <a:srgbClr val="1A1A1A"/>
                </a:solidFill>
                <a:effectLst/>
                <a:latin typeface="Poppins" panose="00000500000000000000" pitchFamily="2" charset="0"/>
              </a:rPr>
              <a:t>let’s take an example of the pong game</a:t>
            </a:r>
          </a:p>
        </p:txBody>
      </p:sp>
      <p:pic>
        <p:nvPicPr>
          <p:cNvPr id="4" name="Picture 3" descr="A diagram of a diagram&#10;&#10;AI-generated content may be incorrect.">
            <a:extLst>
              <a:ext uri="{FF2B5EF4-FFF2-40B4-BE49-F238E27FC236}">
                <a16:creationId xmlns:a16="http://schemas.microsoft.com/office/drawing/2014/main" id="{14FE61B0-447E-158C-D9FC-8B4115E0653D}"/>
              </a:ext>
            </a:extLst>
          </p:cNvPr>
          <p:cNvPicPr>
            <a:picLocks noChangeAspect="1"/>
          </p:cNvPicPr>
          <p:nvPr/>
        </p:nvPicPr>
        <p:blipFill>
          <a:blip r:embed="rId2"/>
          <a:stretch>
            <a:fillRect/>
          </a:stretch>
        </p:blipFill>
        <p:spPr>
          <a:xfrm>
            <a:off x="266367" y="1095244"/>
            <a:ext cx="7108858" cy="3961573"/>
          </a:xfrm>
          <a:prstGeom prst="rect">
            <a:avLst/>
          </a:prstGeom>
        </p:spPr>
      </p:pic>
    </p:spTree>
    <p:extLst>
      <p:ext uri="{BB962C8B-B14F-4D97-AF65-F5344CB8AC3E}">
        <p14:creationId xmlns:p14="http://schemas.microsoft.com/office/powerpoint/2010/main" val="2317763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13A4-3C46-6E95-105E-6A961E39D6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7361E7-0BDE-CE75-6819-69007D915C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
        <p:nvSpPr>
          <p:cNvPr id="8" name="TextBox 7">
            <a:extLst>
              <a:ext uri="{FF2B5EF4-FFF2-40B4-BE49-F238E27FC236}">
                <a16:creationId xmlns:a16="http://schemas.microsoft.com/office/drawing/2014/main" id="{1BAF7125-F247-9258-35CF-457C099AD951}"/>
              </a:ext>
            </a:extLst>
          </p:cNvPr>
          <p:cNvSpPr txBox="1"/>
          <p:nvPr/>
        </p:nvSpPr>
        <p:spPr>
          <a:xfrm>
            <a:off x="103632" y="163104"/>
            <a:ext cx="7028688" cy="400110"/>
          </a:xfrm>
          <a:prstGeom prst="rect">
            <a:avLst/>
          </a:prstGeom>
          <a:noFill/>
        </p:spPr>
        <p:txBody>
          <a:bodyPr wrap="square">
            <a:spAutoFit/>
          </a:bodyPr>
          <a:lstStyle/>
          <a:p>
            <a:r>
              <a:rPr lang="en-GB" sz="2000" dirty="0"/>
              <a:t>Example - policy gradients</a:t>
            </a:r>
            <a:endParaRPr lang="en-IN" sz="2000" dirty="0"/>
          </a:p>
        </p:txBody>
      </p:sp>
      <p:sp>
        <p:nvSpPr>
          <p:cNvPr id="10" name="TextBox 9">
            <a:extLst>
              <a:ext uri="{FF2B5EF4-FFF2-40B4-BE49-F238E27FC236}">
                <a16:creationId xmlns:a16="http://schemas.microsoft.com/office/drawing/2014/main" id="{F8A8585C-B072-5126-6421-C9FA434FAC08}"/>
              </a:ext>
            </a:extLst>
          </p:cNvPr>
          <p:cNvSpPr txBox="1"/>
          <p:nvPr/>
        </p:nvSpPr>
        <p:spPr>
          <a:xfrm>
            <a:off x="122842" y="563214"/>
            <a:ext cx="8511873" cy="4401205"/>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Process</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1. we take a policy and roll out an episode ( a game)</a:t>
            </a:r>
          </a:p>
          <a:p>
            <a:pPr>
              <a:buNone/>
            </a:pPr>
            <a:r>
              <a:rPr lang="en-GB" b="0" i="0" dirty="0">
                <a:solidFill>
                  <a:srgbClr val="1A1A1A"/>
                </a:solidFill>
                <a:effectLst/>
                <a:latin typeface="Poppins" panose="00000500000000000000" pitchFamily="2" charset="0"/>
              </a:rPr>
              <a:t>There are n no of frames per second and each frame is considered as a state</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2 . for every state we sample an action(fake label), perform it in the environment and observe the reward &amp; next state</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3 . if end, if the reward is positive( it tells us the actions we took in the episode are good) so we push up the probabilities for all the actions taken in that episode , if the reward is negative( the actions we took in that episode are </a:t>
            </a:r>
            <a:r>
              <a:rPr lang="en-GB" b="0" i="0" dirty="0" err="1">
                <a:solidFill>
                  <a:srgbClr val="1A1A1A"/>
                </a:solidFill>
                <a:effectLst/>
                <a:latin typeface="Poppins" panose="00000500000000000000" pitchFamily="2" charset="0"/>
              </a:rPr>
              <a:t>kinda</a:t>
            </a:r>
            <a:r>
              <a:rPr lang="en-GB" b="0" i="0" dirty="0">
                <a:solidFill>
                  <a:srgbClr val="1A1A1A"/>
                </a:solidFill>
                <a:effectLst/>
                <a:latin typeface="Poppins" panose="00000500000000000000" pitchFamily="2" charset="0"/>
              </a:rPr>
              <a:t> bad) so we push down the probabilities for all the actions taken in that episode.</a:t>
            </a:r>
          </a:p>
          <a:p>
            <a:pPr>
              <a:buNone/>
            </a:pPr>
            <a:endParaRPr lang="en-GB" dirty="0">
              <a:solidFill>
                <a:srgbClr val="1A1A1A"/>
              </a:solidFill>
              <a:latin typeface="Poppins" panose="00000500000000000000" pitchFamily="2" charset="0"/>
            </a:endParaRPr>
          </a:p>
          <a:p>
            <a:pPr>
              <a:buNone/>
            </a:pPr>
            <a:r>
              <a:rPr lang="en-GB" dirty="0">
                <a:solidFill>
                  <a:srgbClr val="1A1A1A"/>
                </a:solidFill>
                <a:effectLst/>
                <a:latin typeface="Poppins" panose="00000500000000000000" pitchFamily="2" charset="0"/>
              </a:rPr>
              <a:t>so our final loss function should look like this:</a:t>
            </a:r>
          </a:p>
          <a:p>
            <a:pPr algn="ctr">
              <a:buNone/>
            </a:pPr>
            <a:br>
              <a:rPr lang="en-GB" dirty="0">
                <a:solidFill>
                  <a:srgbClr val="1A1A1A"/>
                </a:solidFill>
                <a:effectLst/>
                <a:latin typeface="Poppins" panose="00000500000000000000" pitchFamily="2" charset="0"/>
              </a:rPr>
            </a:br>
            <a:r>
              <a:rPr lang="en-GB" b="1" dirty="0" err="1">
                <a:solidFill>
                  <a:srgbClr val="1A1A1A"/>
                </a:solidFill>
                <a:effectLst/>
                <a:latin typeface="Poppins" panose="00000500000000000000" pitchFamily="2" charset="0"/>
              </a:rPr>
              <a:t>Σlogp</a:t>
            </a:r>
            <a:r>
              <a:rPr lang="en-GB" b="1" dirty="0">
                <a:solidFill>
                  <a:srgbClr val="1A1A1A"/>
                </a:solidFill>
                <a:effectLst/>
                <a:latin typeface="Poppins" panose="00000500000000000000" pitchFamily="2" charset="0"/>
              </a:rPr>
              <a:t>(</a:t>
            </a:r>
            <a:r>
              <a:rPr lang="en-GB" b="1" dirty="0" err="1">
                <a:solidFill>
                  <a:srgbClr val="1A1A1A"/>
                </a:solidFill>
                <a:effectLst/>
                <a:latin typeface="Poppins" panose="00000500000000000000" pitchFamily="2" charset="0"/>
              </a:rPr>
              <a:t>yt</a:t>
            </a:r>
            <a:r>
              <a:rPr lang="en-GB" b="1" dirty="0">
                <a:solidFill>
                  <a:srgbClr val="1A1A1A"/>
                </a:solidFill>
                <a:effectLst/>
                <a:latin typeface="Poppins" panose="00000500000000000000" pitchFamily="2" charset="0"/>
              </a:rPr>
              <a:t> | </a:t>
            </a:r>
            <a:r>
              <a:rPr lang="en-GB" b="1" dirty="0" err="1">
                <a:solidFill>
                  <a:srgbClr val="1A1A1A"/>
                </a:solidFill>
                <a:effectLst/>
                <a:latin typeface="Poppins" panose="00000500000000000000" pitchFamily="2" charset="0"/>
              </a:rPr>
              <a:t>xt</a:t>
            </a:r>
            <a:r>
              <a:rPr lang="en-GB" b="1" dirty="0">
                <a:solidFill>
                  <a:srgbClr val="1A1A1A"/>
                </a:solidFill>
                <a:effectLst/>
                <a:latin typeface="Poppins" panose="00000500000000000000" pitchFamily="2" charset="0"/>
              </a:rPr>
              <a:t> ; ϴ) * At</a:t>
            </a:r>
          </a:p>
          <a:p>
            <a:pPr algn="ctr">
              <a:buNone/>
            </a:pPr>
            <a:endParaRPr lang="en-GB" b="1" dirty="0">
              <a:solidFill>
                <a:srgbClr val="1A1A1A"/>
              </a:solidFill>
              <a:effectLst/>
              <a:latin typeface="Poppins" panose="00000500000000000000" pitchFamily="2" charset="0"/>
            </a:endParaRPr>
          </a:p>
          <a:p>
            <a:pPr>
              <a:buNone/>
            </a:pPr>
            <a:r>
              <a:rPr lang="en-GB" dirty="0">
                <a:solidFill>
                  <a:srgbClr val="1A1A1A"/>
                </a:solidFill>
                <a:effectLst/>
                <a:latin typeface="Poppins" panose="00000500000000000000" pitchFamily="2" charset="0"/>
              </a:rPr>
              <a:t>Where At = Rt ( reward at time step t)</a:t>
            </a:r>
          </a:p>
          <a:p>
            <a:pPr>
              <a:buNone/>
            </a:pPr>
            <a:r>
              <a:rPr lang="en-GB" dirty="0">
                <a:solidFill>
                  <a:srgbClr val="1A1A1A"/>
                </a:solidFill>
                <a:effectLst/>
                <a:latin typeface="Poppins" panose="00000500000000000000" pitchFamily="2" charset="0"/>
              </a:rPr>
              <a:t>our goal now is → to increase the log probability for actions that worked and decrease it for those that didn’t with an advantage A .</a:t>
            </a:r>
          </a:p>
        </p:txBody>
      </p:sp>
    </p:spTree>
    <p:extLst>
      <p:ext uri="{BB962C8B-B14F-4D97-AF65-F5344CB8AC3E}">
        <p14:creationId xmlns:p14="http://schemas.microsoft.com/office/powerpoint/2010/main" val="2146427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FA3C2-6759-11A4-AC9F-6433159AD1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3C83E-A520-DEBE-F81E-5B95FF5758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
        <p:nvSpPr>
          <p:cNvPr id="8" name="TextBox 7">
            <a:extLst>
              <a:ext uri="{FF2B5EF4-FFF2-40B4-BE49-F238E27FC236}">
                <a16:creationId xmlns:a16="http://schemas.microsoft.com/office/drawing/2014/main" id="{512C4225-EF8A-9D19-B5A1-8F76E9916DF1}"/>
              </a:ext>
            </a:extLst>
          </p:cNvPr>
          <p:cNvSpPr txBox="1"/>
          <p:nvPr/>
        </p:nvSpPr>
        <p:spPr>
          <a:xfrm>
            <a:off x="103632" y="163104"/>
            <a:ext cx="7028688" cy="400110"/>
          </a:xfrm>
          <a:prstGeom prst="rect">
            <a:avLst/>
          </a:prstGeom>
          <a:noFill/>
        </p:spPr>
        <p:txBody>
          <a:bodyPr wrap="square">
            <a:spAutoFit/>
          </a:bodyPr>
          <a:lstStyle/>
          <a:p>
            <a:r>
              <a:rPr lang="en-GB" sz="2000" dirty="0"/>
              <a:t>Example - policy gradients</a:t>
            </a:r>
            <a:endParaRPr lang="en-IN" sz="2000" dirty="0"/>
          </a:p>
        </p:txBody>
      </p:sp>
      <p:sp>
        <p:nvSpPr>
          <p:cNvPr id="10" name="TextBox 9">
            <a:extLst>
              <a:ext uri="{FF2B5EF4-FFF2-40B4-BE49-F238E27FC236}">
                <a16:creationId xmlns:a16="http://schemas.microsoft.com/office/drawing/2014/main" id="{884D1FAA-FAA7-C55C-DC11-3BCB67A54D58}"/>
              </a:ext>
            </a:extLst>
          </p:cNvPr>
          <p:cNvSpPr txBox="1"/>
          <p:nvPr/>
        </p:nvSpPr>
        <p:spPr>
          <a:xfrm>
            <a:off x="103632" y="807054"/>
            <a:ext cx="8511873" cy="2677656"/>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We can use the reward as the advantage , cause if we get the positive reward we push up the probabilities, if we get the negative reward we push down the probabilities.</a:t>
            </a:r>
          </a:p>
          <a:p>
            <a:pPr>
              <a:buNone/>
            </a:pPr>
            <a:endParaRPr lang="en-GB" dirty="0">
              <a:solidFill>
                <a:srgbClr val="1A1A1A"/>
              </a:solidFill>
              <a:latin typeface="Poppins" panose="00000500000000000000" pitchFamily="2" charset="0"/>
            </a:endParaRPr>
          </a:p>
          <a:p>
            <a:pPr>
              <a:buNone/>
            </a:pPr>
            <a:r>
              <a:rPr lang="en-GB" dirty="0">
                <a:solidFill>
                  <a:srgbClr val="1A1A1A"/>
                </a:solidFill>
                <a:effectLst/>
                <a:latin typeface="Poppins" panose="00000500000000000000" pitchFamily="2" charset="0"/>
              </a:rPr>
              <a:t>but there is a problem here - lets say we lost the game and we get the negative reward so we are about to push down the probabilities for all actions that we took in that episode, some actions may be super good in that episode but at the end we got negative reward so we blame that action also which is bad.</a:t>
            </a:r>
          </a:p>
          <a:p>
            <a:pPr>
              <a:buNone/>
            </a:pPr>
            <a:endParaRPr lang="en-GB" dirty="0">
              <a:solidFill>
                <a:srgbClr val="1A1A1A"/>
              </a:solidFill>
              <a:latin typeface="Poppins" panose="00000500000000000000" pitchFamily="2" charset="0"/>
            </a:endParaRPr>
          </a:p>
          <a:p>
            <a:pPr>
              <a:buNone/>
            </a:pPr>
            <a:r>
              <a:rPr lang="en-GB" dirty="0">
                <a:solidFill>
                  <a:srgbClr val="1A1A1A"/>
                </a:solidFill>
                <a:effectLst/>
                <a:latin typeface="Poppins" panose="00000500000000000000" pitchFamily="2" charset="0"/>
              </a:rPr>
              <a:t>blaming all the actions equally is not a good idea, so we slightly modify the actual reward.</a:t>
            </a:r>
          </a:p>
          <a:p>
            <a:pPr>
              <a:buNone/>
            </a:pPr>
            <a:endParaRPr lang="en-GB" dirty="0">
              <a:solidFill>
                <a:srgbClr val="1A1A1A"/>
              </a:solidFill>
              <a:effectLst/>
              <a:latin typeface="Poppins" panose="00000500000000000000" pitchFamily="2" charset="0"/>
            </a:endParaRPr>
          </a:p>
          <a:p>
            <a:pPr>
              <a:buNone/>
            </a:pPr>
            <a:r>
              <a:rPr lang="en-GB" dirty="0">
                <a:solidFill>
                  <a:srgbClr val="1A1A1A"/>
                </a:solidFill>
                <a:effectLst/>
                <a:latin typeface="Poppins" panose="00000500000000000000" pitchFamily="2" charset="0"/>
              </a:rPr>
              <a:t>at each time step/state we get the reward so we use discounted reward with a little change in notation .</a:t>
            </a:r>
          </a:p>
        </p:txBody>
      </p:sp>
      <p:pic>
        <p:nvPicPr>
          <p:cNvPr id="4" name="Picture 3" descr="A black and white math equations&#10;&#10;AI-generated content may be incorrect.">
            <a:extLst>
              <a:ext uri="{FF2B5EF4-FFF2-40B4-BE49-F238E27FC236}">
                <a16:creationId xmlns:a16="http://schemas.microsoft.com/office/drawing/2014/main" id="{D6A7DC9A-8478-5BA8-4171-E1FEA85A1D74}"/>
              </a:ext>
            </a:extLst>
          </p:cNvPr>
          <p:cNvPicPr>
            <a:picLocks noChangeAspect="1"/>
          </p:cNvPicPr>
          <p:nvPr/>
        </p:nvPicPr>
        <p:blipFill>
          <a:blip r:embed="rId2"/>
          <a:stretch>
            <a:fillRect/>
          </a:stretch>
        </p:blipFill>
        <p:spPr>
          <a:xfrm>
            <a:off x="2432919" y="3325267"/>
            <a:ext cx="3853297" cy="1337950"/>
          </a:xfrm>
          <a:prstGeom prst="rect">
            <a:avLst/>
          </a:prstGeom>
        </p:spPr>
      </p:pic>
      <p:sp>
        <p:nvSpPr>
          <p:cNvPr id="9" name="TextBox 8">
            <a:extLst>
              <a:ext uri="{FF2B5EF4-FFF2-40B4-BE49-F238E27FC236}">
                <a16:creationId xmlns:a16="http://schemas.microsoft.com/office/drawing/2014/main" id="{756E535B-D9EE-B6FC-E92D-F46448724B28}"/>
              </a:ext>
            </a:extLst>
          </p:cNvPr>
          <p:cNvSpPr txBox="1"/>
          <p:nvPr/>
        </p:nvSpPr>
        <p:spPr>
          <a:xfrm>
            <a:off x="180861" y="4663217"/>
            <a:ext cx="4572000" cy="307777"/>
          </a:xfrm>
          <a:prstGeom prst="rect">
            <a:avLst/>
          </a:prstGeom>
          <a:noFill/>
        </p:spPr>
        <p:txBody>
          <a:bodyPr wrap="square">
            <a:spAutoFit/>
          </a:bodyPr>
          <a:lstStyle/>
          <a:p>
            <a:r>
              <a:rPr lang="en-GB" dirty="0"/>
              <a:t>Gt is the total reward, γ being the discount factor.</a:t>
            </a:r>
            <a:endParaRPr lang="en-IN" dirty="0"/>
          </a:p>
        </p:txBody>
      </p:sp>
    </p:spTree>
    <p:extLst>
      <p:ext uri="{BB962C8B-B14F-4D97-AF65-F5344CB8AC3E}">
        <p14:creationId xmlns:p14="http://schemas.microsoft.com/office/powerpoint/2010/main" val="2969496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2026-5DDB-C689-D0F2-8DC553CCBE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8F88C1-B52F-BB6C-5080-A4D004582F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8" name="TextBox 7">
            <a:extLst>
              <a:ext uri="{FF2B5EF4-FFF2-40B4-BE49-F238E27FC236}">
                <a16:creationId xmlns:a16="http://schemas.microsoft.com/office/drawing/2014/main" id="{E8E11FFF-1045-F438-3253-D6BE3F60A79D}"/>
              </a:ext>
            </a:extLst>
          </p:cNvPr>
          <p:cNvSpPr txBox="1"/>
          <p:nvPr/>
        </p:nvSpPr>
        <p:spPr>
          <a:xfrm>
            <a:off x="103632" y="163104"/>
            <a:ext cx="7028688" cy="400110"/>
          </a:xfrm>
          <a:prstGeom prst="rect">
            <a:avLst/>
          </a:prstGeom>
          <a:noFill/>
        </p:spPr>
        <p:txBody>
          <a:bodyPr wrap="square">
            <a:spAutoFit/>
          </a:bodyPr>
          <a:lstStyle/>
          <a:p>
            <a:r>
              <a:rPr lang="en-GB" sz="2000" dirty="0"/>
              <a:t>Training - policy gradients</a:t>
            </a:r>
            <a:endParaRPr lang="en-IN" sz="2000" dirty="0"/>
          </a:p>
        </p:txBody>
      </p:sp>
      <p:sp>
        <p:nvSpPr>
          <p:cNvPr id="10" name="TextBox 9">
            <a:extLst>
              <a:ext uri="{FF2B5EF4-FFF2-40B4-BE49-F238E27FC236}">
                <a16:creationId xmlns:a16="http://schemas.microsoft.com/office/drawing/2014/main" id="{30172909-3CF5-7A1D-36ED-E834BECE6561}"/>
              </a:ext>
            </a:extLst>
          </p:cNvPr>
          <p:cNvSpPr txBox="1"/>
          <p:nvPr/>
        </p:nvSpPr>
        <p:spPr>
          <a:xfrm>
            <a:off x="103632" y="807054"/>
            <a:ext cx="3919728" cy="3754874"/>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so we got our labels, loss function, discounted rewards and gradients</a:t>
            </a:r>
          </a:p>
          <a:p>
            <a:pPr>
              <a:buNone/>
            </a:pPr>
            <a:endParaRPr lang="en-GB" b="0" i="0" dirty="0">
              <a:solidFill>
                <a:srgbClr val="1A1A1A"/>
              </a:solidFill>
              <a:effectLst/>
              <a:latin typeface="Poppins" panose="00000500000000000000" pitchFamily="2" charset="0"/>
            </a:endParaRPr>
          </a:p>
          <a:p>
            <a:pPr marL="342900" indent="-342900">
              <a:buFont typeface="+mj-lt"/>
              <a:buAutoNum type="arabicPeriod"/>
            </a:pPr>
            <a:r>
              <a:rPr lang="en-GB" b="0" i="0" dirty="0">
                <a:solidFill>
                  <a:srgbClr val="1A1A1A"/>
                </a:solidFill>
                <a:effectLst/>
                <a:latin typeface="Poppins" panose="00000500000000000000" pitchFamily="2" charset="0"/>
              </a:rPr>
              <a:t>Setup the network architecture ( based on the game/environment).</a:t>
            </a:r>
          </a:p>
          <a:p>
            <a:pPr marL="342900" indent="-342900">
              <a:buFont typeface="+mj-lt"/>
              <a:buAutoNum type="arabicPeriod"/>
            </a:pPr>
            <a:r>
              <a:rPr lang="en-GB" b="0" i="0" dirty="0">
                <a:solidFill>
                  <a:srgbClr val="1A1A1A"/>
                </a:solidFill>
                <a:effectLst/>
                <a:latin typeface="Poppins" panose="00000500000000000000" pitchFamily="2" charset="0"/>
              </a:rPr>
              <a:t>Run a policy π (</a:t>
            </a:r>
            <a:r>
              <a:rPr lang="en-GB" b="0" i="0" dirty="0" err="1">
                <a:solidFill>
                  <a:srgbClr val="1A1A1A"/>
                </a:solidFill>
                <a:effectLst/>
                <a:latin typeface="Poppins" panose="00000500000000000000" pitchFamily="2" charset="0"/>
              </a:rPr>
              <a:t>A|S;θ</a:t>
            </a:r>
            <a:r>
              <a:rPr lang="en-GB" b="0" i="0" dirty="0">
                <a:solidFill>
                  <a:srgbClr val="1A1A1A"/>
                </a:solidFill>
                <a:effectLst/>
                <a:latin typeface="Poppins" panose="00000500000000000000" pitchFamily="2" charset="0"/>
              </a:rPr>
              <a:t>) to predict the actions (it includes net output and action picking choice).</a:t>
            </a:r>
          </a:p>
          <a:p>
            <a:pPr marL="342900" indent="-342900">
              <a:buFont typeface="+mj-lt"/>
              <a:buAutoNum type="arabicPeriod"/>
            </a:pPr>
            <a:r>
              <a:rPr lang="en-GB" b="0" i="0" dirty="0">
                <a:solidFill>
                  <a:srgbClr val="1A1A1A"/>
                </a:solidFill>
                <a:effectLst/>
                <a:latin typeface="Poppins" panose="00000500000000000000" pitchFamily="2" charset="0"/>
              </a:rPr>
              <a:t>Take those actions ,observe the reward and next state , calculate the loss and gradient and store them all in memory till the end of the episode.</a:t>
            </a:r>
          </a:p>
          <a:p>
            <a:pPr marL="342900" indent="-342900">
              <a:buFont typeface="+mj-lt"/>
              <a:buAutoNum type="arabicPeriod"/>
            </a:pPr>
            <a:r>
              <a:rPr lang="en-GB" b="0" i="0" dirty="0">
                <a:solidFill>
                  <a:srgbClr val="1A1A1A"/>
                </a:solidFill>
                <a:effectLst/>
                <a:latin typeface="Poppins" panose="00000500000000000000" pitchFamily="2" charset="0"/>
              </a:rPr>
              <a:t>At the end, calculated the discounted reward and calculate the gradient </a:t>
            </a:r>
            <a:r>
              <a:rPr lang="en-GB" b="0" i="0" dirty="0" err="1">
                <a:solidFill>
                  <a:srgbClr val="1A1A1A"/>
                </a:solidFill>
                <a:effectLst/>
                <a:latin typeface="Poppins" panose="00000500000000000000" pitchFamily="2" charset="0"/>
              </a:rPr>
              <a:t>wrt</a:t>
            </a:r>
            <a:r>
              <a:rPr lang="en-GB" b="0" i="0" dirty="0">
                <a:solidFill>
                  <a:srgbClr val="1A1A1A"/>
                </a:solidFill>
                <a:effectLst/>
                <a:latin typeface="Poppins" panose="00000500000000000000" pitchFamily="2" charset="0"/>
              </a:rPr>
              <a:t> θ and update the network weights using any optimization algorithm.</a:t>
            </a:r>
          </a:p>
          <a:p>
            <a:pPr marL="342900" indent="-342900">
              <a:buFont typeface="+mj-lt"/>
              <a:buAutoNum type="arabicPeriod"/>
            </a:pPr>
            <a:r>
              <a:rPr lang="en-GB" b="0" i="0" dirty="0">
                <a:solidFill>
                  <a:srgbClr val="1A1A1A"/>
                </a:solidFill>
                <a:effectLst/>
                <a:latin typeface="Poppins" panose="00000500000000000000" pitchFamily="2" charset="0"/>
              </a:rPr>
              <a:t>Repeat 2–4 as long as you want.</a:t>
            </a:r>
            <a:endParaRPr lang="en-GB" dirty="0">
              <a:solidFill>
                <a:srgbClr val="1A1A1A"/>
              </a:solidFill>
              <a:effectLst/>
              <a:latin typeface="Poppins" panose="00000500000000000000" pitchFamily="2" charset="0"/>
            </a:endParaRPr>
          </a:p>
        </p:txBody>
      </p:sp>
      <p:pic>
        <p:nvPicPr>
          <p:cNvPr id="5" name="Picture 4" descr="A screenshot of a test&#10;&#10;AI-generated content may be incorrect.">
            <a:extLst>
              <a:ext uri="{FF2B5EF4-FFF2-40B4-BE49-F238E27FC236}">
                <a16:creationId xmlns:a16="http://schemas.microsoft.com/office/drawing/2014/main" id="{E7E4620A-3491-6C01-265B-438BCA9988D1}"/>
              </a:ext>
            </a:extLst>
          </p:cNvPr>
          <p:cNvPicPr>
            <a:picLocks noChangeAspect="1"/>
          </p:cNvPicPr>
          <p:nvPr/>
        </p:nvPicPr>
        <p:blipFill>
          <a:blip r:embed="rId2"/>
          <a:stretch>
            <a:fillRect/>
          </a:stretch>
        </p:blipFill>
        <p:spPr>
          <a:xfrm>
            <a:off x="4137122" y="1058307"/>
            <a:ext cx="5006878" cy="3026885"/>
          </a:xfrm>
          <a:prstGeom prst="rect">
            <a:avLst/>
          </a:prstGeom>
        </p:spPr>
      </p:pic>
    </p:spTree>
    <p:extLst>
      <p:ext uri="{BB962C8B-B14F-4D97-AF65-F5344CB8AC3E}">
        <p14:creationId xmlns:p14="http://schemas.microsoft.com/office/powerpoint/2010/main" val="1929633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4127-1AA5-D3FC-BB42-34BF5B9D67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1508AF-067A-9346-61D8-4994CE80EC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
        <p:nvSpPr>
          <p:cNvPr id="8" name="TextBox 7">
            <a:extLst>
              <a:ext uri="{FF2B5EF4-FFF2-40B4-BE49-F238E27FC236}">
                <a16:creationId xmlns:a16="http://schemas.microsoft.com/office/drawing/2014/main" id="{7378A667-7930-691F-8D35-01846F5C4C9E}"/>
              </a:ext>
            </a:extLst>
          </p:cNvPr>
          <p:cNvSpPr txBox="1"/>
          <p:nvPr/>
        </p:nvSpPr>
        <p:spPr>
          <a:xfrm>
            <a:off x="103632" y="163104"/>
            <a:ext cx="7028688" cy="400110"/>
          </a:xfrm>
          <a:prstGeom prst="rect">
            <a:avLst/>
          </a:prstGeom>
          <a:noFill/>
        </p:spPr>
        <p:txBody>
          <a:bodyPr wrap="square">
            <a:spAutoFit/>
          </a:bodyPr>
          <a:lstStyle/>
          <a:p>
            <a:r>
              <a:rPr lang="en-GB" sz="2000" dirty="0"/>
              <a:t>Summary</a:t>
            </a:r>
            <a:endParaRPr lang="en-IN" sz="2000" dirty="0"/>
          </a:p>
        </p:txBody>
      </p:sp>
      <p:sp>
        <p:nvSpPr>
          <p:cNvPr id="10" name="TextBox 9">
            <a:extLst>
              <a:ext uri="{FF2B5EF4-FFF2-40B4-BE49-F238E27FC236}">
                <a16:creationId xmlns:a16="http://schemas.microsoft.com/office/drawing/2014/main" id="{086513D6-9A25-72B4-6C21-655616284702}"/>
              </a:ext>
            </a:extLst>
          </p:cNvPr>
          <p:cNvSpPr txBox="1"/>
          <p:nvPr/>
        </p:nvSpPr>
        <p:spPr>
          <a:xfrm>
            <a:off x="103632" y="807054"/>
            <a:ext cx="8698992" cy="2031325"/>
          </a:xfrm>
          <a:prstGeom prst="rect">
            <a:avLst/>
          </a:prstGeom>
          <a:noFill/>
        </p:spPr>
        <p:txBody>
          <a:bodyPr wrap="square">
            <a:spAutoFit/>
          </a:bodyPr>
          <a:lstStyle/>
          <a:p>
            <a:pPr>
              <a:buNone/>
            </a:pPr>
            <a:r>
              <a:rPr lang="en-GB" b="0" i="0" dirty="0">
                <a:solidFill>
                  <a:srgbClr val="1A1A1A"/>
                </a:solidFill>
                <a:effectLst/>
                <a:latin typeface="Poppins" panose="00000500000000000000" pitchFamily="2" charset="0"/>
              </a:rPr>
              <a:t>→ Deep reinforcement learning is like adding a neural network to an environment to accomplish the goals in that env.</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 DQN is like taking some random actions and learning from them through the Q value function and it’s a regression problem (L2 loss is used) where two networks are used for training.</a:t>
            </a:r>
          </a:p>
          <a:p>
            <a:pPr>
              <a:buNone/>
            </a:pPr>
            <a:endParaRPr lang="en-GB" b="0" i="0" dirty="0">
              <a:solidFill>
                <a:srgbClr val="1A1A1A"/>
              </a:solidFill>
              <a:effectLst/>
              <a:latin typeface="Poppins" panose="00000500000000000000" pitchFamily="2" charset="0"/>
            </a:endParaRPr>
          </a:p>
          <a:p>
            <a:pPr>
              <a:buNone/>
            </a:pPr>
            <a:r>
              <a:rPr lang="en-GB" b="0" i="0" dirty="0">
                <a:solidFill>
                  <a:srgbClr val="1A1A1A"/>
                </a:solidFill>
                <a:effectLst/>
                <a:latin typeface="Poppins" panose="00000500000000000000" pitchFamily="2" charset="0"/>
              </a:rPr>
              <a:t>→ PG is like learning the optimal behaviour directly from the experiences (no value function) and it’s a classification problem( maximum log likelihood is used with a some minor change ).</a:t>
            </a:r>
            <a:endParaRPr lang="en-GB" dirty="0">
              <a:solidFill>
                <a:srgbClr val="1A1A1A"/>
              </a:solidFill>
              <a:effectLst/>
              <a:latin typeface="Poppins" panose="00000500000000000000" pitchFamily="2" charset="0"/>
            </a:endParaRPr>
          </a:p>
        </p:txBody>
      </p:sp>
    </p:spTree>
    <p:extLst>
      <p:ext uri="{BB962C8B-B14F-4D97-AF65-F5344CB8AC3E}">
        <p14:creationId xmlns:p14="http://schemas.microsoft.com/office/powerpoint/2010/main" val="941693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ctrTitle"/>
          </p:nvPr>
        </p:nvSpPr>
        <p:spPr>
          <a:xfrm>
            <a:off x="311700" y="744575"/>
            <a:ext cx="41898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800">
                <a:latin typeface="Nunito"/>
                <a:ea typeface="Nunito"/>
                <a:cs typeface="Nunito"/>
                <a:sym typeface="Nunito"/>
              </a:rPr>
              <a:t>Thank You</a:t>
            </a:r>
            <a:endParaRPr sz="3800">
              <a:latin typeface="Nunito"/>
              <a:ea typeface="Nunito"/>
              <a:cs typeface="Nunito"/>
              <a:sym typeface="Nunito"/>
            </a:endParaRPr>
          </a:p>
        </p:txBody>
      </p:sp>
      <p:pic>
        <p:nvPicPr>
          <p:cNvPr id="152" name="Google Shape;152;p28"/>
          <p:cNvPicPr preferRelativeResize="0"/>
          <p:nvPr/>
        </p:nvPicPr>
        <p:blipFill>
          <a:blip r:embed="rId3">
            <a:alphaModFix/>
          </a:blip>
          <a:stretch>
            <a:fillRect/>
          </a:stretch>
        </p:blipFill>
        <p:spPr>
          <a:xfrm>
            <a:off x="7775325" y="3732200"/>
            <a:ext cx="1255045" cy="1339425"/>
          </a:xfrm>
          <a:prstGeom prst="rect">
            <a:avLst/>
          </a:prstGeom>
          <a:noFill/>
          <a:ln>
            <a:noFill/>
          </a:ln>
        </p:spPr>
      </p:pic>
      <p:sp>
        <p:nvSpPr>
          <p:cNvPr id="153" name="Google Shape;153;p28"/>
          <p:cNvSpPr txBox="1"/>
          <p:nvPr/>
        </p:nvSpPr>
        <p:spPr>
          <a:xfrm>
            <a:off x="4501425" y="3878575"/>
            <a:ext cx="3273900" cy="1046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rgbClr val="0B5394"/>
                </a:solidFill>
                <a:latin typeface="Nunito"/>
                <a:ea typeface="Nunito"/>
                <a:cs typeface="Nunito"/>
                <a:sym typeface="Nunito"/>
              </a:rPr>
              <a:t>Dr. Rajiv Misra</a:t>
            </a:r>
            <a:r>
              <a:rPr lang="en" b="1">
                <a:latin typeface="Nunito"/>
                <a:ea typeface="Nunito"/>
                <a:cs typeface="Nunito"/>
                <a:sym typeface="Nunito"/>
              </a:rPr>
              <a:t>, Professor</a:t>
            </a:r>
            <a:endParaRPr b="1">
              <a:latin typeface="Nunito"/>
              <a:ea typeface="Nunito"/>
              <a:cs typeface="Nunito"/>
              <a:sym typeface="Nunito"/>
            </a:endParaRPr>
          </a:p>
          <a:p>
            <a:pPr marL="0" lvl="0" indent="0" algn="r" rtl="0">
              <a:spcBef>
                <a:spcPts val="0"/>
              </a:spcBef>
              <a:spcAft>
                <a:spcPts val="0"/>
              </a:spcAft>
              <a:buNone/>
            </a:pPr>
            <a:r>
              <a:rPr lang="en" b="1">
                <a:latin typeface="Nunito"/>
                <a:ea typeface="Nunito"/>
                <a:cs typeface="Nunito"/>
                <a:sym typeface="Nunito"/>
              </a:rPr>
              <a:t>Dept. of Computer Science &amp; Engg.</a:t>
            </a:r>
            <a:endParaRPr b="1">
              <a:latin typeface="Nunito"/>
              <a:ea typeface="Nunito"/>
              <a:cs typeface="Nunito"/>
              <a:sym typeface="Nunito"/>
            </a:endParaRPr>
          </a:p>
          <a:p>
            <a:pPr marL="0" lvl="0" indent="0" algn="r" rtl="0">
              <a:spcBef>
                <a:spcPts val="0"/>
              </a:spcBef>
              <a:spcAft>
                <a:spcPts val="0"/>
              </a:spcAft>
              <a:buNone/>
            </a:pPr>
            <a:r>
              <a:rPr lang="en" b="1">
                <a:latin typeface="Nunito"/>
                <a:ea typeface="Nunito"/>
                <a:cs typeface="Nunito"/>
                <a:sym typeface="Nunito"/>
              </a:rPr>
              <a:t>Indian Institute of Technology, Patna</a:t>
            </a:r>
            <a:endParaRPr b="1">
              <a:latin typeface="Nunito"/>
              <a:ea typeface="Nunito"/>
              <a:cs typeface="Nunito"/>
              <a:sym typeface="Nunito"/>
            </a:endParaRPr>
          </a:p>
          <a:p>
            <a:pPr marL="0" lvl="0" indent="0" algn="r" rtl="0">
              <a:spcBef>
                <a:spcPts val="0"/>
              </a:spcBef>
              <a:spcAft>
                <a:spcPts val="0"/>
              </a:spcAft>
              <a:buNone/>
            </a:pPr>
            <a:r>
              <a:rPr lang="en" b="1" i="1">
                <a:solidFill>
                  <a:schemeClr val="dk2"/>
                </a:solidFill>
                <a:latin typeface="Nunito"/>
                <a:ea typeface="Nunito"/>
                <a:cs typeface="Nunito"/>
                <a:sym typeface="Nunito"/>
              </a:rPr>
              <a:t>rajivm@iitp.ac.in</a:t>
            </a:r>
            <a:endParaRPr b="1" i="1">
              <a:solidFill>
                <a:schemeClr val="dk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2219</TotalTime>
  <Words>4518</Words>
  <Application>Microsoft Office PowerPoint</Application>
  <PresentationFormat>On-screen Show (16:9)</PresentationFormat>
  <Paragraphs>328</Paragraphs>
  <Slides>39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Nunito</vt:lpstr>
      <vt:lpstr>Arial</vt:lpstr>
      <vt:lpstr>Poppins</vt:lpstr>
      <vt:lpstr>Simple Light</vt:lpstr>
      <vt:lpstr>Artificial Intelligence  Deep Reinforcement Learning</vt:lpstr>
      <vt:lpstr>  Deep Q-Learning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Policy Gradients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Nelson  Sharma</cp:lastModifiedBy>
  <cp:revision>156</cp:revision>
  <dcterms:modified xsi:type="dcterms:W3CDTF">2025-11-17T10:59:13Z</dcterms:modified>
</cp:coreProperties>
</file>