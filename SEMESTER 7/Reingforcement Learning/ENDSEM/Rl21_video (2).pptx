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75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2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56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5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9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7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9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00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20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46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045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747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3571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095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584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47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F7A46-F03E-4873-87B1-59BD29E80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E51D949-3F50-459F-BCFB-4E8BC77E7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00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73B9C4-5993-0C66-E22D-B9162184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83" y="401053"/>
            <a:ext cx="8726814" cy="595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7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A0F962-19E3-1037-0005-4D4E5367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4" y="288758"/>
            <a:ext cx="8717906" cy="610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6095F-4EDC-5626-FCCA-48C33DE9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43" y="321564"/>
            <a:ext cx="9124755" cy="588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06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9115C-C82E-0585-8F60-E3A12D12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2" y="705854"/>
            <a:ext cx="8442878" cy="591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3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16476-27F6-FEE2-5AEF-A3631F28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6" y="637968"/>
            <a:ext cx="8907470" cy="579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4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59D41-E2AF-3E89-534F-7EB546420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70" y="593558"/>
            <a:ext cx="8750773" cy="53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8B6C6-073D-030D-0D98-03C87E69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98" y="513347"/>
            <a:ext cx="9085005" cy="583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7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4E86B-0DEF-47AD-4E7B-1E88565E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82" y="562522"/>
            <a:ext cx="8689729" cy="55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71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5BFCF-5337-D6D3-96DF-D2960765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83" y="401052"/>
            <a:ext cx="8607006" cy="572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9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4CD3D-E132-BCA5-17F7-F876D3D6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19" y="667042"/>
            <a:ext cx="8994971" cy="578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53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EDC34-09AD-AAFD-8B70-692CB460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1" y="261495"/>
            <a:ext cx="9031705" cy="659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30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9AFD4-2D0D-36DA-CACB-3B8D103E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6" y="275785"/>
            <a:ext cx="8807116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386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Tripathi</dc:creator>
  <cp:lastModifiedBy>Shivani Tripathi</cp:lastModifiedBy>
  <cp:revision>1</cp:revision>
  <dcterms:created xsi:type="dcterms:W3CDTF">2025-11-10T07:13:07Z</dcterms:created>
  <dcterms:modified xsi:type="dcterms:W3CDTF">2025-11-10T07:27:15Z</dcterms:modified>
</cp:coreProperties>
</file>