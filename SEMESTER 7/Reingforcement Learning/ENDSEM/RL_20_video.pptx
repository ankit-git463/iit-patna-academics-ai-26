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30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7501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215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983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3324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8645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42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1801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48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95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620181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7748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07598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21568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002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077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12410-8A07-4BF7-8B0D-4EF52933C2C3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3EA2704-E065-43D9-A152-1692F9F24BA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423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F6CD7A-7B96-3247-C7A7-C1C15CD1A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089" y="580827"/>
            <a:ext cx="8150757" cy="559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544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E8DBBA-D62D-5E8E-B89F-BD6E448F1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031" y="681489"/>
            <a:ext cx="7655654" cy="538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089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41C7E4-47BA-BF23-6BDF-07DA54862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55" y="318167"/>
            <a:ext cx="7942929" cy="561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34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978C28A-EDC4-74CD-85DA-F4CD7D27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63" y="577516"/>
            <a:ext cx="8340167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149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5A5EC4-1071-BE54-E347-23EA318EA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193" y="417095"/>
            <a:ext cx="7925660" cy="5517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05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5094B1-4D2B-E3D9-3479-BBDA2E477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189" y="348200"/>
            <a:ext cx="8312961" cy="587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430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680C0E-5226-76F4-D1C5-8053A3D05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274" y="437327"/>
            <a:ext cx="7943380" cy="552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8189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119077-2C31-A88F-3B51-D057E735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328" y="501474"/>
            <a:ext cx="8193409" cy="5746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43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5A5080-921B-B3A6-BB60-94DC7AD2E9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09" y="160421"/>
            <a:ext cx="8118391" cy="617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21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69829F-9D30-0D36-1DC5-F2D0A5943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29" y="481264"/>
            <a:ext cx="7960976" cy="572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484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66C892-3094-1153-532C-DBA1DE1E4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261" y="304800"/>
            <a:ext cx="8503697" cy="5951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388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5C3DDB-2813-C44E-ACDF-00E84A543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44" y="433137"/>
            <a:ext cx="8223323" cy="5775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76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3F29121-C796-AA96-2BA7-9A7888662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475" y="192506"/>
            <a:ext cx="8389273" cy="601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4012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98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Trebuchet MS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Shivani Tripathi</dc:creator>
  <cp:lastModifiedBy>Shivani Tripathi</cp:lastModifiedBy>
  <cp:revision>1</cp:revision>
  <dcterms:created xsi:type="dcterms:W3CDTF">2025-11-10T05:31:32Z</dcterms:created>
  <dcterms:modified xsi:type="dcterms:W3CDTF">2025-11-10T07:09:41Z</dcterms:modified>
</cp:coreProperties>
</file>